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20"/>
  </p:handoutMasterIdLst>
  <p:sldIdLst>
    <p:sldId id="409" r:id="rId3"/>
    <p:sldId id="410" r:id="rId4"/>
    <p:sldId id="411" r:id="rId5"/>
    <p:sldId id="412" r:id="rId6"/>
    <p:sldId id="413" r:id="rId7"/>
    <p:sldId id="414" r:id="rId8"/>
    <p:sldId id="415" r:id="rId9"/>
    <p:sldId id="416" r:id="rId10"/>
    <p:sldId id="417" r:id="rId11"/>
    <p:sldId id="418" r:id="rId12"/>
    <p:sldId id="419" r:id="rId13"/>
    <p:sldId id="420" r:id="rId14"/>
    <p:sldId id="421" r:id="rId15"/>
    <p:sldId id="422" r:id="rId16"/>
    <p:sldId id="423" r:id="rId17"/>
    <p:sldId id="425" r:id="rId18"/>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2" userDrawn="1">
          <p15:clr>
            <a:srgbClr val="A4A3A4"/>
          </p15:clr>
        </p15:guide>
        <p15:guide id="2" pos="38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42"/>
        <p:guide pos="3833"/>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gs" Target="tags/tag79.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914400" marR="0" lvl="2"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371600" marR="0" lvl="3"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1828800" marR="0" lvl="4"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4pPr>
            <a:lvl5pPr>
              <a:lnSpc>
                <a:spcPct val="13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1264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hasCustomPrompt="1"/>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4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dirty="0">
                <a:sym typeface="+mn-ea"/>
              </a:rPr>
              <a:t>单击此处编辑文本</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hasCustomPrompt="1"/>
            <p:custDataLst>
              <p:tags r:id="rId3"/>
            </p:custDataLst>
          </p:nvPr>
        </p:nvSpPr>
        <p:spPr>
          <a:xfrm>
            <a:off x="914400" y="914400"/>
            <a:ext cx="9169200" cy="5029200"/>
          </a:xfrm>
        </p:spPr>
        <p:txBody>
          <a:bodyPr vert="eaVert" lIns="46800" tIns="46800" rIns="46800" bIns="46800"/>
          <a:lstStyle>
            <a:lvl1pPr indent="0" eaLnBrk="1" fontAlgn="auto" latinLnBrk="0" hangingPunct="1">
              <a:lnSpc>
                <a:spcPct val="160000"/>
              </a:lnSpc>
              <a:spcAft>
                <a:spcPts val="1600"/>
              </a:spcAft>
              <a:buNone/>
              <a:defRPr spc="300" baseline="0">
                <a:solidFill>
                  <a:schemeClr val="tx1">
                    <a:lumMod val="65000"/>
                    <a:lumOff val="35000"/>
                  </a:schemeClr>
                </a:solidFill>
              </a:defRPr>
            </a:lvl1pPr>
            <a:lvl2pPr indent="0" eaLnBrk="1" fontAlgn="auto" latinLnBrk="0" hangingPunct="1">
              <a:lnSpc>
                <a:spcPct val="160000"/>
              </a:lnSpc>
              <a:spcAft>
                <a:spcPts val="1600"/>
              </a:spcAft>
              <a:buNone/>
              <a:defRPr spc="300" baseline="0">
                <a:solidFill>
                  <a:schemeClr val="tx1">
                    <a:lumMod val="65000"/>
                    <a:lumOff val="35000"/>
                  </a:schemeClr>
                </a:solidFill>
              </a:defRPr>
            </a:lvl2pPr>
            <a:lvl3pPr indent="0" eaLnBrk="1" fontAlgn="auto" latinLnBrk="0" hangingPunct="1">
              <a:lnSpc>
                <a:spcPct val="160000"/>
              </a:lnSpc>
              <a:spcAft>
                <a:spcPts val="1600"/>
              </a:spcAft>
              <a:buNone/>
              <a:defRPr spc="300" baseline="0">
                <a:solidFill>
                  <a:schemeClr val="tx1">
                    <a:lumMod val="65000"/>
                    <a:lumOff val="35000"/>
                  </a:schemeClr>
                </a:solidFill>
              </a:defRPr>
            </a:lvl3pPr>
            <a:lvl4pPr indent="0" eaLnBrk="1" fontAlgn="auto" latinLnBrk="0" hangingPunct="1">
              <a:lnSpc>
                <a:spcPct val="160000"/>
              </a:lnSpc>
              <a:spcAft>
                <a:spcPts val="1600"/>
              </a:spcAft>
              <a:buNone/>
              <a:defRPr spc="300" baseline="0">
                <a:solidFill>
                  <a:schemeClr val="tx1">
                    <a:lumMod val="65000"/>
                    <a:lumOff val="35000"/>
                  </a:schemeClr>
                </a:solidFill>
              </a:defRPr>
            </a:lvl4pPr>
            <a:lvl5pPr indent="0" eaLnBrk="1" fontAlgn="auto" latinLnBrk="0" hangingPunct="1">
              <a:lnSpc>
                <a:spcPct val="160000"/>
              </a:lnSpc>
              <a:spcAft>
                <a:spcPts val="1600"/>
              </a:spcAft>
              <a:buNone/>
              <a:defRPr spc="300" baseline="0">
                <a:solidFill>
                  <a:schemeClr val="tx1">
                    <a:lumMod val="65000"/>
                    <a:lumOff val="35000"/>
                  </a:schemeClr>
                </a:solidFill>
              </a:defRPr>
            </a:lvl5pPr>
          </a:lstStyle>
          <a:p>
            <a:pPr lvl="0"/>
            <a:r>
              <a:rPr lang="zh-CN" altLang="en-US" dirty="0"/>
              <a:t>单击此处编辑文本</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a:lnSpc>
                <a:spcPct val="130000"/>
              </a:lnSpc>
              <a:buFont typeface="Wingdings" panose="05000000000000000000" pitchFamily="2" charset="2"/>
              <a:buChar char="l"/>
              <a:defRPr spc="150" baseline="0">
                <a:solidFill>
                  <a:schemeClr val="tx1">
                    <a:lumMod val="65000"/>
                    <a:lumOff val="35000"/>
                  </a:schemeClr>
                </a:solidFill>
              </a:defRPr>
            </a:lvl1pPr>
            <a:lvl2pPr marL="685800" indent="-228600">
              <a:lnSpc>
                <a:spcPct val="130000"/>
              </a:lnSpc>
              <a:buFont typeface="Wingdings" panose="05000000000000000000" pitchFamily="2" charset="2"/>
              <a:buChar char="l"/>
              <a:defRPr spc="150" baseline="0">
                <a:solidFill>
                  <a:schemeClr val="tx1">
                    <a:lumMod val="65000"/>
                    <a:lumOff val="35000"/>
                  </a:schemeClr>
                </a:solidFill>
              </a:defRPr>
            </a:lvl2pPr>
            <a:lvl3pPr marL="1143000" indent="-228600">
              <a:lnSpc>
                <a:spcPct val="130000"/>
              </a:lnSpc>
              <a:buFont typeface="Wingdings" panose="05000000000000000000" pitchFamily="2" charset="2"/>
              <a:buChar char="l"/>
              <a:defRPr spc="150" baseline="0">
                <a:solidFill>
                  <a:schemeClr val="tx1">
                    <a:lumMod val="65000"/>
                    <a:lumOff val="35000"/>
                  </a:schemeClr>
                </a:solidFill>
              </a:defRPr>
            </a:lvl3pPr>
            <a:lvl4pPr marL="1600200" indent="-228600">
              <a:lnSpc>
                <a:spcPct val="130000"/>
              </a:lnSpc>
              <a:buFont typeface="Wingdings" panose="05000000000000000000" pitchFamily="2" charset="2"/>
              <a:buChar char="l"/>
              <a:defRPr spc="150" baseline="0">
                <a:solidFill>
                  <a:schemeClr val="tx1">
                    <a:lumMod val="65000"/>
                    <a:lumOff val="35000"/>
                  </a:schemeClr>
                </a:solidFill>
              </a:defRPr>
            </a:lvl4pPr>
            <a:lvl5pPr marL="2057400" indent="-228600">
              <a:lnSpc>
                <a:spcPct val="130000"/>
              </a:lnSpc>
              <a:buFont typeface="Wingdings" panose="05000000000000000000" pitchFamily="2" charset="2"/>
              <a:buChar char="l"/>
              <a:defRPr spc="150" baseline="0">
                <a:solidFill>
                  <a:schemeClr val="tx1">
                    <a:lumMod val="65000"/>
                    <a:lumOff val="3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648000"/>
          </a:xfrm>
          <a:prstGeom prst="rect">
            <a:avLst/>
          </a:prstGeom>
        </p:spPr>
        <p:txBody>
          <a:bodyPr vert="horz" lIns="101600" tIns="38100" rIns="76200" bIns="3810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515600"/>
            <a:ext cx="10969200" cy="473688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64.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image" Target="../media/image9.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66.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image" Target="../media/image10.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68.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1.xml"/><Relationship Id="rId10" Type="http://schemas.openxmlformats.org/officeDocument/2006/relationships/tags" Target="../tags/tag69.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image" Target="../media/image13.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image" Target="../media/image14.jpe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image" Target="../media/image15.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image" Target="../media/image16.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74.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image" Target="../media/image17.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76.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image" Target="../media/image1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0" y="0"/>
            <a:ext cx="12212955" cy="6863080"/>
          </a:xfrm>
          <a:prstGeom prst="rect">
            <a:avLst/>
          </a:prstGeom>
        </p:spPr>
      </p:pic>
      <p:pic>
        <p:nvPicPr>
          <p:cNvPr id="7" name="图片 6" descr="144"/>
          <p:cNvPicPr>
            <a:picLocks noChangeAspect="1"/>
          </p:cNvPicPr>
          <p:nvPr/>
        </p:nvPicPr>
        <p:blipFill>
          <a:blip r:embed="rId2"/>
          <a:stretch>
            <a:fillRect/>
          </a:stretch>
        </p:blipFill>
        <p:spPr>
          <a:xfrm>
            <a:off x="1185545" y="937260"/>
            <a:ext cx="10081895" cy="49999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1304290" y="45002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4" name="Object 100011"/>
          <p:cNvSpPr txBox="1"/>
          <p:nvPr/>
        </p:nvSpPr>
        <p:spPr>
          <a:xfrm>
            <a:off x="1151255" y="2109470"/>
            <a:ext cx="9924415" cy="1302385"/>
          </a:xfrm>
          <a:prstGeom prst="rect">
            <a:avLst/>
          </a:prstGeom>
        </p:spPr>
        <p:txBody>
          <a:bodyPr vert="horz" rtlCol="0" anchor="t" anchorCtr="0">
            <a:noAutofit/>
          </a:bodyPr>
          <a:p>
            <a:pPr algn="ctr">
              <a:lnSpc>
                <a:spcPct val="123000"/>
              </a:lnSpc>
            </a:pPr>
            <a:r>
              <a:rPr lang="zh-CN" sz="7200" i="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rPr>
              <a:t>企业</a:t>
            </a:r>
            <a:r>
              <a:rPr lang="en-US" sz="7200" i="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rPr>
              <a:t>员工生日会</a:t>
            </a:r>
            <a:endParaRPr lang="en-US" sz="7200" i="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16" name="Object 10006"/>
          <p:cNvSpPr txBox="1"/>
          <p:nvPr/>
        </p:nvSpPr>
        <p:spPr>
          <a:xfrm>
            <a:off x="2506663" y="3523618"/>
            <a:ext cx="7213600" cy="596900"/>
          </a:xfrm>
          <a:prstGeom prst="rect">
            <a:avLst/>
          </a:prstGeom>
        </p:spPr>
        <p:txBody>
          <a:bodyPr vert="horz" rtlCol="0" anchor="t" anchorCtr="0">
            <a:noAutofit/>
          </a:bodyPr>
          <a:p>
            <a:pPr algn="ctr">
              <a:lnSpc>
                <a:spcPct val="123000"/>
              </a:lnSpc>
            </a:pPr>
            <a:r>
              <a:rPr lang="en-US" sz="2000" b="0" i="0" spc="320" dirty="0" smtClean="0">
                <a:solidFill>
                  <a:srgbClr val="262626">
                    <a:alpha val="100000"/>
                  </a:srgbClr>
                </a:solidFill>
                <a:latin typeface="汉仪中圆简" panose="02010609000101010101" charset="-122"/>
                <a:ea typeface="汉仪中圆简" panose="02010609000101010101" charset="-122"/>
              </a:rPr>
              <a:t>Employee birthday party</a:t>
            </a:r>
            <a:endParaRPr lang="en-US" sz="2000" b="0" i="0" spc="320" dirty="0" smtClean="0">
              <a:solidFill>
                <a:srgbClr val="262626">
                  <a:alpha val="100000"/>
                </a:srgbClr>
              </a:solidFill>
              <a:latin typeface="汉仪中圆简" panose="02010609000101010101" charset="-122"/>
              <a:ea typeface="汉仪中圆简" panose="02010609000101010101" charset="-122"/>
            </a:endParaRPr>
          </a:p>
        </p:txBody>
      </p:sp>
      <p:sp>
        <p:nvSpPr>
          <p:cNvPr id="100010" name="Object 100010"/>
          <p:cNvSpPr txBox="1"/>
          <p:nvPr/>
        </p:nvSpPr>
        <p:spPr>
          <a:xfrm>
            <a:off x="4773295" y="1791970"/>
            <a:ext cx="2667000" cy="429260"/>
          </a:xfrm>
          <a:prstGeom prst="rect">
            <a:avLst/>
          </a:prstGeom>
        </p:spPr>
        <p:txBody>
          <a:bodyPr vert="horz" rtlCol="0" anchor="t" anchorCtr="0">
            <a:noAutofit/>
          </a:bodyPr>
          <a:p>
            <a:pPr algn="ctr">
              <a:lnSpc>
                <a:spcPct val="123000"/>
              </a:lnSpc>
            </a:pPr>
            <a:r>
              <a:rPr lang="en-US" altLang="zh-CN" sz="2000" b="0" i="0" spc="36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rPr>
              <a:t>-</a:t>
            </a:r>
            <a:r>
              <a:rPr lang="zh-CN" sz="2000" b="0" i="0" spc="36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rPr>
              <a:t>xxx</a:t>
            </a:r>
            <a:r>
              <a:rPr lang="en-US" sz="2000" b="0" i="0" spc="36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rPr>
              <a:t>公司-</a:t>
            </a:r>
            <a:endParaRPr lang="en-US" sz="2000" b="0" i="0" spc="36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pic>
        <p:nvPicPr>
          <p:cNvPr id="18" name="图片 17" descr="包图网_18151586手绘生日快乐甜点双层蛋糕插画"/>
          <p:cNvPicPr>
            <a:picLocks noChangeAspect="1"/>
          </p:cNvPicPr>
          <p:nvPr/>
        </p:nvPicPr>
        <p:blipFill>
          <a:blip r:embed="rId8"/>
          <a:stretch>
            <a:fillRect/>
          </a:stretch>
        </p:blipFill>
        <p:spPr>
          <a:xfrm>
            <a:off x="4712970" y="4057015"/>
            <a:ext cx="2800985" cy="2800985"/>
          </a:xfrm>
          <a:prstGeom prst="rect">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childTnLst>
                          </p:cTn>
                        </p:par>
                        <p:par>
                          <p:cTn id="30" fill="hold">
                            <p:stCondLst>
                              <p:cond delay="2000"/>
                            </p:stCondLst>
                            <p:childTnLst>
                              <p:par>
                                <p:cTn id="31" presetID="53" presetClass="entr" presetSubtype="16"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childTnLst>
                          </p:cTn>
                        </p:par>
                        <p:par>
                          <p:cTn id="36" fill="hold">
                            <p:stCondLst>
                              <p:cond delay="2500"/>
                            </p:stCondLst>
                            <p:childTnLst>
                              <p:par>
                                <p:cTn id="37" presetID="22" presetClass="entr" presetSubtype="8" fill="hold" grpId="0" nodeType="afterEffect">
                                  <p:stCondLst>
                                    <p:cond delay="0"/>
                                  </p:stCondLst>
                                  <p:childTnLst>
                                    <p:set>
                                      <p:cBhvr>
                                        <p:cTn id="38" dur="1" fill="hold">
                                          <p:stCondLst>
                                            <p:cond delay="0"/>
                                          </p:stCondLst>
                                        </p:cTn>
                                        <p:tgtEl>
                                          <p:spTgt spid="100010"/>
                                        </p:tgtEl>
                                        <p:attrNameLst>
                                          <p:attrName>style.visibility</p:attrName>
                                        </p:attrNameLst>
                                      </p:cBhvr>
                                      <p:to>
                                        <p:strVal val="visible"/>
                                      </p:to>
                                    </p:set>
                                    <p:animEffect transition="in" filter="wipe(left)">
                                      <p:cBhvr>
                                        <p:cTn id="39" dur="500"/>
                                        <p:tgtEl>
                                          <p:spTgt spid="100010"/>
                                        </p:tgtEl>
                                      </p:cBhvr>
                                    </p:animEffect>
                                  </p:childTnLst>
                                </p:cTn>
                              </p:par>
                            </p:childTnLst>
                          </p:cTn>
                        </p:par>
                        <p:par>
                          <p:cTn id="40" fill="hold">
                            <p:stCondLst>
                              <p:cond delay="30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3500"/>
                            </p:stCondLst>
                            <p:childTnLst>
                              <p:par>
                                <p:cTn id="45" presetID="22" presetClass="entr" presetSubtype="8"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par>
                                <p:cTn id="48" presetID="2" presetClass="entr" presetSubtype="4"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00010"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635"/>
            <a:ext cx="12212955" cy="6868795"/>
          </a:xfrm>
          <a:prstGeom prst="rect">
            <a:avLst/>
          </a:prstGeom>
        </p:spPr>
      </p:pic>
      <p:pic>
        <p:nvPicPr>
          <p:cNvPr id="7" name="图片 6" descr="144"/>
          <p:cNvPicPr>
            <a:picLocks noChangeAspect="1"/>
          </p:cNvPicPr>
          <p:nvPr/>
        </p:nvPicPr>
        <p:blipFill>
          <a:blip r:embed="rId2"/>
          <a:stretch>
            <a:fillRect/>
          </a:stretch>
        </p:blipFill>
        <p:spPr>
          <a:xfrm>
            <a:off x="682625" y="63436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1304290" y="45002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2" name="Object 100011"/>
          <p:cNvSpPr txBox="1"/>
          <p:nvPr/>
        </p:nvSpPr>
        <p:spPr>
          <a:xfrm>
            <a:off x="4573905" y="819150"/>
            <a:ext cx="3046095" cy="1302385"/>
          </a:xfrm>
          <a:prstGeom prst="rect">
            <a:avLst/>
          </a:prstGeom>
        </p:spPr>
        <p:txBody>
          <a:bodyPr vert="horz" rtlCol="0" anchor="t" anchorCtr="0">
            <a:noAutofit/>
          </a:bodyPr>
          <a:p>
            <a:pPr algn="ctr">
              <a:lnSpc>
                <a:spcPct val="123000"/>
              </a:lnSpc>
            </a:pPr>
            <a:r>
              <a:rPr lang="zh-CN" sz="5400" i="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rPr>
              <a:t>目 录</a:t>
            </a:r>
            <a:endParaRPr lang="zh-CN" sz="5400" i="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3" name="Object 10006"/>
          <p:cNvSpPr txBox="1"/>
          <p:nvPr/>
        </p:nvSpPr>
        <p:spPr>
          <a:xfrm>
            <a:off x="4871720" y="1731010"/>
            <a:ext cx="2450465" cy="596900"/>
          </a:xfrm>
          <a:prstGeom prst="rect">
            <a:avLst/>
          </a:prstGeom>
        </p:spPr>
        <p:txBody>
          <a:bodyPr vert="horz" rtlCol="0" anchor="t" anchorCtr="0">
            <a:noAutofit/>
          </a:bodyPr>
          <a:p>
            <a:pPr algn="ctr">
              <a:lnSpc>
                <a:spcPct val="123000"/>
              </a:lnSpc>
            </a:pPr>
            <a:r>
              <a:rPr lang="en-US" sz="2400" dirty="0" smtClean="0">
                <a:solidFill>
                  <a:srgbClr val="262626">
                    <a:alpha val="100000"/>
                  </a:srgbClr>
                </a:solidFill>
                <a:latin typeface="汉仪中圆简" panose="02010609000101010101" charset="-122"/>
                <a:ea typeface="汉仪中圆简" panose="02010609000101010101" charset="-122"/>
                <a:sym typeface="+mn-ea"/>
              </a:rPr>
              <a:t>CONTENTS</a:t>
            </a:r>
            <a:endParaRPr lang="en-US" sz="2400" b="0" i="0" spc="320" dirty="0" smtClean="0">
              <a:solidFill>
                <a:srgbClr val="262626">
                  <a:alpha val="100000"/>
                </a:srgbClr>
              </a:solidFill>
              <a:latin typeface="汉仪中圆简" panose="02010609000101010101" charset="-122"/>
              <a:ea typeface="汉仪中圆简" panose="02010609000101010101" charset="-122"/>
              <a:sym typeface="+mn-ea"/>
            </a:endParaRPr>
          </a:p>
        </p:txBody>
      </p:sp>
      <p:grpSp>
        <p:nvGrpSpPr>
          <p:cNvPr id="24" name="组合 23"/>
          <p:cNvGrpSpPr/>
          <p:nvPr/>
        </p:nvGrpSpPr>
        <p:grpSpPr>
          <a:xfrm>
            <a:off x="1405255" y="2546985"/>
            <a:ext cx="3429000" cy="927100"/>
            <a:chOff x="1824" y="4475"/>
            <a:chExt cx="5400" cy="1460"/>
          </a:xfrm>
        </p:grpSpPr>
        <p:sp>
          <p:nvSpPr>
            <p:cNvPr id="20009" name="Object 20009"/>
            <p:cNvSpPr txBox="1"/>
            <p:nvPr/>
          </p:nvSpPr>
          <p:spPr>
            <a:xfrm>
              <a:off x="3027" y="5255"/>
              <a:ext cx="4197" cy="680"/>
            </a:xfrm>
            <a:prstGeom prst="rect">
              <a:avLst/>
            </a:prstGeom>
          </p:spPr>
          <p:txBody>
            <a:bodyPr vert="horz" rtlCol="0" anchor="t" anchorCtr="0">
              <a:noAutofit/>
            </a:bodyPr>
            <a:p>
              <a:pPr algn="l">
                <a:lnSpc>
                  <a:spcPct val="100000"/>
                </a:lnSpc>
              </a:pPr>
              <a:r>
                <a:rPr lang="en-US" sz="1600" b="0" i="0" spc="280" dirty="0" smtClean="0">
                  <a:solidFill>
                    <a:srgbClr val="505050">
                      <a:alpha val="100000"/>
                    </a:srgbClr>
                  </a:solidFill>
                  <a:latin typeface="汉仪中圆简" panose="02010609000101010101" charset="-122"/>
                  <a:ea typeface="汉仪中圆简" panose="02010609000101010101" charset="-122"/>
                </a:rPr>
                <a:t>Shouxing debut</a:t>
              </a:r>
              <a:endParaRPr lang="en-US" sz="1600" b="0" i="0" spc="280" dirty="0" smtClean="0">
                <a:solidFill>
                  <a:srgbClr val="505050">
                    <a:alpha val="100000"/>
                  </a:srgbClr>
                </a:solidFill>
                <a:latin typeface="汉仪中圆简" panose="02010609000101010101" charset="-122"/>
                <a:ea typeface="汉仪中圆简" panose="02010609000101010101" charset="-122"/>
              </a:endParaRPr>
            </a:p>
          </p:txBody>
        </p:sp>
        <p:sp>
          <p:nvSpPr>
            <p:cNvPr id="200010" name="Object 200010"/>
            <p:cNvSpPr txBox="1"/>
            <p:nvPr/>
          </p:nvSpPr>
          <p:spPr>
            <a:xfrm>
              <a:off x="3027" y="4475"/>
              <a:ext cx="3680" cy="947"/>
            </a:xfrm>
            <a:prstGeom prst="rect">
              <a:avLst/>
            </a:prstGeom>
          </p:spPr>
          <p:txBody>
            <a:bodyPr vert="horz" rtlCol="0" anchor="t" anchorCtr="0">
              <a:noAutofit/>
            </a:bodyPr>
            <a:p>
              <a:pPr algn="l">
                <a:lnSpc>
                  <a:spcPct val="123000"/>
                </a:lnSpc>
              </a:pPr>
              <a:r>
                <a:rPr lang="en-US" sz="2400" b="0" i="0" dirty="0" smtClean="0">
                  <a:solidFill>
                    <a:srgbClr val="323232">
                      <a:alpha val="100000"/>
                    </a:srgbClr>
                  </a:solidFill>
                  <a:latin typeface="汉仪中圆简" panose="02010609000101010101" charset="-122"/>
                  <a:ea typeface="汉仪中圆简" panose="02010609000101010101" charset="-122"/>
                </a:rPr>
                <a:t>寿星登场</a:t>
              </a:r>
              <a:endParaRPr lang="en-US" sz="2400" b="0" i="0" dirty="0" smtClean="0">
                <a:solidFill>
                  <a:srgbClr val="323232">
                    <a:alpha val="100000"/>
                  </a:srgbClr>
                </a:solidFill>
                <a:latin typeface="汉仪中圆简" panose="02010609000101010101" charset="-122"/>
                <a:ea typeface="汉仪中圆简" panose="02010609000101010101" charset="-122"/>
              </a:endParaRPr>
            </a:p>
          </p:txBody>
        </p:sp>
        <p:sp>
          <p:nvSpPr>
            <p:cNvPr id="200011" name="Object 200011"/>
            <p:cNvSpPr txBox="1"/>
            <p:nvPr/>
          </p:nvSpPr>
          <p:spPr>
            <a:xfrm>
              <a:off x="1824" y="4481"/>
              <a:ext cx="1524" cy="1215"/>
            </a:xfrm>
            <a:prstGeom prst="rect">
              <a:avLst/>
            </a:prstGeom>
          </p:spPr>
          <p:txBody>
            <a:bodyPr vert="horz" rtlCol="0" anchor="t" anchorCtr="0">
              <a:noAutofit/>
            </a:bodyPr>
            <a:p>
              <a:pPr algn="l">
                <a:lnSpc>
                  <a:spcPct val="100000"/>
                </a:lnSpc>
              </a:pPr>
              <a:r>
                <a:rPr lang="en-US" sz="3600" i="0" dirty="0" smtClean="0">
                  <a:solidFill>
                    <a:srgbClr val="323232">
                      <a:alpha val="100000"/>
                    </a:srgbClr>
                  </a:solidFill>
                  <a:latin typeface="汉仪中圆简" panose="02010609000101010101" charset="-122"/>
                  <a:ea typeface="汉仪中圆简" panose="02010609000101010101" charset="-122"/>
                </a:rPr>
                <a:t>01</a:t>
              </a:r>
              <a:endParaRPr lang="en-US" sz="3600" i="0" dirty="0" smtClean="0">
                <a:solidFill>
                  <a:srgbClr val="323232">
                    <a:alpha val="100000"/>
                  </a:srgbClr>
                </a:solidFill>
                <a:latin typeface="汉仪中圆简" panose="02010609000101010101" charset="-122"/>
                <a:ea typeface="汉仪中圆简" panose="02010609000101010101" charset="-122"/>
              </a:endParaRPr>
            </a:p>
          </p:txBody>
        </p:sp>
      </p:grpSp>
      <p:grpSp>
        <p:nvGrpSpPr>
          <p:cNvPr id="21" name="组合 20"/>
          <p:cNvGrpSpPr/>
          <p:nvPr/>
        </p:nvGrpSpPr>
        <p:grpSpPr>
          <a:xfrm>
            <a:off x="4788535" y="2546985"/>
            <a:ext cx="3429000" cy="927100"/>
            <a:chOff x="6999" y="4475"/>
            <a:chExt cx="5400" cy="1460"/>
          </a:xfrm>
        </p:grpSpPr>
        <p:sp>
          <p:nvSpPr>
            <p:cNvPr id="4" name="Object 20009"/>
            <p:cNvSpPr txBox="1"/>
            <p:nvPr/>
          </p:nvSpPr>
          <p:spPr>
            <a:xfrm>
              <a:off x="8202" y="5255"/>
              <a:ext cx="4197" cy="680"/>
            </a:xfrm>
            <a:prstGeom prst="rect">
              <a:avLst/>
            </a:prstGeom>
          </p:spPr>
          <p:txBody>
            <a:bodyPr vert="horz" rtlCol="0" anchor="t" anchorCtr="0">
              <a:noAutofit/>
            </a:bodyPr>
            <a:p>
              <a:pPr algn="l">
                <a:lnSpc>
                  <a:spcPct val="100000"/>
                </a:lnSpc>
              </a:pPr>
              <a:r>
                <a:rPr lang="en-US" sz="1600" spc="280" dirty="0" smtClean="0">
                  <a:solidFill>
                    <a:srgbClr val="505050">
                      <a:alpha val="100000"/>
                    </a:srgbClr>
                  </a:solidFill>
                  <a:latin typeface="汉仪中圆简" panose="02010609000101010101" charset="-122"/>
                  <a:ea typeface="汉仪中圆简" panose="02010609000101010101" charset="-122"/>
                  <a:sym typeface="+mn-ea"/>
                </a:rPr>
                <a:t>Appreciation</a:t>
              </a:r>
              <a:endParaRPr lang="en-US" sz="1600" b="0" i="0" spc="280" dirty="0" smtClean="0">
                <a:solidFill>
                  <a:srgbClr val="505050">
                    <a:alpha val="100000"/>
                  </a:srgbClr>
                </a:solidFill>
                <a:latin typeface="汉仪中圆简" panose="02010609000101010101" charset="-122"/>
                <a:ea typeface="汉仪中圆简" panose="02010609000101010101" charset="-122"/>
              </a:endParaRPr>
            </a:p>
          </p:txBody>
        </p:sp>
        <p:sp>
          <p:nvSpPr>
            <p:cNvPr id="5" name="Object 200010"/>
            <p:cNvSpPr txBox="1"/>
            <p:nvPr/>
          </p:nvSpPr>
          <p:spPr>
            <a:xfrm>
              <a:off x="8202" y="4475"/>
              <a:ext cx="3680" cy="947"/>
            </a:xfrm>
            <a:prstGeom prst="rect">
              <a:avLst/>
            </a:prstGeom>
          </p:spPr>
          <p:txBody>
            <a:bodyPr vert="horz" rtlCol="0" anchor="t" anchorCtr="0">
              <a:noAutofit/>
            </a:bodyPr>
            <a:p>
              <a:pPr algn="l">
                <a:lnSpc>
                  <a:spcPct val="123000"/>
                </a:lnSpc>
                <a:buClrTx/>
                <a:buSzTx/>
                <a:buFontTx/>
              </a:pPr>
              <a:r>
                <a:rPr lang="en-US" sz="2400" b="0" i="0" dirty="0" smtClean="0">
                  <a:solidFill>
                    <a:srgbClr val="323232">
                      <a:alpha val="100000"/>
                    </a:srgbClr>
                  </a:solidFill>
                  <a:latin typeface="汉仪中圆简" panose="02010609000101010101" charset="-122"/>
                  <a:ea typeface="汉仪中圆简" panose="02010609000101010101" charset="-122"/>
                </a:rPr>
                <a:t>节目欣赏</a:t>
              </a:r>
              <a:endParaRPr lang="en-US" sz="2400" b="0" i="0" dirty="0" smtClean="0">
                <a:solidFill>
                  <a:srgbClr val="323232">
                    <a:alpha val="100000"/>
                  </a:srgbClr>
                </a:solidFill>
                <a:latin typeface="汉仪中圆简" panose="02010609000101010101" charset="-122"/>
                <a:ea typeface="汉仪中圆简" panose="02010609000101010101" charset="-122"/>
              </a:endParaRPr>
            </a:p>
          </p:txBody>
        </p:sp>
        <p:sp>
          <p:nvSpPr>
            <p:cNvPr id="13" name="Object 200011"/>
            <p:cNvSpPr txBox="1"/>
            <p:nvPr/>
          </p:nvSpPr>
          <p:spPr>
            <a:xfrm>
              <a:off x="6999" y="4481"/>
              <a:ext cx="1524" cy="1215"/>
            </a:xfrm>
            <a:prstGeom prst="rect">
              <a:avLst/>
            </a:prstGeom>
          </p:spPr>
          <p:txBody>
            <a:bodyPr vert="horz" rtlCol="0" anchor="t" anchorCtr="0">
              <a:noAutofit/>
            </a:bodyPr>
            <a:p>
              <a:pPr algn="l">
                <a:lnSpc>
                  <a:spcPct val="100000"/>
                </a:lnSpc>
                <a:buClrTx/>
                <a:buSzTx/>
                <a:buFontTx/>
              </a:pPr>
              <a:r>
                <a:rPr lang="en-US" sz="3600" i="0" dirty="0" smtClean="0">
                  <a:solidFill>
                    <a:srgbClr val="323232">
                      <a:alpha val="100000"/>
                    </a:srgbClr>
                  </a:solidFill>
                  <a:latin typeface="汉仪中圆简" panose="02010609000101010101" charset="-122"/>
                  <a:ea typeface="汉仪中圆简" panose="02010609000101010101" charset="-122"/>
                </a:rPr>
                <a:t>02</a:t>
              </a:r>
              <a:endParaRPr lang="en-US" sz="3600" i="0" dirty="0" smtClean="0">
                <a:solidFill>
                  <a:srgbClr val="323232">
                    <a:alpha val="100000"/>
                  </a:srgbClr>
                </a:solidFill>
                <a:latin typeface="汉仪中圆简" panose="02010609000101010101" charset="-122"/>
                <a:ea typeface="汉仪中圆简" panose="02010609000101010101" charset="-122"/>
              </a:endParaRPr>
            </a:p>
          </p:txBody>
        </p:sp>
      </p:grpSp>
      <p:grpSp>
        <p:nvGrpSpPr>
          <p:cNvPr id="22" name="组合 21"/>
          <p:cNvGrpSpPr/>
          <p:nvPr/>
        </p:nvGrpSpPr>
        <p:grpSpPr>
          <a:xfrm>
            <a:off x="8171815" y="2534920"/>
            <a:ext cx="3429000" cy="939165"/>
            <a:chOff x="12915" y="4456"/>
            <a:chExt cx="5400" cy="1479"/>
          </a:xfrm>
        </p:grpSpPr>
        <p:sp>
          <p:nvSpPr>
            <p:cNvPr id="15" name="Object 20009"/>
            <p:cNvSpPr txBox="1"/>
            <p:nvPr/>
          </p:nvSpPr>
          <p:spPr>
            <a:xfrm>
              <a:off x="14118" y="5255"/>
              <a:ext cx="4197" cy="680"/>
            </a:xfrm>
            <a:prstGeom prst="rect">
              <a:avLst/>
            </a:prstGeom>
          </p:spPr>
          <p:txBody>
            <a:bodyPr vert="horz" rtlCol="0" anchor="t" anchorCtr="0">
              <a:noAutofit/>
            </a:bodyPr>
            <a:p>
              <a:pPr algn="l">
                <a:lnSpc>
                  <a:spcPct val="100000"/>
                </a:lnSpc>
                <a:buClrTx/>
                <a:buSzTx/>
                <a:buFontTx/>
              </a:pPr>
              <a:r>
                <a:rPr lang="en-US" sz="1600" spc="280" dirty="0" smtClean="0">
                  <a:solidFill>
                    <a:srgbClr val="505050">
                      <a:alpha val="100000"/>
                    </a:srgbClr>
                  </a:solidFill>
                  <a:latin typeface="汉仪中圆简" panose="02010609000101010101" charset="-122"/>
                  <a:ea typeface="汉仪中圆简" panose="02010609000101010101" charset="-122"/>
                  <a:sym typeface="+mn-ea"/>
                </a:rPr>
                <a:t>Present a gift</a:t>
              </a:r>
              <a:endParaRPr lang="en-US" sz="1600" b="0" i="0" spc="280" dirty="0" smtClean="0">
                <a:solidFill>
                  <a:srgbClr val="505050">
                    <a:alpha val="100000"/>
                  </a:srgbClr>
                </a:solidFill>
                <a:latin typeface="汉仪中圆简" panose="02010609000101010101" charset="-122"/>
                <a:ea typeface="汉仪中圆简" panose="02010609000101010101" charset="-122"/>
              </a:endParaRPr>
            </a:p>
          </p:txBody>
        </p:sp>
        <p:sp>
          <p:nvSpPr>
            <p:cNvPr id="17" name="Object 200010"/>
            <p:cNvSpPr txBox="1"/>
            <p:nvPr/>
          </p:nvSpPr>
          <p:spPr>
            <a:xfrm>
              <a:off x="14118" y="4456"/>
              <a:ext cx="3680" cy="947"/>
            </a:xfrm>
            <a:prstGeom prst="rect">
              <a:avLst/>
            </a:prstGeom>
          </p:spPr>
          <p:txBody>
            <a:bodyPr vert="horz" rtlCol="0" anchor="t" anchorCtr="0">
              <a:noAutofit/>
            </a:bodyPr>
            <a:p>
              <a:pPr algn="l">
                <a:lnSpc>
                  <a:spcPct val="123000"/>
                </a:lnSpc>
                <a:buClrTx/>
                <a:buSzTx/>
                <a:buFontTx/>
              </a:pPr>
              <a:r>
                <a:rPr lang="en-US" sz="2400" b="0" i="0" dirty="0" smtClean="0">
                  <a:solidFill>
                    <a:srgbClr val="323232">
                      <a:alpha val="100000"/>
                    </a:srgbClr>
                  </a:solidFill>
                  <a:latin typeface="汉仪中圆简" panose="02010609000101010101" charset="-122"/>
                  <a:ea typeface="汉仪中圆简" panose="02010609000101010101" charset="-122"/>
                </a:rPr>
                <a:t>发放礼物</a:t>
              </a:r>
              <a:endParaRPr lang="en-US" sz="2400" b="0" i="0" dirty="0" smtClean="0">
                <a:solidFill>
                  <a:srgbClr val="323232">
                    <a:alpha val="100000"/>
                  </a:srgbClr>
                </a:solidFill>
                <a:latin typeface="汉仪中圆简" panose="02010609000101010101" charset="-122"/>
                <a:ea typeface="汉仪中圆简" panose="02010609000101010101" charset="-122"/>
              </a:endParaRPr>
            </a:p>
          </p:txBody>
        </p:sp>
        <p:sp>
          <p:nvSpPr>
            <p:cNvPr id="23" name="Object 200011"/>
            <p:cNvSpPr txBox="1"/>
            <p:nvPr/>
          </p:nvSpPr>
          <p:spPr>
            <a:xfrm>
              <a:off x="12915" y="4481"/>
              <a:ext cx="1524" cy="1215"/>
            </a:xfrm>
            <a:prstGeom prst="rect">
              <a:avLst/>
            </a:prstGeom>
          </p:spPr>
          <p:txBody>
            <a:bodyPr vert="horz" rtlCol="0" anchor="t" anchorCtr="0">
              <a:noAutofit/>
            </a:bodyPr>
            <a:p>
              <a:pPr algn="l">
                <a:lnSpc>
                  <a:spcPct val="100000"/>
                </a:lnSpc>
                <a:buClrTx/>
                <a:buSzTx/>
                <a:buFontTx/>
              </a:pPr>
              <a:r>
                <a:rPr lang="en-US" sz="3600" i="0" dirty="0" smtClean="0">
                  <a:solidFill>
                    <a:srgbClr val="323232">
                      <a:alpha val="100000"/>
                    </a:srgbClr>
                  </a:solidFill>
                  <a:latin typeface="汉仪中圆简" panose="02010609000101010101" charset="-122"/>
                  <a:ea typeface="汉仪中圆简" panose="02010609000101010101" charset="-122"/>
                </a:rPr>
                <a:t>03</a:t>
              </a:r>
              <a:endParaRPr lang="en-US" sz="3600" i="0" dirty="0" smtClean="0">
                <a:solidFill>
                  <a:srgbClr val="323232">
                    <a:alpha val="100000"/>
                  </a:srgbClr>
                </a:solidFill>
                <a:latin typeface="汉仪中圆简" panose="02010609000101010101" charset="-122"/>
                <a:ea typeface="汉仪中圆简" panose="02010609000101010101" charset="-122"/>
              </a:endParaRPr>
            </a:p>
          </p:txBody>
        </p:sp>
      </p:grpSp>
      <p:grpSp>
        <p:nvGrpSpPr>
          <p:cNvPr id="28" name="组合 27"/>
          <p:cNvGrpSpPr/>
          <p:nvPr/>
        </p:nvGrpSpPr>
        <p:grpSpPr>
          <a:xfrm>
            <a:off x="1411605" y="3892550"/>
            <a:ext cx="3429000" cy="927100"/>
            <a:chOff x="1824" y="4475"/>
            <a:chExt cx="5400" cy="1460"/>
          </a:xfrm>
        </p:grpSpPr>
        <p:sp>
          <p:nvSpPr>
            <p:cNvPr id="29" name="Object 20009"/>
            <p:cNvSpPr txBox="1"/>
            <p:nvPr/>
          </p:nvSpPr>
          <p:spPr>
            <a:xfrm>
              <a:off x="3027" y="5255"/>
              <a:ext cx="4197" cy="680"/>
            </a:xfrm>
            <a:prstGeom prst="rect">
              <a:avLst/>
            </a:prstGeom>
          </p:spPr>
          <p:txBody>
            <a:bodyPr vert="horz" rtlCol="0" anchor="t" anchorCtr="0">
              <a:noAutofit/>
            </a:bodyPr>
            <a:p>
              <a:pPr algn="l">
                <a:lnSpc>
                  <a:spcPct val="100000"/>
                </a:lnSpc>
                <a:buClrTx/>
                <a:buSzTx/>
                <a:buFontTx/>
              </a:pPr>
              <a:r>
                <a:rPr lang="en-US" sz="1600" spc="280" dirty="0" smtClean="0">
                  <a:solidFill>
                    <a:srgbClr val="505050">
                      <a:alpha val="100000"/>
                    </a:srgbClr>
                  </a:solidFill>
                  <a:latin typeface="汉仪中圆简" panose="02010609000101010101" charset="-122"/>
                  <a:ea typeface="汉仪中圆简" panose="02010609000101010101" charset="-122"/>
                  <a:sym typeface="+mn-ea"/>
                </a:rPr>
                <a:t>Testimonials</a:t>
              </a:r>
              <a:endParaRPr lang="en-US" sz="1600" b="0" i="0" spc="280" dirty="0" smtClean="0">
                <a:solidFill>
                  <a:srgbClr val="505050">
                    <a:alpha val="100000"/>
                  </a:srgbClr>
                </a:solidFill>
                <a:latin typeface="汉仪中圆简" panose="02010609000101010101" charset="-122"/>
                <a:ea typeface="汉仪中圆简" panose="02010609000101010101" charset="-122"/>
              </a:endParaRPr>
            </a:p>
          </p:txBody>
        </p:sp>
        <p:sp>
          <p:nvSpPr>
            <p:cNvPr id="30" name="Object 200010"/>
            <p:cNvSpPr txBox="1"/>
            <p:nvPr/>
          </p:nvSpPr>
          <p:spPr>
            <a:xfrm>
              <a:off x="3027" y="4475"/>
              <a:ext cx="3680" cy="947"/>
            </a:xfrm>
            <a:prstGeom prst="rect">
              <a:avLst/>
            </a:prstGeom>
          </p:spPr>
          <p:txBody>
            <a:bodyPr vert="horz" rtlCol="0" anchor="t" anchorCtr="0">
              <a:noAutofit/>
            </a:bodyPr>
            <a:p>
              <a:pPr algn="l">
                <a:lnSpc>
                  <a:spcPct val="123000"/>
                </a:lnSpc>
                <a:buClrTx/>
                <a:buSzTx/>
                <a:buFontTx/>
              </a:pPr>
              <a:r>
                <a:rPr lang="en-US" sz="2400" b="0" i="0" dirty="0" smtClean="0">
                  <a:solidFill>
                    <a:srgbClr val="323232">
                      <a:alpha val="100000"/>
                    </a:srgbClr>
                  </a:solidFill>
                  <a:latin typeface="汉仪中圆简" panose="02010609000101010101" charset="-122"/>
                  <a:ea typeface="汉仪中圆简" panose="02010609000101010101" charset="-122"/>
                </a:rPr>
                <a:t>寿星感言</a:t>
              </a:r>
              <a:endParaRPr lang="en-US" sz="2400" b="0" i="0" dirty="0" smtClean="0">
                <a:solidFill>
                  <a:srgbClr val="323232">
                    <a:alpha val="100000"/>
                  </a:srgbClr>
                </a:solidFill>
                <a:latin typeface="汉仪中圆简" panose="02010609000101010101" charset="-122"/>
                <a:ea typeface="汉仪中圆简" panose="02010609000101010101" charset="-122"/>
              </a:endParaRPr>
            </a:p>
          </p:txBody>
        </p:sp>
        <p:sp>
          <p:nvSpPr>
            <p:cNvPr id="31" name="Object 200011"/>
            <p:cNvSpPr txBox="1"/>
            <p:nvPr/>
          </p:nvSpPr>
          <p:spPr>
            <a:xfrm>
              <a:off x="1824" y="4481"/>
              <a:ext cx="1524" cy="1215"/>
            </a:xfrm>
            <a:prstGeom prst="rect">
              <a:avLst/>
            </a:prstGeom>
          </p:spPr>
          <p:txBody>
            <a:bodyPr vert="horz" rtlCol="0" anchor="t" anchorCtr="0">
              <a:noAutofit/>
            </a:bodyPr>
            <a:p>
              <a:pPr algn="l">
                <a:lnSpc>
                  <a:spcPct val="100000"/>
                </a:lnSpc>
                <a:buClrTx/>
                <a:buSzTx/>
                <a:buFontTx/>
              </a:pPr>
              <a:r>
                <a:rPr lang="en-US" sz="3600" i="0" dirty="0" smtClean="0">
                  <a:solidFill>
                    <a:srgbClr val="323232">
                      <a:alpha val="100000"/>
                    </a:srgbClr>
                  </a:solidFill>
                  <a:latin typeface="汉仪中圆简" panose="02010609000101010101" charset="-122"/>
                  <a:ea typeface="汉仪中圆简" panose="02010609000101010101" charset="-122"/>
                </a:rPr>
                <a:t>04</a:t>
              </a:r>
              <a:endParaRPr lang="en-US" sz="3600" i="0" dirty="0" smtClean="0">
                <a:solidFill>
                  <a:srgbClr val="323232">
                    <a:alpha val="100000"/>
                  </a:srgbClr>
                </a:solidFill>
                <a:latin typeface="汉仪中圆简" panose="02010609000101010101" charset="-122"/>
                <a:ea typeface="汉仪中圆简" panose="02010609000101010101" charset="-122"/>
              </a:endParaRPr>
            </a:p>
          </p:txBody>
        </p:sp>
      </p:grpSp>
      <p:grpSp>
        <p:nvGrpSpPr>
          <p:cNvPr id="32" name="组合 31"/>
          <p:cNvGrpSpPr/>
          <p:nvPr/>
        </p:nvGrpSpPr>
        <p:grpSpPr>
          <a:xfrm>
            <a:off x="4794885" y="3892550"/>
            <a:ext cx="3429000" cy="927100"/>
            <a:chOff x="6999" y="4475"/>
            <a:chExt cx="5400" cy="1460"/>
          </a:xfrm>
        </p:grpSpPr>
        <p:sp>
          <p:nvSpPr>
            <p:cNvPr id="33" name="Object 20009"/>
            <p:cNvSpPr txBox="1"/>
            <p:nvPr/>
          </p:nvSpPr>
          <p:spPr>
            <a:xfrm>
              <a:off x="8202" y="5255"/>
              <a:ext cx="4197" cy="680"/>
            </a:xfrm>
            <a:prstGeom prst="rect">
              <a:avLst/>
            </a:prstGeom>
          </p:spPr>
          <p:txBody>
            <a:bodyPr vert="horz" rtlCol="0" anchor="t" anchorCtr="0">
              <a:noAutofit/>
            </a:bodyPr>
            <a:p>
              <a:pPr algn="l">
                <a:lnSpc>
                  <a:spcPct val="100000"/>
                </a:lnSpc>
                <a:buClrTx/>
                <a:buSzTx/>
                <a:buFontTx/>
              </a:pPr>
              <a:r>
                <a:rPr lang="en-US" sz="1600" spc="280" dirty="0" smtClean="0">
                  <a:solidFill>
                    <a:srgbClr val="505050">
                      <a:alpha val="100000"/>
                    </a:srgbClr>
                  </a:solidFill>
                  <a:latin typeface="汉仪中圆简" panose="02010609000101010101" charset="-122"/>
                  <a:ea typeface="汉仪中圆简" panose="02010609000101010101" charset="-122"/>
                  <a:sym typeface="+mn-ea"/>
                </a:rPr>
                <a:t>Game link</a:t>
              </a:r>
              <a:endParaRPr lang="en-US" sz="1600" b="0" i="0" spc="280" dirty="0" smtClean="0">
                <a:solidFill>
                  <a:srgbClr val="505050">
                    <a:alpha val="100000"/>
                  </a:srgbClr>
                </a:solidFill>
                <a:latin typeface="汉仪中圆简" panose="02010609000101010101" charset="-122"/>
                <a:ea typeface="汉仪中圆简" panose="02010609000101010101" charset="-122"/>
              </a:endParaRPr>
            </a:p>
          </p:txBody>
        </p:sp>
        <p:sp>
          <p:nvSpPr>
            <p:cNvPr id="34" name="Object 200010"/>
            <p:cNvSpPr txBox="1"/>
            <p:nvPr/>
          </p:nvSpPr>
          <p:spPr>
            <a:xfrm>
              <a:off x="8202" y="4475"/>
              <a:ext cx="3680" cy="947"/>
            </a:xfrm>
            <a:prstGeom prst="rect">
              <a:avLst/>
            </a:prstGeom>
          </p:spPr>
          <p:txBody>
            <a:bodyPr vert="horz" rtlCol="0" anchor="t" anchorCtr="0">
              <a:noAutofit/>
            </a:bodyPr>
            <a:p>
              <a:pPr algn="l">
                <a:lnSpc>
                  <a:spcPct val="123000"/>
                </a:lnSpc>
                <a:buClrTx/>
                <a:buSzTx/>
                <a:buFontTx/>
              </a:pPr>
              <a:r>
                <a:rPr lang="en-US" sz="2400" b="0" i="0" dirty="0" smtClean="0">
                  <a:solidFill>
                    <a:srgbClr val="323232">
                      <a:alpha val="100000"/>
                    </a:srgbClr>
                  </a:solidFill>
                  <a:latin typeface="汉仪中圆简" panose="02010609000101010101" charset="-122"/>
                  <a:ea typeface="汉仪中圆简" panose="02010609000101010101" charset="-122"/>
                </a:rPr>
                <a:t>游戏环节</a:t>
              </a:r>
              <a:endParaRPr lang="en-US" sz="2400" b="0" i="0" dirty="0" smtClean="0">
                <a:solidFill>
                  <a:srgbClr val="323232">
                    <a:alpha val="100000"/>
                  </a:srgbClr>
                </a:solidFill>
                <a:latin typeface="汉仪中圆简" panose="02010609000101010101" charset="-122"/>
                <a:ea typeface="汉仪中圆简" panose="02010609000101010101" charset="-122"/>
              </a:endParaRPr>
            </a:p>
          </p:txBody>
        </p:sp>
        <p:sp>
          <p:nvSpPr>
            <p:cNvPr id="35" name="Object 200011"/>
            <p:cNvSpPr txBox="1"/>
            <p:nvPr/>
          </p:nvSpPr>
          <p:spPr>
            <a:xfrm>
              <a:off x="6999" y="4481"/>
              <a:ext cx="1524" cy="1215"/>
            </a:xfrm>
            <a:prstGeom prst="rect">
              <a:avLst/>
            </a:prstGeom>
          </p:spPr>
          <p:txBody>
            <a:bodyPr vert="horz" rtlCol="0" anchor="t" anchorCtr="0">
              <a:noAutofit/>
            </a:bodyPr>
            <a:p>
              <a:pPr algn="l">
                <a:lnSpc>
                  <a:spcPct val="100000"/>
                </a:lnSpc>
                <a:buClrTx/>
                <a:buSzTx/>
                <a:buFontTx/>
              </a:pPr>
              <a:r>
                <a:rPr lang="en-US" sz="3600" i="0" dirty="0" smtClean="0">
                  <a:solidFill>
                    <a:srgbClr val="323232">
                      <a:alpha val="100000"/>
                    </a:srgbClr>
                  </a:solidFill>
                  <a:latin typeface="汉仪中圆简" panose="02010609000101010101" charset="-122"/>
                  <a:ea typeface="汉仪中圆简" panose="02010609000101010101" charset="-122"/>
                </a:rPr>
                <a:t>05</a:t>
              </a:r>
              <a:endParaRPr lang="en-US" sz="3600" i="0" dirty="0" smtClean="0">
                <a:solidFill>
                  <a:srgbClr val="323232">
                    <a:alpha val="100000"/>
                  </a:srgbClr>
                </a:solidFill>
                <a:latin typeface="汉仪中圆简" panose="02010609000101010101" charset="-122"/>
                <a:ea typeface="汉仪中圆简" panose="02010609000101010101" charset="-122"/>
              </a:endParaRPr>
            </a:p>
          </p:txBody>
        </p:sp>
      </p:grpSp>
      <p:grpSp>
        <p:nvGrpSpPr>
          <p:cNvPr id="36" name="组合 35"/>
          <p:cNvGrpSpPr/>
          <p:nvPr/>
        </p:nvGrpSpPr>
        <p:grpSpPr>
          <a:xfrm>
            <a:off x="8178165" y="3892550"/>
            <a:ext cx="3429000" cy="927100"/>
            <a:chOff x="12915" y="4475"/>
            <a:chExt cx="5400" cy="1460"/>
          </a:xfrm>
        </p:grpSpPr>
        <p:sp>
          <p:nvSpPr>
            <p:cNvPr id="37" name="Object 20009"/>
            <p:cNvSpPr txBox="1"/>
            <p:nvPr/>
          </p:nvSpPr>
          <p:spPr>
            <a:xfrm>
              <a:off x="14118" y="5255"/>
              <a:ext cx="4197" cy="680"/>
            </a:xfrm>
            <a:prstGeom prst="rect">
              <a:avLst/>
            </a:prstGeom>
          </p:spPr>
          <p:txBody>
            <a:bodyPr vert="horz" rtlCol="0" anchor="t" anchorCtr="0">
              <a:noAutofit/>
            </a:bodyPr>
            <a:p>
              <a:pPr algn="l">
                <a:lnSpc>
                  <a:spcPct val="100000"/>
                </a:lnSpc>
                <a:buClrTx/>
                <a:buSzTx/>
                <a:buFontTx/>
              </a:pPr>
              <a:r>
                <a:rPr lang="en-US" sz="1600" spc="280" dirty="0" smtClean="0">
                  <a:solidFill>
                    <a:srgbClr val="505050">
                      <a:alpha val="100000"/>
                    </a:srgbClr>
                  </a:solidFill>
                  <a:latin typeface="汉仪中圆简" panose="02010609000101010101" charset="-122"/>
                  <a:ea typeface="汉仪中圆简" panose="02010609000101010101" charset="-122"/>
                  <a:sym typeface="+mn-ea"/>
                </a:rPr>
                <a:t>A group photo</a:t>
              </a:r>
              <a:endParaRPr lang="en-US" sz="1600" b="0" i="0" spc="280" dirty="0" smtClean="0">
                <a:solidFill>
                  <a:srgbClr val="505050">
                    <a:alpha val="100000"/>
                  </a:srgbClr>
                </a:solidFill>
                <a:latin typeface="汉仪中圆简" panose="02010609000101010101" charset="-122"/>
                <a:ea typeface="汉仪中圆简" panose="02010609000101010101" charset="-122"/>
              </a:endParaRPr>
            </a:p>
          </p:txBody>
        </p:sp>
        <p:sp>
          <p:nvSpPr>
            <p:cNvPr id="38" name="Object 200010"/>
            <p:cNvSpPr txBox="1"/>
            <p:nvPr/>
          </p:nvSpPr>
          <p:spPr>
            <a:xfrm>
              <a:off x="14118" y="4475"/>
              <a:ext cx="3680" cy="947"/>
            </a:xfrm>
            <a:prstGeom prst="rect">
              <a:avLst/>
            </a:prstGeom>
          </p:spPr>
          <p:txBody>
            <a:bodyPr vert="horz" rtlCol="0" anchor="t" anchorCtr="0">
              <a:noAutofit/>
            </a:bodyPr>
            <a:p>
              <a:pPr algn="l">
                <a:lnSpc>
                  <a:spcPct val="123000"/>
                </a:lnSpc>
                <a:buClrTx/>
                <a:buSzTx/>
                <a:buFontTx/>
              </a:pPr>
              <a:r>
                <a:rPr lang="en-US" sz="2400" b="0" i="0" dirty="0" smtClean="0">
                  <a:solidFill>
                    <a:srgbClr val="323232">
                      <a:alpha val="100000"/>
                    </a:srgbClr>
                  </a:solidFill>
                  <a:latin typeface="汉仪中圆简" panose="02010609000101010101" charset="-122"/>
                  <a:ea typeface="汉仪中圆简" panose="02010609000101010101" charset="-122"/>
                </a:rPr>
                <a:t>合影留念</a:t>
              </a:r>
              <a:endParaRPr lang="en-US" sz="2400" b="0" i="0" dirty="0" smtClean="0">
                <a:solidFill>
                  <a:srgbClr val="323232">
                    <a:alpha val="100000"/>
                  </a:srgbClr>
                </a:solidFill>
                <a:latin typeface="汉仪中圆简" panose="02010609000101010101" charset="-122"/>
                <a:ea typeface="汉仪中圆简" panose="02010609000101010101" charset="-122"/>
              </a:endParaRPr>
            </a:p>
          </p:txBody>
        </p:sp>
        <p:sp>
          <p:nvSpPr>
            <p:cNvPr id="39" name="Object 200011"/>
            <p:cNvSpPr txBox="1"/>
            <p:nvPr/>
          </p:nvSpPr>
          <p:spPr>
            <a:xfrm>
              <a:off x="12915" y="4481"/>
              <a:ext cx="1524" cy="1215"/>
            </a:xfrm>
            <a:prstGeom prst="rect">
              <a:avLst/>
            </a:prstGeom>
          </p:spPr>
          <p:txBody>
            <a:bodyPr vert="horz" rtlCol="0" anchor="t" anchorCtr="0">
              <a:noAutofit/>
            </a:bodyPr>
            <a:p>
              <a:pPr algn="l">
                <a:lnSpc>
                  <a:spcPct val="100000"/>
                </a:lnSpc>
                <a:buClrTx/>
                <a:buSzTx/>
                <a:buFontTx/>
              </a:pPr>
              <a:r>
                <a:rPr lang="en-US" sz="3600" i="0" dirty="0" smtClean="0">
                  <a:solidFill>
                    <a:srgbClr val="323232">
                      <a:alpha val="100000"/>
                    </a:srgbClr>
                  </a:solidFill>
                  <a:latin typeface="汉仪中圆简" panose="02010609000101010101" charset="-122"/>
                  <a:ea typeface="汉仪中圆简" panose="02010609000101010101" charset="-122"/>
                </a:rPr>
                <a:t>06</a:t>
              </a:r>
              <a:endParaRPr lang="en-US" sz="3600" i="0" dirty="0" smtClean="0">
                <a:solidFill>
                  <a:srgbClr val="323232">
                    <a:alpha val="100000"/>
                  </a:srgbClr>
                </a:solidFill>
                <a:latin typeface="汉仪中圆简" panose="02010609000101010101" charset="-122"/>
                <a:ea typeface="汉仪中圆简" panose="02010609000101010101" charset="-122"/>
              </a:endParaRPr>
            </a:p>
          </p:txBody>
        </p:sp>
      </p:grpSp>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55" presetClass="entr" presetSubtype="0" fill="hold" grpId="0" nodeType="afterEffect">
                                  <p:stCondLst>
                                    <p:cond delay="0"/>
                                  </p:stCondLst>
                                  <p:childTnLst>
                                    <p:set>
                                      <p:cBhvr>
                                        <p:cTn id="36" dur="500"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strVal val="#ppt_w*0.70"/>
                                          </p:val>
                                        </p:tav>
                                        <p:tav tm="100000">
                                          <p:val>
                                            <p:strVal val="#ppt_w"/>
                                          </p:val>
                                        </p:tav>
                                      </p:tavLst>
                                    </p:anim>
                                    <p:anim calcmode="lin" valueType="num">
                                      <p:cBhvr>
                                        <p:cTn id="38" dur="500" fill="hold"/>
                                        <p:tgtEl>
                                          <p:spTgt spid="2"/>
                                        </p:tgtEl>
                                        <p:attrNameLst>
                                          <p:attrName>ppt_h</p:attrName>
                                        </p:attrNameLst>
                                      </p:cBhvr>
                                      <p:tavLst>
                                        <p:tav tm="0">
                                          <p:val>
                                            <p:strVal val="#ppt_h"/>
                                          </p:val>
                                        </p:tav>
                                        <p:tav tm="100000">
                                          <p:val>
                                            <p:strVal val="#ppt_h"/>
                                          </p:val>
                                        </p:tav>
                                      </p:tavLst>
                                    </p:anim>
                                    <p:animEffect transition="in" filter="fade">
                                      <p:cBhvr>
                                        <p:cTn id="39" dur="500"/>
                                        <p:tgtEl>
                                          <p:spTgt spid="2"/>
                                        </p:tgtEl>
                                      </p:cBhvr>
                                    </p:animEffect>
                                  </p:childTnLst>
                                </p:cTn>
                              </p:par>
                              <p:par>
                                <p:cTn id="40" presetID="55" presetClass="entr" presetSubtype="0" fill="hold" grpId="0" nodeType="withEffect">
                                  <p:stCondLst>
                                    <p:cond delay="0"/>
                                  </p:stCondLst>
                                  <p:childTnLst>
                                    <p:set>
                                      <p:cBhvr>
                                        <p:cTn id="41" dur="500" fill="hold">
                                          <p:stCondLst>
                                            <p:cond delay="0"/>
                                          </p:stCondLst>
                                        </p:cTn>
                                        <p:tgtEl>
                                          <p:spTgt spid="3"/>
                                        </p:tgtEl>
                                        <p:attrNameLst>
                                          <p:attrName>style.visibility</p:attrName>
                                        </p:attrNameLst>
                                      </p:cBhvr>
                                      <p:to>
                                        <p:strVal val="visible"/>
                                      </p:to>
                                    </p:set>
                                    <p:anim calcmode="lin" valueType="num">
                                      <p:cBhvr>
                                        <p:cTn id="42" dur="500" fill="hold"/>
                                        <p:tgtEl>
                                          <p:spTgt spid="3"/>
                                        </p:tgtEl>
                                        <p:attrNameLst>
                                          <p:attrName>ppt_w</p:attrName>
                                        </p:attrNameLst>
                                      </p:cBhvr>
                                      <p:tavLst>
                                        <p:tav tm="0">
                                          <p:val>
                                            <p:strVal val="#ppt_w*0.70"/>
                                          </p:val>
                                        </p:tav>
                                        <p:tav tm="100000">
                                          <p:val>
                                            <p:strVal val="#ppt_w"/>
                                          </p:val>
                                        </p:tav>
                                      </p:tavLst>
                                    </p:anim>
                                    <p:anim calcmode="lin" valueType="num">
                                      <p:cBhvr>
                                        <p:cTn id="43" dur="500" fill="hold"/>
                                        <p:tgtEl>
                                          <p:spTgt spid="3"/>
                                        </p:tgtEl>
                                        <p:attrNameLst>
                                          <p:attrName>ppt_h</p:attrName>
                                        </p:attrNameLst>
                                      </p:cBhvr>
                                      <p:tavLst>
                                        <p:tav tm="0">
                                          <p:val>
                                            <p:strVal val="#ppt_h"/>
                                          </p:val>
                                        </p:tav>
                                        <p:tav tm="100000">
                                          <p:val>
                                            <p:strVal val="#ppt_h"/>
                                          </p:val>
                                        </p:tav>
                                      </p:tavLst>
                                    </p:anim>
                                    <p:animEffect transition="in" filter="fade">
                                      <p:cBhvr>
                                        <p:cTn id="44" dur="500"/>
                                        <p:tgtEl>
                                          <p:spTgt spid="3"/>
                                        </p:tgtEl>
                                      </p:cBhvr>
                                    </p:animEffect>
                                  </p:childTnLst>
                                </p:cTn>
                              </p:par>
                            </p:childTnLst>
                          </p:cTn>
                        </p:par>
                        <p:par>
                          <p:cTn id="45" fill="hold">
                            <p:stCondLst>
                              <p:cond delay="2500"/>
                            </p:stCondLst>
                            <p:childTnLst>
                              <p:par>
                                <p:cTn id="46" presetID="20" presetClass="entr" presetSubtype="0" fill="hold" nodeType="afterEffect">
                                  <p:stCondLst>
                                    <p:cond delay="0"/>
                                  </p:stCondLst>
                                  <p:childTnLst>
                                    <p:set>
                                      <p:cBhvr>
                                        <p:cTn id="47" dur="500" fill="hold">
                                          <p:stCondLst>
                                            <p:cond delay="0"/>
                                          </p:stCondLst>
                                        </p:cTn>
                                        <p:tgtEl>
                                          <p:spTgt spid="24"/>
                                        </p:tgtEl>
                                        <p:attrNameLst>
                                          <p:attrName>style.visibility</p:attrName>
                                        </p:attrNameLst>
                                      </p:cBhvr>
                                      <p:to>
                                        <p:strVal val="visible"/>
                                      </p:to>
                                    </p:set>
                                    <p:animEffect transition="in" filter="wedge">
                                      <p:cBhvr>
                                        <p:cTn id="48" dur="500"/>
                                        <p:tgtEl>
                                          <p:spTgt spid="24"/>
                                        </p:tgtEl>
                                      </p:cBhvr>
                                    </p:animEffect>
                                  </p:childTnLst>
                                </p:cTn>
                              </p:par>
                            </p:childTnLst>
                          </p:cTn>
                        </p:par>
                        <p:par>
                          <p:cTn id="49" fill="hold">
                            <p:stCondLst>
                              <p:cond delay="3000"/>
                            </p:stCondLst>
                            <p:childTnLst>
                              <p:par>
                                <p:cTn id="50" presetID="20" presetClass="entr" presetSubtype="0" fill="hold" nodeType="afterEffect">
                                  <p:stCondLst>
                                    <p:cond delay="0"/>
                                  </p:stCondLst>
                                  <p:childTnLst>
                                    <p:set>
                                      <p:cBhvr>
                                        <p:cTn id="51" dur="500" fill="hold">
                                          <p:stCondLst>
                                            <p:cond delay="0"/>
                                          </p:stCondLst>
                                        </p:cTn>
                                        <p:tgtEl>
                                          <p:spTgt spid="21"/>
                                        </p:tgtEl>
                                        <p:attrNameLst>
                                          <p:attrName>style.visibility</p:attrName>
                                        </p:attrNameLst>
                                      </p:cBhvr>
                                      <p:to>
                                        <p:strVal val="visible"/>
                                      </p:to>
                                    </p:set>
                                    <p:animEffect transition="in" filter="wedge">
                                      <p:cBhvr>
                                        <p:cTn id="52" dur="500"/>
                                        <p:tgtEl>
                                          <p:spTgt spid="21"/>
                                        </p:tgtEl>
                                      </p:cBhvr>
                                    </p:animEffect>
                                  </p:childTnLst>
                                </p:cTn>
                              </p:par>
                            </p:childTnLst>
                          </p:cTn>
                        </p:par>
                        <p:par>
                          <p:cTn id="53" fill="hold">
                            <p:stCondLst>
                              <p:cond delay="3500"/>
                            </p:stCondLst>
                            <p:childTnLst>
                              <p:par>
                                <p:cTn id="54" presetID="20" presetClass="entr" presetSubtype="0" fill="hold" nodeType="afterEffect">
                                  <p:stCondLst>
                                    <p:cond delay="0"/>
                                  </p:stCondLst>
                                  <p:childTnLst>
                                    <p:set>
                                      <p:cBhvr>
                                        <p:cTn id="55" dur="500" fill="hold">
                                          <p:stCondLst>
                                            <p:cond delay="0"/>
                                          </p:stCondLst>
                                        </p:cTn>
                                        <p:tgtEl>
                                          <p:spTgt spid="22"/>
                                        </p:tgtEl>
                                        <p:attrNameLst>
                                          <p:attrName>style.visibility</p:attrName>
                                        </p:attrNameLst>
                                      </p:cBhvr>
                                      <p:to>
                                        <p:strVal val="visible"/>
                                      </p:to>
                                    </p:set>
                                    <p:animEffect transition="in" filter="wedge">
                                      <p:cBhvr>
                                        <p:cTn id="56" dur="500"/>
                                        <p:tgtEl>
                                          <p:spTgt spid="22"/>
                                        </p:tgtEl>
                                      </p:cBhvr>
                                    </p:animEffect>
                                  </p:childTnLst>
                                </p:cTn>
                              </p:par>
                            </p:childTnLst>
                          </p:cTn>
                        </p:par>
                        <p:par>
                          <p:cTn id="57" fill="hold">
                            <p:stCondLst>
                              <p:cond delay="4000"/>
                            </p:stCondLst>
                            <p:childTnLst>
                              <p:par>
                                <p:cTn id="58" presetID="20" presetClass="entr" presetSubtype="0" fill="hold" nodeType="afterEffect">
                                  <p:stCondLst>
                                    <p:cond delay="0"/>
                                  </p:stCondLst>
                                  <p:childTnLst>
                                    <p:set>
                                      <p:cBhvr>
                                        <p:cTn id="59" dur="500" fill="hold">
                                          <p:stCondLst>
                                            <p:cond delay="0"/>
                                          </p:stCondLst>
                                        </p:cTn>
                                        <p:tgtEl>
                                          <p:spTgt spid="28"/>
                                        </p:tgtEl>
                                        <p:attrNameLst>
                                          <p:attrName>style.visibility</p:attrName>
                                        </p:attrNameLst>
                                      </p:cBhvr>
                                      <p:to>
                                        <p:strVal val="visible"/>
                                      </p:to>
                                    </p:set>
                                    <p:animEffect transition="in" filter="wedge">
                                      <p:cBhvr>
                                        <p:cTn id="60" dur="500"/>
                                        <p:tgtEl>
                                          <p:spTgt spid="28"/>
                                        </p:tgtEl>
                                      </p:cBhvr>
                                    </p:animEffect>
                                  </p:childTnLst>
                                </p:cTn>
                              </p:par>
                            </p:childTnLst>
                          </p:cTn>
                        </p:par>
                        <p:par>
                          <p:cTn id="61" fill="hold">
                            <p:stCondLst>
                              <p:cond delay="4500"/>
                            </p:stCondLst>
                            <p:childTnLst>
                              <p:par>
                                <p:cTn id="62" presetID="20" presetClass="entr" presetSubtype="0" fill="hold" nodeType="afterEffect">
                                  <p:stCondLst>
                                    <p:cond delay="0"/>
                                  </p:stCondLst>
                                  <p:childTnLst>
                                    <p:set>
                                      <p:cBhvr>
                                        <p:cTn id="63" dur="500" fill="hold">
                                          <p:stCondLst>
                                            <p:cond delay="0"/>
                                          </p:stCondLst>
                                        </p:cTn>
                                        <p:tgtEl>
                                          <p:spTgt spid="32"/>
                                        </p:tgtEl>
                                        <p:attrNameLst>
                                          <p:attrName>style.visibility</p:attrName>
                                        </p:attrNameLst>
                                      </p:cBhvr>
                                      <p:to>
                                        <p:strVal val="visible"/>
                                      </p:to>
                                    </p:set>
                                    <p:animEffect transition="in" filter="wedge">
                                      <p:cBhvr>
                                        <p:cTn id="64" dur="500"/>
                                        <p:tgtEl>
                                          <p:spTgt spid="32"/>
                                        </p:tgtEl>
                                      </p:cBhvr>
                                    </p:animEffect>
                                  </p:childTnLst>
                                </p:cTn>
                              </p:par>
                            </p:childTnLst>
                          </p:cTn>
                        </p:par>
                        <p:par>
                          <p:cTn id="65" fill="hold">
                            <p:stCondLst>
                              <p:cond delay="5000"/>
                            </p:stCondLst>
                            <p:childTnLst>
                              <p:par>
                                <p:cTn id="66" presetID="20" presetClass="entr" presetSubtype="0" fill="hold" nodeType="afterEffect">
                                  <p:stCondLst>
                                    <p:cond delay="0"/>
                                  </p:stCondLst>
                                  <p:childTnLst>
                                    <p:set>
                                      <p:cBhvr>
                                        <p:cTn id="67" dur="500" fill="hold">
                                          <p:stCondLst>
                                            <p:cond delay="0"/>
                                          </p:stCondLst>
                                        </p:cTn>
                                        <p:tgtEl>
                                          <p:spTgt spid="36"/>
                                        </p:tgtEl>
                                        <p:attrNameLst>
                                          <p:attrName>style.visibility</p:attrName>
                                        </p:attrNameLst>
                                      </p:cBhvr>
                                      <p:to>
                                        <p:strVal val="visible"/>
                                      </p:to>
                                    </p:set>
                                    <p:animEffect transition="in" filter="wedge">
                                      <p:cBhvr>
                                        <p:cTn id="6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0"/>
            <a:ext cx="12212955" cy="6868160"/>
          </a:xfrm>
          <a:prstGeom prst="rect">
            <a:avLst/>
          </a:prstGeom>
        </p:spPr>
      </p:pic>
      <p:pic>
        <p:nvPicPr>
          <p:cNvPr id="7" name="图片 6" descr="144"/>
          <p:cNvPicPr>
            <a:picLocks noChangeAspect="1"/>
          </p:cNvPicPr>
          <p:nvPr/>
        </p:nvPicPr>
        <p:blipFill>
          <a:blip r:embed="rId2"/>
          <a:stretch>
            <a:fillRect/>
          </a:stretch>
        </p:blipFill>
        <p:spPr>
          <a:xfrm>
            <a:off x="682625" y="63436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1304290" y="45002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30005" name="Object 30005"/>
          <p:cNvSpPr txBox="1"/>
          <p:nvPr/>
        </p:nvSpPr>
        <p:spPr>
          <a:xfrm>
            <a:off x="5236845" y="4008120"/>
            <a:ext cx="4536440" cy="699770"/>
          </a:xfrm>
          <a:prstGeom prst="rect">
            <a:avLst/>
          </a:prstGeom>
        </p:spPr>
        <p:txBody>
          <a:bodyPr vert="horz" rtlCol="0" anchor="t" anchorCtr="0">
            <a:noAutofit/>
          </a:bodyPr>
          <a:p>
            <a:pPr algn="l">
              <a:lnSpc>
                <a:spcPct val="125000"/>
              </a:lnSpc>
            </a:pPr>
            <a:r>
              <a:rPr lang="en-US" sz="1400" b="0" i="0" dirty="0" smtClean="0">
                <a:solidFill>
                  <a:srgbClr val="414141">
                    <a:alpha val="100000"/>
                  </a:srgbClr>
                </a:solidFill>
                <a:latin typeface="汉仪中圆简" panose="02010609000101010101" charset="-122"/>
                <a:ea typeface="汉仪中圆简" panose="02010609000101010101" charset="-122"/>
                <a:cs typeface="汉仪中圆简" panose="02010609000101010101" charset="-122"/>
              </a:rPr>
              <a:t>今天的寿星是来自财务部的4位小伙伴；今天的寿星是来自财务部的4位小伙伴！</a:t>
            </a:r>
            <a:endParaRPr lang="en-US" sz="1400" b="0" i="0" dirty="0" smtClean="0">
              <a:solidFill>
                <a:srgbClr val="414141">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30006" name="Object 30006"/>
          <p:cNvSpPr txBox="1"/>
          <p:nvPr/>
        </p:nvSpPr>
        <p:spPr>
          <a:xfrm>
            <a:off x="5236845" y="2714625"/>
            <a:ext cx="4175760" cy="1358900"/>
          </a:xfrm>
          <a:prstGeom prst="rect">
            <a:avLst/>
          </a:prstGeom>
        </p:spPr>
        <p:txBody>
          <a:bodyPr vert="horz" rtlCol="0" anchor="t" anchorCtr="0">
            <a:noAutofit/>
          </a:bodyPr>
          <a:p>
            <a:pPr algn="l">
              <a:lnSpc>
                <a:spcPct val="123000"/>
              </a:lnSpc>
            </a:pPr>
            <a:r>
              <a:rPr lang="en-US" sz="6600" b="0" i="0" dirty="0" smtClean="0">
                <a:solidFill>
                  <a:srgbClr val="262626">
                    <a:alpha val="100000"/>
                  </a:srgbClr>
                </a:solidFill>
                <a:latin typeface="汉仪中圆简" panose="02010609000101010101" charset="-122"/>
                <a:ea typeface="汉仪中圆简" panose="02010609000101010101" charset="-122"/>
              </a:rPr>
              <a:t>寿星登场</a:t>
            </a:r>
            <a:endParaRPr lang="en-US" sz="6600" b="0" i="0" dirty="0" smtClean="0">
              <a:solidFill>
                <a:srgbClr val="262626">
                  <a:alpha val="100000"/>
                </a:srgbClr>
              </a:solidFill>
              <a:latin typeface="汉仪中圆简" panose="02010609000101010101" charset="-122"/>
              <a:ea typeface="汉仪中圆简" panose="02010609000101010101" charset="-122"/>
            </a:endParaRPr>
          </a:p>
        </p:txBody>
      </p:sp>
      <p:sp>
        <p:nvSpPr>
          <p:cNvPr id="14" name="文本框 13"/>
          <p:cNvSpPr txBox="1"/>
          <p:nvPr/>
        </p:nvSpPr>
        <p:spPr>
          <a:xfrm>
            <a:off x="5236845" y="1734185"/>
            <a:ext cx="2291080" cy="1322070"/>
          </a:xfrm>
          <a:prstGeom prst="rect">
            <a:avLst/>
          </a:prstGeom>
          <a:noFill/>
        </p:spPr>
        <p:txBody>
          <a:bodyPr wrap="square" rtlCol="0">
            <a:spAutoFit/>
          </a:bodyPr>
          <a:p>
            <a:r>
              <a:rPr lang="en-US" sz="8000" i="1" dirty="0" smtClean="0">
                <a:solidFill>
                  <a:schemeClr val="bg1">
                    <a:lumMod val="65000"/>
                    <a:alpha val="100000"/>
                  </a:schemeClr>
                </a:solidFill>
                <a:latin typeface="汉仪中圆简" panose="02010609000101010101" charset="-122"/>
                <a:ea typeface="汉仪中圆简" panose="02010609000101010101" charset="-122"/>
              </a:rPr>
              <a:t>01</a:t>
            </a:r>
            <a:endParaRPr lang="en-US" sz="8000" i="1" dirty="0" smtClean="0">
              <a:solidFill>
                <a:schemeClr val="bg1">
                  <a:lumMod val="65000"/>
                  <a:alpha val="100000"/>
                </a:schemeClr>
              </a:solidFill>
              <a:latin typeface="汉仪中圆简" panose="02010609000101010101" charset="-122"/>
              <a:ea typeface="汉仪中圆简" panose="02010609000101010101" charset="-122"/>
            </a:endParaRPr>
          </a:p>
        </p:txBody>
      </p:sp>
      <p:pic>
        <p:nvPicPr>
          <p:cNvPr id="16" name="图片 15" descr="包图网_18131813手绘庆祝生日气球礼盒插画"/>
          <p:cNvPicPr>
            <a:picLocks noChangeAspect="1"/>
          </p:cNvPicPr>
          <p:nvPr/>
        </p:nvPicPr>
        <p:blipFill>
          <a:blip r:embed="rId8"/>
          <a:stretch>
            <a:fillRect/>
          </a:stretch>
        </p:blipFill>
        <p:spPr>
          <a:xfrm>
            <a:off x="2105660" y="1472565"/>
            <a:ext cx="3331845" cy="3331845"/>
          </a:xfrm>
          <a:prstGeom prst="rect">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53" presetClass="entr" presetSubtype="16" fill="hold"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ppt_w</p:attrName>
                                        </p:attrNameLst>
                                      </p:cBhvr>
                                      <p:tavLst>
                                        <p:tav tm="0">
                                          <p:val>
                                            <p:fltVal val="0"/>
                                          </p:val>
                                        </p:tav>
                                        <p:tav tm="100000">
                                          <p:val>
                                            <p:strVal val="#ppt_w"/>
                                          </p:val>
                                        </p:tav>
                                      </p:tavLst>
                                    </p:anim>
                                    <p:anim calcmode="lin" valueType="num">
                                      <p:cBhvr>
                                        <p:cTn id="38" dur="500" fill="hold"/>
                                        <p:tgtEl>
                                          <p:spTgt spid="16"/>
                                        </p:tgtEl>
                                        <p:attrNameLst>
                                          <p:attrName>ppt_h</p:attrName>
                                        </p:attrNameLst>
                                      </p:cBhvr>
                                      <p:tavLst>
                                        <p:tav tm="0">
                                          <p:val>
                                            <p:fltVal val="0"/>
                                          </p:val>
                                        </p:tav>
                                        <p:tav tm="100000">
                                          <p:val>
                                            <p:strVal val="#ppt_h"/>
                                          </p:val>
                                        </p:tav>
                                      </p:tavLst>
                                    </p:anim>
                                    <p:animEffect transition="in" filter="fade">
                                      <p:cBhvr>
                                        <p:cTn id="39" dur="500"/>
                                        <p:tgtEl>
                                          <p:spTgt spid="16"/>
                                        </p:tgtEl>
                                      </p:cBhvr>
                                    </p:animEffect>
                                  </p:childTnLst>
                                </p:cTn>
                              </p:par>
                            </p:childTnLst>
                          </p:cTn>
                        </p:par>
                        <p:par>
                          <p:cTn id="40" fill="hold">
                            <p:stCondLst>
                              <p:cond delay="25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3000"/>
                            </p:stCondLst>
                            <p:childTnLst>
                              <p:par>
                                <p:cTn id="45" presetID="13" presetClass="entr" presetSubtype="16" fill="hold" grpId="0" nodeType="afterEffect">
                                  <p:stCondLst>
                                    <p:cond delay="0"/>
                                  </p:stCondLst>
                                  <p:childTnLst>
                                    <p:set>
                                      <p:cBhvr>
                                        <p:cTn id="46" dur="500" fill="hold">
                                          <p:stCondLst>
                                            <p:cond delay="0"/>
                                          </p:stCondLst>
                                        </p:cTn>
                                        <p:tgtEl>
                                          <p:spTgt spid="30006"/>
                                        </p:tgtEl>
                                        <p:attrNameLst>
                                          <p:attrName>style.visibility</p:attrName>
                                        </p:attrNameLst>
                                      </p:cBhvr>
                                      <p:to>
                                        <p:strVal val="visible"/>
                                      </p:to>
                                    </p:set>
                                    <p:animEffect transition="in" filter="plus(in)">
                                      <p:cBhvr>
                                        <p:cTn id="47" dur="500"/>
                                        <p:tgtEl>
                                          <p:spTgt spid="30006"/>
                                        </p:tgtEl>
                                      </p:cBhvr>
                                    </p:animEffect>
                                  </p:childTnLst>
                                </p:cTn>
                              </p:par>
                            </p:childTnLst>
                          </p:cTn>
                        </p:par>
                        <p:par>
                          <p:cTn id="48" fill="hold">
                            <p:stCondLst>
                              <p:cond delay="3500"/>
                            </p:stCondLst>
                            <p:childTnLst>
                              <p:par>
                                <p:cTn id="49" presetID="13" presetClass="entr" presetSubtype="16" fill="hold" grpId="0" nodeType="afterEffect">
                                  <p:stCondLst>
                                    <p:cond delay="0"/>
                                  </p:stCondLst>
                                  <p:childTnLst>
                                    <p:set>
                                      <p:cBhvr>
                                        <p:cTn id="50" dur="500" fill="hold">
                                          <p:stCondLst>
                                            <p:cond delay="0"/>
                                          </p:stCondLst>
                                        </p:cTn>
                                        <p:tgtEl>
                                          <p:spTgt spid="30005"/>
                                        </p:tgtEl>
                                        <p:attrNameLst>
                                          <p:attrName>style.visibility</p:attrName>
                                        </p:attrNameLst>
                                      </p:cBhvr>
                                      <p:to>
                                        <p:strVal val="visible"/>
                                      </p:to>
                                    </p:set>
                                    <p:animEffect transition="in" filter="plus(in)">
                                      <p:cBhvr>
                                        <p:cTn id="51" dur="500"/>
                                        <p:tgtEl>
                                          <p:spTgt spid="30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0006" grpId="0"/>
      <p:bldP spid="30005"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635"/>
            <a:ext cx="12212955" cy="6868795"/>
          </a:xfrm>
          <a:prstGeom prst="rect">
            <a:avLst/>
          </a:prstGeom>
        </p:spPr>
      </p:pic>
      <p:pic>
        <p:nvPicPr>
          <p:cNvPr id="7" name="图片 6" descr="144"/>
          <p:cNvPicPr>
            <a:picLocks noChangeAspect="1"/>
          </p:cNvPicPr>
          <p:nvPr/>
        </p:nvPicPr>
        <p:blipFill>
          <a:blip r:embed="rId2"/>
          <a:stretch>
            <a:fillRect/>
          </a:stretch>
        </p:blipFill>
        <p:spPr>
          <a:xfrm>
            <a:off x="682625" y="63436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1304290" y="45002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40005" name="Object 40005"/>
          <p:cNvSpPr txBox="1"/>
          <p:nvPr/>
        </p:nvSpPr>
        <p:spPr>
          <a:xfrm>
            <a:off x="2585720" y="2407285"/>
            <a:ext cx="6913880" cy="2336800"/>
          </a:xfrm>
          <a:prstGeom prst="rect">
            <a:avLst/>
          </a:prstGeom>
        </p:spPr>
        <p:txBody>
          <a:bodyPr vert="horz" rtlCol="0" anchor="t" anchorCtr="0">
            <a:noAutofit/>
          </a:bodyPr>
          <a:p>
            <a:pPr algn="l">
              <a:lnSpc>
                <a:spcPct val="163000"/>
              </a:lnSpc>
            </a:pPr>
            <a:r>
              <a:rPr lang="en-US" sz="1400" b="0" i="0" dirty="0" smtClean="0">
                <a:solidFill>
                  <a:srgbClr val="414141">
                    <a:alpha val="100000"/>
                  </a:srgbClr>
                </a:solidFill>
                <a:latin typeface="汉仪中圆简" panose="02010609000101010101" charset="-122"/>
                <a:ea typeface="汉仪中圆简" panose="02010609000101010101" charset="-122"/>
                <a:cs typeface="汉仪中圆简" panose="02010609000101010101" charset="-122"/>
              </a:rPr>
              <a:t>尊敬的各位来宾，亲爱的同事、伙伴们，大家晚上好！在这美好的夜晚，在这欢聚的时刻，迎来我们公司3月份（季度）的生日PARTY，首先请允许我代表全体员工对大家的到来表示热烈的欢迎和衷心的感谢，同时要对5月份的寿星们表示深深的祝福，今天我们大家一起庆祝寿星们的生日，让我们点燃生日的蜡烛，唱起生日赞歌，让寿星们在歌声中许下来年的愿望！并送上我们最美好的祝福！</a:t>
            </a:r>
            <a:endParaRPr lang="en-US" sz="1400" b="0" i="0" dirty="0" smtClean="0">
              <a:solidFill>
                <a:srgbClr val="414141">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40006" name="Object 40006"/>
          <p:cNvSpPr txBox="1"/>
          <p:nvPr/>
        </p:nvSpPr>
        <p:spPr>
          <a:xfrm>
            <a:off x="2585720" y="1646555"/>
            <a:ext cx="2318385" cy="760730"/>
          </a:xfrm>
          <a:prstGeom prst="rect">
            <a:avLst/>
          </a:prstGeom>
        </p:spPr>
        <p:txBody>
          <a:bodyPr vert="horz" rtlCol="0" anchor="t" anchorCtr="0">
            <a:noAutofit/>
          </a:bodyPr>
          <a:p>
            <a:pPr algn="l">
              <a:lnSpc>
                <a:spcPct val="123000"/>
              </a:lnSpc>
            </a:pPr>
            <a:r>
              <a:rPr lang="en-US" sz="3200" b="0" i="0" dirty="0" smtClean="0">
                <a:solidFill>
                  <a:srgbClr val="262626">
                    <a:alpha val="100000"/>
                  </a:srgbClr>
                </a:solidFill>
                <a:latin typeface="汉仪中圆简" panose="02010609000101010101" charset="-122"/>
                <a:ea typeface="汉仪中圆简" panose="02010609000101010101" charset="-122"/>
              </a:rPr>
              <a:t>领导寄语</a:t>
            </a:r>
            <a:endParaRPr lang="en-US" sz="3200" b="0" i="0" dirty="0" smtClean="0">
              <a:solidFill>
                <a:srgbClr val="262626">
                  <a:alpha val="100000"/>
                </a:srgbClr>
              </a:solidFill>
              <a:latin typeface="汉仪中圆简" panose="02010609000101010101" charset="-122"/>
              <a:ea typeface="汉仪中圆简" panose="02010609000101010101" charset="-122"/>
            </a:endParaRPr>
          </a:p>
        </p:txBody>
      </p:sp>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13" presetClass="entr" presetSubtype="16" fill="hold" grpId="0" nodeType="afterEffect">
                                  <p:stCondLst>
                                    <p:cond delay="0"/>
                                  </p:stCondLst>
                                  <p:childTnLst>
                                    <p:set>
                                      <p:cBhvr>
                                        <p:cTn id="36" dur="500" fill="hold">
                                          <p:stCondLst>
                                            <p:cond delay="0"/>
                                          </p:stCondLst>
                                        </p:cTn>
                                        <p:tgtEl>
                                          <p:spTgt spid="40006"/>
                                        </p:tgtEl>
                                        <p:attrNameLst>
                                          <p:attrName>style.visibility</p:attrName>
                                        </p:attrNameLst>
                                      </p:cBhvr>
                                      <p:to>
                                        <p:strVal val="visible"/>
                                      </p:to>
                                    </p:set>
                                    <p:animEffect transition="in" filter="plus(in)">
                                      <p:cBhvr>
                                        <p:cTn id="37" dur="500"/>
                                        <p:tgtEl>
                                          <p:spTgt spid="40006"/>
                                        </p:tgtEl>
                                      </p:cBhvr>
                                    </p:animEffect>
                                  </p:childTnLst>
                                </p:cTn>
                              </p:par>
                            </p:childTnLst>
                          </p:cTn>
                        </p:par>
                        <p:par>
                          <p:cTn id="38" fill="hold">
                            <p:stCondLst>
                              <p:cond delay="2500"/>
                            </p:stCondLst>
                            <p:childTnLst>
                              <p:par>
                                <p:cTn id="39" presetID="13" presetClass="entr" presetSubtype="16" fill="hold" grpId="0" nodeType="afterEffect">
                                  <p:stCondLst>
                                    <p:cond delay="0"/>
                                  </p:stCondLst>
                                  <p:childTnLst>
                                    <p:set>
                                      <p:cBhvr>
                                        <p:cTn id="40" dur="500" fill="hold">
                                          <p:stCondLst>
                                            <p:cond delay="0"/>
                                          </p:stCondLst>
                                        </p:cTn>
                                        <p:tgtEl>
                                          <p:spTgt spid="40005"/>
                                        </p:tgtEl>
                                        <p:attrNameLst>
                                          <p:attrName>style.visibility</p:attrName>
                                        </p:attrNameLst>
                                      </p:cBhvr>
                                      <p:to>
                                        <p:strVal val="visible"/>
                                      </p:to>
                                    </p:set>
                                    <p:animEffect transition="in" filter="plus(in)">
                                      <p:cBhvr>
                                        <p:cTn id="41" dur="500"/>
                                        <p:tgtEl>
                                          <p:spTgt spid="40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0006" grpId="0"/>
      <p:bldP spid="4000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16510"/>
            <a:ext cx="12212955" cy="6851650"/>
          </a:xfrm>
          <a:prstGeom prst="rect">
            <a:avLst/>
          </a:prstGeom>
        </p:spPr>
      </p:pic>
      <p:pic>
        <p:nvPicPr>
          <p:cNvPr id="7" name="图片 6" descr="144"/>
          <p:cNvPicPr>
            <a:picLocks noChangeAspect="1"/>
          </p:cNvPicPr>
          <p:nvPr/>
        </p:nvPicPr>
        <p:blipFill>
          <a:blip r:embed="rId2"/>
          <a:stretch>
            <a:fillRect/>
          </a:stretch>
        </p:blipFill>
        <p:spPr>
          <a:xfrm>
            <a:off x="682625" y="63436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447040" y="477710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30005" name="Object 30005"/>
          <p:cNvSpPr txBox="1"/>
          <p:nvPr/>
        </p:nvSpPr>
        <p:spPr>
          <a:xfrm>
            <a:off x="5289550" y="4077335"/>
            <a:ext cx="4536440" cy="699770"/>
          </a:xfrm>
          <a:prstGeom prst="rect">
            <a:avLst/>
          </a:prstGeom>
        </p:spPr>
        <p:txBody>
          <a:bodyPr vert="horz" rtlCol="0" anchor="t" anchorCtr="0">
            <a:noAutofit/>
          </a:bodyPr>
          <a:p>
            <a:pPr algn="l">
              <a:lnSpc>
                <a:spcPct val="125000"/>
              </a:lnSpc>
            </a:pPr>
            <a:r>
              <a:rPr lang="en-US" sz="1400" dirty="0" smtClean="0">
                <a:solidFill>
                  <a:srgbClr val="414141">
                    <a:alpha val="100000"/>
                  </a:srgbClr>
                </a:solidFill>
                <a:latin typeface="汉仪中圆简" panose="02010609000101010101" charset="-122"/>
                <a:ea typeface="汉仪中圆简" panose="02010609000101010101" charset="-122"/>
                <a:sym typeface="+mn-ea"/>
              </a:rPr>
              <a:t>请大家为他们唱生日歌吧；请大家为他们唱生日歌吧请大家为他们唱生日歌吧！</a:t>
            </a:r>
            <a:endParaRPr lang="en-US" sz="1400" b="0" i="0" dirty="0" smtClean="0">
              <a:solidFill>
                <a:srgbClr val="414141">
                  <a:alpha val="100000"/>
                </a:srgbClr>
              </a:solidFill>
              <a:latin typeface="汉仪中圆简" panose="02010609000101010101" charset="-122"/>
              <a:ea typeface="汉仪中圆简" panose="02010609000101010101" charset="-122"/>
              <a:cs typeface="造字工房悦圆演示版常规体" charset="-122"/>
            </a:endParaRPr>
          </a:p>
        </p:txBody>
      </p:sp>
      <p:sp>
        <p:nvSpPr>
          <p:cNvPr id="30006" name="Object 30006"/>
          <p:cNvSpPr txBox="1"/>
          <p:nvPr/>
        </p:nvSpPr>
        <p:spPr>
          <a:xfrm>
            <a:off x="5289550" y="2783840"/>
            <a:ext cx="4175760" cy="1358900"/>
          </a:xfrm>
          <a:prstGeom prst="rect">
            <a:avLst/>
          </a:prstGeom>
        </p:spPr>
        <p:txBody>
          <a:bodyPr vert="horz" rtlCol="0" anchor="t" anchorCtr="0">
            <a:noAutofit/>
          </a:bodyPr>
          <a:p>
            <a:pPr algn="l">
              <a:lnSpc>
                <a:spcPct val="123000"/>
              </a:lnSpc>
            </a:pPr>
            <a:r>
              <a:rPr lang="zh-CN" sz="6600" b="0" i="0" dirty="0" smtClean="0">
                <a:solidFill>
                  <a:srgbClr val="262626">
                    <a:alpha val="100000"/>
                  </a:srgbClr>
                </a:solidFill>
                <a:latin typeface="汉仪中圆简" panose="02010609000101010101" charset="-122"/>
                <a:ea typeface="汉仪中圆简" panose="02010609000101010101" charset="-122"/>
              </a:rPr>
              <a:t>节目欣赏</a:t>
            </a:r>
            <a:endParaRPr lang="zh-CN" sz="6600" b="0" i="0" dirty="0" smtClean="0">
              <a:solidFill>
                <a:srgbClr val="262626">
                  <a:alpha val="100000"/>
                </a:srgbClr>
              </a:solidFill>
              <a:latin typeface="汉仪中圆简" panose="02010609000101010101" charset="-122"/>
              <a:ea typeface="汉仪中圆简" panose="02010609000101010101" charset="-122"/>
            </a:endParaRPr>
          </a:p>
        </p:txBody>
      </p:sp>
      <p:sp>
        <p:nvSpPr>
          <p:cNvPr id="3" name="文本框 2"/>
          <p:cNvSpPr txBox="1"/>
          <p:nvPr/>
        </p:nvSpPr>
        <p:spPr>
          <a:xfrm>
            <a:off x="5289550" y="1803400"/>
            <a:ext cx="2291080" cy="1322070"/>
          </a:xfrm>
          <a:prstGeom prst="rect">
            <a:avLst/>
          </a:prstGeom>
          <a:noFill/>
        </p:spPr>
        <p:txBody>
          <a:bodyPr wrap="square" rtlCol="0">
            <a:spAutoFit/>
          </a:bodyPr>
          <a:p>
            <a:r>
              <a:rPr lang="en-US" sz="8000" i="1" dirty="0" smtClean="0">
                <a:solidFill>
                  <a:schemeClr val="bg1">
                    <a:lumMod val="65000"/>
                    <a:alpha val="100000"/>
                  </a:schemeClr>
                </a:solidFill>
                <a:latin typeface="汉仪中圆简" panose="02010609000101010101" charset="-122"/>
                <a:ea typeface="汉仪中圆简" panose="02010609000101010101" charset="-122"/>
              </a:rPr>
              <a:t>02</a:t>
            </a:r>
            <a:endParaRPr lang="en-US" sz="8000" i="1" dirty="0" smtClean="0">
              <a:solidFill>
                <a:schemeClr val="bg1">
                  <a:lumMod val="65000"/>
                  <a:alpha val="100000"/>
                </a:schemeClr>
              </a:solidFill>
              <a:latin typeface="汉仪中圆简" panose="02010609000101010101" charset="-122"/>
              <a:ea typeface="汉仪中圆简" panose="02010609000101010101" charset="-122"/>
            </a:endParaRPr>
          </a:p>
        </p:txBody>
      </p:sp>
      <p:pic>
        <p:nvPicPr>
          <p:cNvPr id="15" name="图片 14" descr="F:\包图网_18131835手绘庆祝生日甜点三层蛋糕插画.png包图网_18131835手绘庆祝生日甜点三层蛋糕插画"/>
          <p:cNvPicPr>
            <a:picLocks noChangeAspect="1"/>
          </p:cNvPicPr>
          <p:nvPr/>
        </p:nvPicPr>
        <p:blipFill>
          <a:blip r:embed="rId8"/>
          <a:srcRect t="391" b="925"/>
          <a:stretch>
            <a:fillRect/>
          </a:stretch>
        </p:blipFill>
        <p:spPr>
          <a:xfrm>
            <a:off x="2000885" y="1782445"/>
            <a:ext cx="3364230" cy="3320415"/>
          </a:xfrm>
          <a:prstGeom prst="rect">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22" presetClass="entr" presetSubtype="4"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childTnLst>
                          </p:cTn>
                        </p:par>
                        <p:par>
                          <p:cTn id="38" fill="hold">
                            <p:stCondLst>
                              <p:cond delay="2500"/>
                            </p:stCondLst>
                            <p:childTnLst>
                              <p:par>
                                <p:cTn id="39" presetID="13" presetClass="entr" presetSubtype="16" fill="hold" grpId="0" nodeType="afterEffect">
                                  <p:stCondLst>
                                    <p:cond delay="0"/>
                                  </p:stCondLst>
                                  <p:childTnLst>
                                    <p:set>
                                      <p:cBhvr>
                                        <p:cTn id="40" dur="500" fill="hold">
                                          <p:stCondLst>
                                            <p:cond delay="0"/>
                                          </p:stCondLst>
                                        </p:cTn>
                                        <p:tgtEl>
                                          <p:spTgt spid="3"/>
                                        </p:tgtEl>
                                        <p:attrNameLst>
                                          <p:attrName>style.visibility</p:attrName>
                                        </p:attrNameLst>
                                      </p:cBhvr>
                                      <p:to>
                                        <p:strVal val="visible"/>
                                      </p:to>
                                    </p:set>
                                    <p:animEffect transition="in" filter="plus(in)">
                                      <p:cBhvr>
                                        <p:cTn id="41" dur="500"/>
                                        <p:tgtEl>
                                          <p:spTgt spid="3"/>
                                        </p:tgtEl>
                                      </p:cBhvr>
                                    </p:animEffect>
                                  </p:childTnLst>
                                </p:cTn>
                              </p:par>
                            </p:childTnLst>
                          </p:cTn>
                        </p:par>
                        <p:par>
                          <p:cTn id="42" fill="hold">
                            <p:stCondLst>
                              <p:cond delay="3000"/>
                            </p:stCondLst>
                            <p:childTnLst>
                              <p:par>
                                <p:cTn id="43" presetID="13" presetClass="entr" presetSubtype="16" fill="hold" grpId="0" nodeType="afterEffect">
                                  <p:stCondLst>
                                    <p:cond delay="0"/>
                                  </p:stCondLst>
                                  <p:childTnLst>
                                    <p:set>
                                      <p:cBhvr>
                                        <p:cTn id="44" dur="500" fill="hold">
                                          <p:stCondLst>
                                            <p:cond delay="0"/>
                                          </p:stCondLst>
                                        </p:cTn>
                                        <p:tgtEl>
                                          <p:spTgt spid="30006"/>
                                        </p:tgtEl>
                                        <p:attrNameLst>
                                          <p:attrName>style.visibility</p:attrName>
                                        </p:attrNameLst>
                                      </p:cBhvr>
                                      <p:to>
                                        <p:strVal val="visible"/>
                                      </p:to>
                                    </p:set>
                                    <p:animEffect transition="in" filter="plus(in)">
                                      <p:cBhvr>
                                        <p:cTn id="45" dur="500"/>
                                        <p:tgtEl>
                                          <p:spTgt spid="30006"/>
                                        </p:tgtEl>
                                      </p:cBhvr>
                                    </p:animEffect>
                                  </p:childTnLst>
                                </p:cTn>
                              </p:par>
                            </p:childTnLst>
                          </p:cTn>
                        </p:par>
                        <p:par>
                          <p:cTn id="46" fill="hold">
                            <p:stCondLst>
                              <p:cond delay="3500"/>
                            </p:stCondLst>
                            <p:childTnLst>
                              <p:par>
                                <p:cTn id="47" presetID="13" presetClass="entr" presetSubtype="16" fill="hold" grpId="0" nodeType="afterEffect">
                                  <p:stCondLst>
                                    <p:cond delay="0"/>
                                  </p:stCondLst>
                                  <p:childTnLst>
                                    <p:set>
                                      <p:cBhvr>
                                        <p:cTn id="48" dur="500" fill="hold">
                                          <p:stCondLst>
                                            <p:cond delay="0"/>
                                          </p:stCondLst>
                                        </p:cTn>
                                        <p:tgtEl>
                                          <p:spTgt spid="30005"/>
                                        </p:tgtEl>
                                        <p:attrNameLst>
                                          <p:attrName>style.visibility</p:attrName>
                                        </p:attrNameLst>
                                      </p:cBhvr>
                                      <p:to>
                                        <p:strVal val="visible"/>
                                      </p:to>
                                    </p:set>
                                    <p:animEffect transition="in" filter="plus(in)">
                                      <p:cBhvr>
                                        <p:cTn id="49" dur="500"/>
                                        <p:tgtEl>
                                          <p:spTgt spid="30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0006" grpId="0"/>
      <p:bldP spid="30005"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16510"/>
            <a:ext cx="12212955" cy="6851650"/>
          </a:xfrm>
          <a:prstGeom prst="rect">
            <a:avLst/>
          </a:prstGeom>
        </p:spPr>
      </p:pic>
      <p:pic>
        <p:nvPicPr>
          <p:cNvPr id="7" name="图片 6" descr="144"/>
          <p:cNvPicPr>
            <a:picLocks noChangeAspect="1"/>
          </p:cNvPicPr>
          <p:nvPr/>
        </p:nvPicPr>
        <p:blipFill>
          <a:blip r:embed="rId2"/>
          <a:stretch>
            <a:fillRect/>
          </a:stretch>
        </p:blipFill>
        <p:spPr>
          <a:xfrm>
            <a:off x="682625" y="63436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1304290" y="45002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70002" name="Object 70002"/>
          <p:cNvSpPr txBox="1"/>
          <p:nvPr/>
        </p:nvSpPr>
        <p:spPr>
          <a:xfrm>
            <a:off x="3981450" y="3156585"/>
            <a:ext cx="4207510" cy="1342390"/>
          </a:xfrm>
          <a:prstGeom prst="rect">
            <a:avLst/>
          </a:prstGeom>
        </p:spPr>
        <p:txBody>
          <a:bodyPr vert="horz" rtlCol="0" anchor="t" anchorCtr="0">
            <a:noAutofit/>
          </a:bodyPr>
          <a:p>
            <a:pPr algn="l">
              <a:lnSpc>
                <a:spcPct val="143000"/>
              </a:lnSpc>
            </a:pPr>
            <a:r>
              <a:rPr lang="en-US" sz="1600" b="0" i="0" spc="320" dirty="0" smtClean="0">
                <a:solidFill>
                  <a:srgbClr val="464646">
                    <a:alpha val="100000"/>
                  </a:srgbClr>
                </a:solidFill>
                <a:latin typeface="汉仪中圆简" panose="02010609000101010101" charset="-122"/>
                <a:ea typeface="汉仪中圆简" panose="02010609000101010101" charset="-122"/>
                <a:cs typeface="汉仪中圆简" panose="02010609000101010101" charset="-122"/>
              </a:rPr>
              <a:t>祝你生日快乐，Happy Birthday！</a:t>
            </a:r>
            <a:endParaRPr lang="en-US" sz="900" dirty="0">
              <a:latin typeface="汉仪中圆简" panose="02010609000101010101" charset="-122"/>
              <a:ea typeface="汉仪中圆简" panose="02010609000101010101" charset="-122"/>
              <a:cs typeface="汉仪中圆简" panose="02010609000101010101" charset="-122"/>
            </a:endParaRPr>
          </a:p>
          <a:p>
            <a:pPr algn="l">
              <a:lnSpc>
                <a:spcPct val="143000"/>
              </a:lnSpc>
            </a:pPr>
            <a:r>
              <a:rPr lang="en-US" sz="1600" b="0" i="0" spc="320" dirty="0" smtClean="0">
                <a:solidFill>
                  <a:srgbClr val="464646">
                    <a:alpha val="100000"/>
                  </a:srgbClr>
                </a:solidFill>
                <a:latin typeface="汉仪中圆简" panose="02010609000101010101" charset="-122"/>
                <a:ea typeface="汉仪中圆简" panose="02010609000101010101" charset="-122"/>
                <a:cs typeface="汉仪中圆简" panose="02010609000101010101" charset="-122"/>
              </a:rPr>
              <a:t>祝你生日快乐，Happy Birthday！</a:t>
            </a:r>
            <a:endParaRPr lang="en-US" sz="900" dirty="0">
              <a:latin typeface="汉仪中圆简" panose="02010609000101010101" charset="-122"/>
              <a:ea typeface="汉仪中圆简" panose="02010609000101010101" charset="-122"/>
              <a:cs typeface="汉仪中圆简" panose="02010609000101010101" charset="-122"/>
            </a:endParaRPr>
          </a:p>
          <a:p>
            <a:pPr algn="l">
              <a:lnSpc>
                <a:spcPct val="143000"/>
              </a:lnSpc>
            </a:pPr>
            <a:r>
              <a:rPr lang="en-US" sz="1600" b="0" i="0" spc="320" dirty="0" smtClean="0">
                <a:solidFill>
                  <a:srgbClr val="464646">
                    <a:alpha val="100000"/>
                  </a:srgbClr>
                </a:solidFill>
                <a:latin typeface="汉仪中圆简" panose="02010609000101010101" charset="-122"/>
                <a:ea typeface="汉仪中圆简" panose="02010609000101010101" charset="-122"/>
                <a:cs typeface="汉仪中圆简" panose="02010609000101010101" charset="-122"/>
              </a:rPr>
              <a:t>祝你生日快乐，Happy Birthday！</a:t>
            </a:r>
            <a:endParaRPr lang="en-US" sz="1600" b="0" i="0" spc="320" dirty="0" smtClean="0">
              <a:solidFill>
                <a:srgbClr val="464646">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700012" name="Object 700012"/>
          <p:cNvSpPr txBox="1"/>
          <p:nvPr/>
        </p:nvSpPr>
        <p:spPr>
          <a:xfrm>
            <a:off x="3381693" y="2121535"/>
            <a:ext cx="5407025" cy="1035050"/>
          </a:xfrm>
          <a:prstGeom prst="rect">
            <a:avLst/>
          </a:prstGeom>
        </p:spPr>
        <p:txBody>
          <a:bodyPr vert="horz" rtlCol="0" anchor="t" anchorCtr="0">
            <a:noAutofit/>
          </a:bodyPr>
          <a:p>
            <a:pPr algn="ctr">
              <a:lnSpc>
                <a:spcPct val="123000"/>
              </a:lnSpc>
            </a:pPr>
            <a:r>
              <a:rPr lang="en-US" sz="4800" b="0" i="0" dirty="0" smtClean="0">
                <a:solidFill>
                  <a:srgbClr val="262626">
                    <a:alpha val="100000"/>
                  </a:srgbClr>
                </a:solidFill>
                <a:latin typeface="汉仪中圆简" panose="02010609000101010101" charset="-122"/>
                <a:ea typeface="汉仪中圆简" panose="02010609000101010101" charset="-122"/>
              </a:rPr>
              <a:t>共唱《生日快乐》</a:t>
            </a:r>
            <a:endParaRPr lang="en-US" sz="4800" b="0" i="0" dirty="0" smtClean="0">
              <a:solidFill>
                <a:srgbClr val="262626">
                  <a:alpha val="100000"/>
                </a:srgbClr>
              </a:solidFill>
              <a:latin typeface="汉仪中圆简" panose="02010609000101010101" charset="-122"/>
              <a:ea typeface="汉仪中圆简" panose="02010609000101010101" charset="-122"/>
            </a:endParaRPr>
          </a:p>
        </p:txBody>
      </p:sp>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13" presetClass="entr" presetSubtype="16" fill="hold" grpId="0" nodeType="afterEffect">
                                  <p:stCondLst>
                                    <p:cond delay="0"/>
                                  </p:stCondLst>
                                  <p:childTnLst>
                                    <p:set>
                                      <p:cBhvr>
                                        <p:cTn id="36" dur="500" fill="hold">
                                          <p:stCondLst>
                                            <p:cond delay="0"/>
                                          </p:stCondLst>
                                        </p:cTn>
                                        <p:tgtEl>
                                          <p:spTgt spid="700012"/>
                                        </p:tgtEl>
                                        <p:attrNameLst>
                                          <p:attrName>style.visibility</p:attrName>
                                        </p:attrNameLst>
                                      </p:cBhvr>
                                      <p:to>
                                        <p:strVal val="visible"/>
                                      </p:to>
                                    </p:set>
                                    <p:animEffect transition="in" filter="plus(in)">
                                      <p:cBhvr>
                                        <p:cTn id="37" dur="500"/>
                                        <p:tgtEl>
                                          <p:spTgt spid="700012"/>
                                        </p:tgtEl>
                                      </p:cBhvr>
                                    </p:animEffect>
                                  </p:childTnLst>
                                </p:cTn>
                              </p:par>
                            </p:childTnLst>
                          </p:cTn>
                        </p:par>
                        <p:par>
                          <p:cTn id="38" fill="hold">
                            <p:stCondLst>
                              <p:cond delay="2500"/>
                            </p:stCondLst>
                            <p:childTnLst>
                              <p:par>
                                <p:cTn id="39" presetID="13" presetClass="entr" presetSubtype="16" fill="hold" grpId="0" nodeType="afterEffect">
                                  <p:stCondLst>
                                    <p:cond delay="0"/>
                                  </p:stCondLst>
                                  <p:childTnLst>
                                    <p:set>
                                      <p:cBhvr>
                                        <p:cTn id="40" dur="500" fill="hold">
                                          <p:stCondLst>
                                            <p:cond delay="0"/>
                                          </p:stCondLst>
                                        </p:cTn>
                                        <p:tgtEl>
                                          <p:spTgt spid="70002"/>
                                        </p:tgtEl>
                                        <p:attrNameLst>
                                          <p:attrName>style.visibility</p:attrName>
                                        </p:attrNameLst>
                                      </p:cBhvr>
                                      <p:to>
                                        <p:strVal val="visible"/>
                                      </p:to>
                                    </p:set>
                                    <p:animEffect transition="in" filter="plus(in)">
                                      <p:cBhvr>
                                        <p:cTn id="41" dur="500"/>
                                        <p:tgtEl>
                                          <p:spTgt spid="70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700012" grpId="0"/>
      <p:bldP spid="7000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16510"/>
            <a:ext cx="12212955" cy="6851650"/>
          </a:xfrm>
          <a:prstGeom prst="rect">
            <a:avLst/>
          </a:prstGeom>
        </p:spPr>
      </p:pic>
      <p:pic>
        <p:nvPicPr>
          <p:cNvPr id="7" name="图片 6" descr="144"/>
          <p:cNvPicPr>
            <a:picLocks noChangeAspect="1"/>
          </p:cNvPicPr>
          <p:nvPr/>
        </p:nvPicPr>
        <p:blipFill>
          <a:blip r:embed="rId2"/>
          <a:stretch>
            <a:fillRect/>
          </a:stretch>
        </p:blipFill>
        <p:spPr>
          <a:xfrm>
            <a:off x="682625" y="63436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682625" y="47669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pic>
        <p:nvPicPr>
          <p:cNvPr id="80002" name="image 80002"/>
          <p:cNvPicPr>
            <a:picLocks noChangeAspect="1"/>
          </p:cNvPicPr>
          <p:nvPr/>
        </p:nvPicPr>
        <p:blipFill>
          <a:blip r:embed="rId8"/>
          <a:srcRect/>
          <a:stretch>
            <a:fillRect/>
          </a:stretch>
        </p:blipFill>
        <p:spPr>
          <a:xfrm>
            <a:off x="2556510" y="4651375"/>
            <a:ext cx="1372870" cy="384810"/>
          </a:xfrm>
          <a:prstGeom prst="rect">
            <a:avLst/>
          </a:prstGeom>
        </p:spPr>
      </p:pic>
      <p:sp>
        <p:nvSpPr>
          <p:cNvPr id="80003" name="Object 80003"/>
          <p:cNvSpPr txBox="1"/>
          <p:nvPr/>
        </p:nvSpPr>
        <p:spPr>
          <a:xfrm>
            <a:off x="2778760" y="4542790"/>
            <a:ext cx="1108710" cy="480695"/>
          </a:xfrm>
          <a:prstGeom prst="rect">
            <a:avLst/>
          </a:prstGeom>
        </p:spPr>
        <p:txBody>
          <a:bodyPr vert="horz" rtlCol="0" anchor="t" anchorCtr="0">
            <a:noAutofit/>
          </a:bodyPr>
          <a:p>
            <a:pPr algn="l">
              <a:lnSpc>
                <a:spcPct val="123000"/>
              </a:lnSpc>
            </a:pPr>
            <a:r>
              <a:rPr lang="en-US" sz="2400" b="0" i="0" spc="360" dirty="0" smtClean="0">
                <a:solidFill>
                  <a:srgbClr val="FFFFFF">
                    <a:alpha val="100000"/>
                  </a:srgbClr>
                </a:solidFill>
                <a:latin typeface="造字工房悦圆演示版常规体" charset="-122"/>
                <a:ea typeface="造字工房悦圆演示版常规体" charset="-122"/>
              </a:rPr>
              <a:t>cake</a:t>
            </a:r>
            <a:endParaRPr lang="en-US" sz="2400" b="0" i="0" spc="360" dirty="0" smtClean="0">
              <a:solidFill>
                <a:srgbClr val="FFFFFF">
                  <a:alpha val="100000"/>
                </a:srgbClr>
              </a:solidFill>
              <a:latin typeface="造字工房悦圆演示版常规体" charset="-122"/>
              <a:ea typeface="造字工房悦圆演示版常规体" charset="-122"/>
            </a:endParaRPr>
          </a:p>
        </p:txBody>
      </p:sp>
      <p:sp>
        <p:nvSpPr>
          <p:cNvPr id="80007" name="Object 80007"/>
          <p:cNvSpPr txBox="1"/>
          <p:nvPr/>
        </p:nvSpPr>
        <p:spPr>
          <a:xfrm>
            <a:off x="2467610" y="2332990"/>
            <a:ext cx="4081145" cy="2131060"/>
          </a:xfrm>
          <a:prstGeom prst="rect">
            <a:avLst/>
          </a:prstGeom>
        </p:spPr>
        <p:txBody>
          <a:bodyPr vert="horz" rtlCol="0" anchor="t" anchorCtr="0">
            <a:noAutofit/>
          </a:bodyPr>
          <a:p>
            <a:pPr algn="l">
              <a:lnSpc>
                <a:spcPct val="143000"/>
              </a:lnSpc>
            </a:pPr>
            <a:r>
              <a:rPr lang="en-US" b="0" i="0" spc="320" dirty="0" smtClean="0">
                <a:solidFill>
                  <a:srgbClr val="464646">
                    <a:alpha val="100000"/>
                  </a:srgbClr>
                </a:solidFill>
                <a:latin typeface="造字工房悦圆演示版常规体" charset="-122"/>
                <a:ea typeface="造字工房悦圆演示版常规体" charset="-122"/>
              </a:rPr>
              <a:t>诗歌《祝你生日快乐》配乐</a:t>
            </a:r>
            <a:endParaRPr lang="en-US" sz="1000" dirty="0">
              <a:latin typeface="造字工房悦圆演示版常规体" charset="-122"/>
              <a:ea typeface="造字工房悦圆演示版常规体" charset="-122"/>
            </a:endParaRPr>
          </a:p>
          <a:p>
            <a:pPr algn="l">
              <a:lnSpc>
                <a:spcPct val="143000"/>
              </a:lnSpc>
            </a:pPr>
            <a:r>
              <a:rPr lang="en-US" b="0" i="0" spc="320" dirty="0" smtClean="0">
                <a:solidFill>
                  <a:srgbClr val="464646">
                    <a:alpha val="100000"/>
                  </a:srgbClr>
                </a:solidFill>
                <a:latin typeface="造字工房悦圆演示版常规体" charset="-122"/>
                <a:ea typeface="造字工房悦圆演示版常规体" charset="-122"/>
              </a:rPr>
              <a:t>让我们紧衔一句祝福</a:t>
            </a:r>
            <a:endParaRPr lang="en-US" sz="1000" dirty="0">
              <a:latin typeface="造字工房悦圆演示版常规体" charset="-122"/>
              <a:ea typeface="造字工房悦圆演示版常规体" charset="-122"/>
            </a:endParaRPr>
          </a:p>
          <a:p>
            <a:pPr algn="l">
              <a:lnSpc>
                <a:spcPct val="143000"/>
              </a:lnSpc>
            </a:pPr>
            <a:r>
              <a:rPr lang="en-US" b="0" i="0" spc="320" dirty="0" smtClean="0">
                <a:solidFill>
                  <a:srgbClr val="464646">
                    <a:alpha val="100000"/>
                  </a:srgbClr>
                </a:solidFill>
                <a:latin typeface="造字工房悦圆演示版常规体" charset="-122"/>
                <a:ea typeface="造字工房悦圆演示版常规体" charset="-122"/>
              </a:rPr>
              <a:t>把她送到你的身边</a:t>
            </a:r>
            <a:endParaRPr lang="en-US" sz="1000" dirty="0">
              <a:latin typeface="造字工房悦圆演示版常规体" charset="-122"/>
              <a:ea typeface="造字工房悦圆演示版常规体" charset="-122"/>
            </a:endParaRPr>
          </a:p>
          <a:p>
            <a:pPr algn="l">
              <a:lnSpc>
                <a:spcPct val="143000"/>
              </a:lnSpc>
            </a:pPr>
            <a:r>
              <a:rPr lang="en-US" b="0" i="0" spc="320" dirty="0" smtClean="0">
                <a:solidFill>
                  <a:srgbClr val="464646">
                    <a:alpha val="100000"/>
                  </a:srgbClr>
                </a:solidFill>
                <a:latin typeface="造字工房悦圆演示版常规体" charset="-122"/>
                <a:ea typeface="造字工房悦圆演示版常规体" charset="-122"/>
              </a:rPr>
              <a:t>让她在你的身边萌芽茁长</a:t>
            </a:r>
            <a:endParaRPr lang="en-US" sz="1000" dirty="0">
              <a:latin typeface="造字工房悦圆演示版常规体" charset="-122"/>
              <a:ea typeface="造字工房悦圆演示版常规体" charset="-122"/>
            </a:endParaRPr>
          </a:p>
          <a:p>
            <a:pPr algn="l">
              <a:lnSpc>
                <a:spcPct val="143000"/>
              </a:lnSpc>
            </a:pPr>
            <a:r>
              <a:rPr lang="en-US" b="0" i="0" spc="320" dirty="0" smtClean="0">
                <a:solidFill>
                  <a:srgbClr val="464646">
                    <a:alpha val="100000"/>
                  </a:srgbClr>
                </a:solidFill>
                <a:latin typeface="造字工房悦圆演示版常规体" charset="-122"/>
                <a:ea typeface="造字工房悦圆演示版常规体" charset="-122"/>
              </a:rPr>
              <a:t>让她长成一颗颗晶亮的星星</a:t>
            </a:r>
            <a:endParaRPr lang="en-US" b="0" i="0" spc="320" dirty="0" smtClean="0">
              <a:solidFill>
                <a:srgbClr val="464646">
                  <a:alpha val="100000"/>
                </a:srgbClr>
              </a:solidFill>
              <a:latin typeface="造字工房悦圆演示版常规体" charset="-122"/>
              <a:ea typeface="造字工房悦圆演示版常规体" charset="-122"/>
            </a:endParaRPr>
          </a:p>
        </p:txBody>
      </p:sp>
      <p:sp>
        <p:nvSpPr>
          <p:cNvPr id="80008" name="Object 80008"/>
          <p:cNvSpPr txBox="1"/>
          <p:nvPr/>
        </p:nvSpPr>
        <p:spPr>
          <a:xfrm>
            <a:off x="2467610" y="1517015"/>
            <a:ext cx="2373630" cy="815975"/>
          </a:xfrm>
          <a:prstGeom prst="rect">
            <a:avLst/>
          </a:prstGeom>
        </p:spPr>
        <p:txBody>
          <a:bodyPr vert="horz" rtlCol="0" anchor="t" anchorCtr="0">
            <a:noAutofit/>
          </a:bodyPr>
          <a:p>
            <a:pPr algn="l">
              <a:lnSpc>
                <a:spcPct val="123000"/>
              </a:lnSpc>
            </a:pPr>
            <a:r>
              <a:rPr lang="en-US" sz="3600" b="0" i="0" dirty="0" smtClean="0">
                <a:solidFill>
                  <a:srgbClr val="262626">
                    <a:alpha val="100000"/>
                  </a:srgbClr>
                </a:solidFill>
                <a:latin typeface="造字工房悦圆演示版常规体" charset="-122"/>
                <a:ea typeface="造字工房悦圆演示版常规体" charset="-122"/>
              </a:rPr>
              <a:t>生日赞歌</a:t>
            </a:r>
            <a:endParaRPr lang="en-US" sz="3600" b="0" i="0" dirty="0" smtClean="0">
              <a:solidFill>
                <a:srgbClr val="262626">
                  <a:alpha val="100000"/>
                </a:srgbClr>
              </a:solidFill>
              <a:latin typeface="造字工房悦圆演示版常规体" charset="-122"/>
              <a:ea typeface="造字工房悦圆演示版常规体" charset="-122"/>
            </a:endParaRPr>
          </a:p>
        </p:txBody>
      </p:sp>
      <p:pic>
        <p:nvPicPr>
          <p:cNvPr id="4" name="图片 3" descr="包图网_18131815手绘庆祝生日樱桃蛋糕插画"/>
          <p:cNvPicPr>
            <a:picLocks noChangeAspect="1"/>
          </p:cNvPicPr>
          <p:nvPr/>
        </p:nvPicPr>
        <p:blipFill>
          <a:blip r:embed="rId9"/>
          <a:stretch>
            <a:fillRect/>
          </a:stretch>
        </p:blipFill>
        <p:spPr>
          <a:xfrm>
            <a:off x="5948680" y="1637665"/>
            <a:ext cx="3608705" cy="3608705"/>
          </a:xfrm>
          <a:prstGeom prst="rect">
            <a:avLst/>
          </a:prstGeom>
        </p:spPr>
      </p:pic>
    </p:spTree>
    <p:custDataLst>
      <p:tags r:id="rId10"/>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2" presetClass="entr" presetSubtype="2" fill="hold" grpId="0" nodeType="afterEffect">
                                  <p:stCondLst>
                                    <p:cond delay="0"/>
                                  </p:stCondLst>
                                  <p:childTnLst>
                                    <p:set>
                                      <p:cBhvr>
                                        <p:cTn id="36" dur="1" fill="hold">
                                          <p:stCondLst>
                                            <p:cond delay="0"/>
                                          </p:stCondLst>
                                        </p:cTn>
                                        <p:tgtEl>
                                          <p:spTgt spid="80008"/>
                                        </p:tgtEl>
                                        <p:attrNameLst>
                                          <p:attrName>style.visibility</p:attrName>
                                        </p:attrNameLst>
                                      </p:cBhvr>
                                      <p:to>
                                        <p:strVal val="visible"/>
                                      </p:to>
                                    </p:set>
                                    <p:anim calcmode="lin" valueType="num">
                                      <p:cBhvr additive="base">
                                        <p:cTn id="37" dur="500" fill="hold"/>
                                        <p:tgtEl>
                                          <p:spTgt spid="80008"/>
                                        </p:tgtEl>
                                        <p:attrNameLst>
                                          <p:attrName>ppt_x</p:attrName>
                                        </p:attrNameLst>
                                      </p:cBhvr>
                                      <p:tavLst>
                                        <p:tav tm="0">
                                          <p:val>
                                            <p:strVal val="1+#ppt_w/2"/>
                                          </p:val>
                                        </p:tav>
                                        <p:tav tm="100000">
                                          <p:val>
                                            <p:strVal val="#ppt_x"/>
                                          </p:val>
                                        </p:tav>
                                      </p:tavLst>
                                    </p:anim>
                                    <p:anim calcmode="lin" valueType="num">
                                      <p:cBhvr additive="base">
                                        <p:cTn id="38" dur="500" fill="hold"/>
                                        <p:tgtEl>
                                          <p:spTgt spid="80008"/>
                                        </p:tgtEl>
                                        <p:attrNameLst>
                                          <p:attrName>ppt_y</p:attrName>
                                        </p:attrNameLst>
                                      </p:cBhvr>
                                      <p:tavLst>
                                        <p:tav tm="0">
                                          <p:val>
                                            <p:strVal val="#ppt_y"/>
                                          </p:val>
                                        </p:tav>
                                        <p:tav tm="100000">
                                          <p:val>
                                            <p:strVal val="#ppt_y"/>
                                          </p:val>
                                        </p:tav>
                                      </p:tavLst>
                                    </p:anim>
                                  </p:childTnLst>
                                </p:cTn>
                              </p:par>
                            </p:childTnLst>
                          </p:cTn>
                        </p:par>
                        <p:par>
                          <p:cTn id="39" fill="hold">
                            <p:stCondLst>
                              <p:cond delay="2500"/>
                            </p:stCondLst>
                            <p:childTnLst>
                              <p:par>
                                <p:cTn id="40" presetID="2" presetClass="entr" presetSubtype="2" fill="hold" grpId="0" nodeType="afterEffect">
                                  <p:stCondLst>
                                    <p:cond delay="0"/>
                                  </p:stCondLst>
                                  <p:childTnLst>
                                    <p:set>
                                      <p:cBhvr>
                                        <p:cTn id="41" dur="1" fill="hold">
                                          <p:stCondLst>
                                            <p:cond delay="0"/>
                                          </p:stCondLst>
                                        </p:cTn>
                                        <p:tgtEl>
                                          <p:spTgt spid="80007"/>
                                        </p:tgtEl>
                                        <p:attrNameLst>
                                          <p:attrName>style.visibility</p:attrName>
                                        </p:attrNameLst>
                                      </p:cBhvr>
                                      <p:to>
                                        <p:strVal val="visible"/>
                                      </p:to>
                                    </p:set>
                                    <p:anim calcmode="lin" valueType="num">
                                      <p:cBhvr additive="base">
                                        <p:cTn id="42" dur="500" fill="hold"/>
                                        <p:tgtEl>
                                          <p:spTgt spid="80007"/>
                                        </p:tgtEl>
                                        <p:attrNameLst>
                                          <p:attrName>ppt_x</p:attrName>
                                        </p:attrNameLst>
                                      </p:cBhvr>
                                      <p:tavLst>
                                        <p:tav tm="0">
                                          <p:val>
                                            <p:strVal val="1+#ppt_w/2"/>
                                          </p:val>
                                        </p:tav>
                                        <p:tav tm="100000">
                                          <p:val>
                                            <p:strVal val="#ppt_x"/>
                                          </p:val>
                                        </p:tav>
                                      </p:tavLst>
                                    </p:anim>
                                    <p:anim calcmode="lin" valueType="num">
                                      <p:cBhvr additive="base">
                                        <p:cTn id="43" dur="500" fill="hold"/>
                                        <p:tgtEl>
                                          <p:spTgt spid="80007"/>
                                        </p:tgtEl>
                                        <p:attrNameLst>
                                          <p:attrName>ppt_y</p:attrName>
                                        </p:attrNameLst>
                                      </p:cBhvr>
                                      <p:tavLst>
                                        <p:tav tm="0">
                                          <p:val>
                                            <p:strVal val="#ppt_y"/>
                                          </p:val>
                                        </p:tav>
                                        <p:tav tm="100000">
                                          <p:val>
                                            <p:strVal val="#ppt_y"/>
                                          </p:val>
                                        </p:tav>
                                      </p:tavLst>
                                    </p:anim>
                                  </p:childTnLst>
                                </p:cTn>
                              </p:par>
                            </p:childTnLst>
                          </p:cTn>
                        </p:par>
                        <p:par>
                          <p:cTn id="44" fill="hold">
                            <p:stCondLst>
                              <p:cond delay="3000"/>
                            </p:stCondLst>
                            <p:childTnLst>
                              <p:par>
                                <p:cTn id="45" presetID="23" presetClass="entr" presetSubtype="16" fill="hold" nodeType="afterEffect">
                                  <p:stCondLst>
                                    <p:cond delay="0"/>
                                  </p:stCondLst>
                                  <p:childTnLst>
                                    <p:set>
                                      <p:cBhvr>
                                        <p:cTn id="46" dur="1" fill="hold">
                                          <p:stCondLst>
                                            <p:cond delay="0"/>
                                          </p:stCondLst>
                                        </p:cTn>
                                        <p:tgtEl>
                                          <p:spTgt spid="80002"/>
                                        </p:tgtEl>
                                        <p:attrNameLst>
                                          <p:attrName>style.visibility</p:attrName>
                                        </p:attrNameLst>
                                      </p:cBhvr>
                                      <p:to>
                                        <p:strVal val="visible"/>
                                      </p:to>
                                    </p:set>
                                    <p:anim calcmode="lin" valueType="num">
                                      <p:cBhvr>
                                        <p:cTn id="47" dur="500" fill="hold"/>
                                        <p:tgtEl>
                                          <p:spTgt spid="80002"/>
                                        </p:tgtEl>
                                        <p:attrNameLst>
                                          <p:attrName>ppt_w</p:attrName>
                                        </p:attrNameLst>
                                      </p:cBhvr>
                                      <p:tavLst>
                                        <p:tav tm="0">
                                          <p:val>
                                            <p:fltVal val="0"/>
                                          </p:val>
                                        </p:tav>
                                        <p:tav tm="100000">
                                          <p:val>
                                            <p:strVal val="#ppt_w"/>
                                          </p:val>
                                        </p:tav>
                                      </p:tavLst>
                                    </p:anim>
                                    <p:anim calcmode="lin" valueType="num">
                                      <p:cBhvr>
                                        <p:cTn id="48" dur="500" fill="hold"/>
                                        <p:tgtEl>
                                          <p:spTgt spid="80002"/>
                                        </p:tgtEl>
                                        <p:attrNameLst>
                                          <p:attrName>ppt_h</p:attrName>
                                        </p:attrNameLst>
                                      </p:cBhvr>
                                      <p:tavLst>
                                        <p:tav tm="0">
                                          <p:val>
                                            <p:fltVal val="0"/>
                                          </p:val>
                                        </p:tav>
                                        <p:tav tm="100000">
                                          <p:val>
                                            <p:strVal val="#ppt_h"/>
                                          </p:val>
                                        </p:tav>
                                      </p:tavLst>
                                    </p:anim>
                                  </p:childTnLst>
                                </p:cTn>
                              </p:par>
                              <p:par>
                                <p:cTn id="49" presetID="23" presetClass="entr" presetSubtype="16" fill="hold" grpId="0" nodeType="withEffect">
                                  <p:stCondLst>
                                    <p:cond delay="0"/>
                                  </p:stCondLst>
                                  <p:childTnLst>
                                    <p:set>
                                      <p:cBhvr>
                                        <p:cTn id="50" dur="1" fill="hold">
                                          <p:stCondLst>
                                            <p:cond delay="0"/>
                                          </p:stCondLst>
                                        </p:cTn>
                                        <p:tgtEl>
                                          <p:spTgt spid="80003"/>
                                        </p:tgtEl>
                                        <p:attrNameLst>
                                          <p:attrName>style.visibility</p:attrName>
                                        </p:attrNameLst>
                                      </p:cBhvr>
                                      <p:to>
                                        <p:strVal val="visible"/>
                                      </p:to>
                                    </p:set>
                                    <p:anim calcmode="lin" valueType="num">
                                      <p:cBhvr>
                                        <p:cTn id="51" dur="500" fill="hold"/>
                                        <p:tgtEl>
                                          <p:spTgt spid="80003"/>
                                        </p:tgtEl>
                                        <p:attrNameLst>
                                          <p:attrName>ppt_w</p:attrName>
                                        </p:attrNameLst>
                                      </p:cBhvr>
                                      <p:tavLst>
                                        <p:tav tm="0">
                                          <p:val>
                                            <p:fltVal val="0"/>
                                          </p:val>
                                        </p:tav>
                                        <p:tav tm="100000">
                                          <p:val>
                                            <p:strVal val="#ppt_w"/>
                                          </p:val>
                                        </p:tav>
                                      </p:tavLst>
                                    </p:anim>
                                    <p:anim calcmode="lin" valueType="num">
                                      <p:cBhvr>
                                        <p:cTn id="52" dur="500" fill="hold"/>
                                        <p:tgtEl>
                                          <p:spTgt spid="80003"/>
                                        </p:tgtEl>
                                        <p:attrNameLst>
                                          <p:attrName>ppt_h</p:attrName>
                                        </p:attrNameLst>
                                      </p:cBhvr>
                                      <p:tavLst>
                                        <p:tav tm="0">
                                          <p:val>
                                            <p:fltVal val="0"/>
                                          </p:val>
                                        </p:tav>
                                        <p:tav tm="100000">
                                          <p:val>
                                            <p:strVal val="#ppt_h"/>
                                          </p:val>
                                        </p:tav>
                                      </p:tavLst>
                                    </p:anim>
                                  </p:childTnLst>
                                </p:cTn>
                              </p:par>
                            </p:childTnLst>
                          </p:cTn>
                        </p:par>
                        <p:par>
                          <p:cTn id="53" fill="hold">
                            <p:stCondLst>
                              <p:cond delay="3500"/>
                            </p:stCondLst>
                            <p:childTnLst>
                              <p:par>
                                <p:cTn id="54" presetID="13" presetClass="entr" presetSubtype="16" fill="hold" nodeType="afterEffect">
                                  <p:stCondLst>
                                    <p:cond delay="0"/>
                                  </p:stCondLst>
                                  <p:childTnLst>
                                    <p:set>
                                      <p:cBhvr>
                                        <p:cTn id="55" dur="500" fill="hold">
                                          <p:stCondLst>
                                            <p:cond delay="0"/>
                                          </p:stCondLst>
                                        </p:cTn>
                                        <p:tgtEl>
                                          <p:spTgt spid="4"/>
                                        </p:tgtEl>
                                        <p:attrNameLst>
                                          <p:attrName>style.visibility</p:attrName>
                                        </p:attrNameLst>
                                      </p:cBhvr>
                                      <p:to>
                                        <p:strVal val="visible"/>
                                      </p:to>
                                    </p:set>
                                    <p:animEffect transition="in" filter="plus(in)">
                                      <p:cBhvr>
                                        <p:cTn id="5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80008" grpId="0"/>
      <p:bldP spid="80007" grpId="0"/>
      <p:bldP spid="8000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16510"/>
            <a:ext cx="12212955" cy="6851650"/>
          </a:xfrm>
          <a:prstGeom prst="rect">
            <a:avLst/>
          </a:prstGeom>
        </p:spPr>
      </p:pic>
      <p:pic>
        <p:nvPicPr>
          <p:cNvPr id="7" name="图片 6" descr="144"/>
          <p:cNvPicPr>
            <a:picLocks noChangeAspect="1"/>
          </p:cNvPicPr>
          <p:nvPr/>
        </p:nvPicPr>
        <p:blipFill>
          <a:blip r:embed="rId2"/>
          <a:stretch>
            <a:fillRect/>
          </a:stretch>
        </p:blipFill>
        <p:spPr>
          <a:xfrm>
            <a:off x="682625" y="63436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682625" y="47669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pic>
        <p:nvPicPr>
          <p:cNvPr id="15" name="图片 14" descr="F:\docer设计\9月27日\5cacc0b6d73ee.png5cacc0b6d73ee"/>
          <p:cNvPicPr>
            <a:picLocks noChangeAspect="1"/>
          </p:cNvPicPr>
          <p:nvPr/>
        </p:nvPicPr>
        <p:blipFill>
          <a:blip r:embed="rId8"/>
          <a:srcRect t="648" b="648"/>
          <a:stretch>
            <a:fillRect/>
          </a:stretch>
        </p:blipFill>
        <p:spPr>
          <a:xfrm>
            <a:off x="1793240" y="1935480"/>
            <a:ext cx="3340735" cy="3297555"/>
          </a:xfrm>
          <a:prstGeom prst="rect">
            <a:avLst/>
          </a:prstGeom>
        </p:spPr>
      </p:pic>
      <p:sp>
        <p:nvSpPr>
          <p:cNvPr id="30005" name="Object 30005"/>
          <p:cNvSpPr txBox="1"/>
          <p:nvPr/>
        </p:nvSpPr>
        <p:spPr>
          <a:xfrm>
            <a:off x="5422900" y="4056380"/>
            <a:ext cx="4536440" cy="699770"/>
          </a:xfrm>
          <a:prstGeom prst="rect">
            <a:avLst/>
          </a:prstGeom>
        </p:spPr>
        <p:txBody>
          <a:bodyPr vert="horz" rtlCol="0" anchor="t" anchorCtr="0">
            <a:noAutofit/>
          </a:bodyPr>
          <a:p>
            <a:pPr algn="l">
              <a:lnSpc>
                <a:spcPct val="125000"/>
              </a:lnSpc>
            </a:pPr>
            <a:r>
              <a:rPr lang="en-US" sz="1400" dirty="0" smtClean="0">
                <a:solidFill>
                  <a:srgbClr val="414141">
                    <a:alpha val="100000"/>
                  </a:srgbClr>
                </a:solidFill>
                <a:latin typeface="汉仪中圆简" panose="02010609000101010101" charset="-122"/>
                <a:ea typeface="汉仪中圆简" panose="02010609000101010101" charset="-122"/>
                <a:sym typeface="+mn-ea"/>
              </a:rPr>
              <a:t>寿星们接下蛋糕和贺卡后，大家就一起享用吧；寿星们接下蛋糕和贺卡后，大家就一起享用吧！</a:t>
            </a:r>
            <a:endParaRPr lang="en-US" sz="1400" b="0" i="0" dirty="0" smtClean="0">
              <a:solidFill>
                <a:srgbClr val="414141">
                  <a:alpha val="100000"/>
                </a:srgbClr>
              </a:solidFill>
              <a:latin typeface="汉仪中圆简" panose="02010609000101010101" charset="-122"/>
              <a:ea typeface="汉仪中圆简" panose="02010609000101010101" charset="-122"/>
              <a:cs typeface="造字工房悦圆演示版常规体" charset="-122"/>
            </a:endParaRPr>
          </a:p>
        </p:txBody>
      </p:sp>
      <p:sp>
        <p:nvSpPr>
          <p:cNvPr id="30006" name="Object 30006"/>
          <p:cNvSpPr txBox="1"/>
          <p:nvPr/>
        </p:nvSpPr>
        <p:spPr>
          <a:xfrm>
            <a:off x="5422900" y="2762885"/>
            <a:ext cx="4175760" cy="1358900"/>
          </a:xfrm>
          <a:prstGeom prst="rect">
            <a:avLst/>
          </a:prstGeom>
        </p:spPr>
        <p:txBody>
          <a:bodyPr vert="horz" rtlCol="0" anchor="t" anchorCtr="0">
            <a:noAutofit/>
          </a:bodyPr>
          <a:p>
            <a:pPr algn="l">
              <a:lnSpc>
                <a:spcPct val="123000"/>
              </a:lnSpc>
            </a:pPr>
            <a:r>
              <a:rPr lang="zh-CN" sz="6600" b="0" i="0" dirty="0" smtClean="0">
                <a:solidFill>
                  <a:srgbClr val="262626">
                    <a:alpha val="100000"/>
                  </a:srgbClr>
                </a:solidFill>
                <a:latin typeface="汉仪中圆简" panose="02010609000101010101" charset="-122"/>
                <a:ea typeface="汉仪中圆简" panose="02010609000101010101" charset="-122"/>
              </a:rPr>
              <a:t>发放礼物</a:t>
            </a:r>
            <a:endParaRPr lang="zh-CN" sz="6600" b="0" i="0" dirty="0" smtClean="0">
              <a:solidFill>
                <a:srgbClr val="262626">
                  <a:alpha val="100000"/>
                </a:srgbClr>
              </a:solidFill>
              <a:latin typeface="汉仪中圆简" panose="02010609000101010101" charset="-122"/>
              <a:ea typeface="汉仪中圆简" panose="02010609000101010101" charset="-122"/>
            </a:endParaRPr>
          </a:p>
        </p:txBody>
      </p:sp>
      <p:sp>
        <p:nvSpPr>
          <p:cNvPr id="3" name="文本框 2"/>
          <p:cNvSpPr txBox="1"/>
          <p:nvPr/>
        </p:nvSpPr>
        <p:spPr>
          <a:xfrm>
            <a:off x="5422900" y="1782445"/>
            <a:ext cx="2291080" cy="1322070"/>
          </a:xfrm>
          <a:prstGeom prst="rect">
            <a:avLst/>
          </a:prstGeom>
          <a:noFill/>
        </p:spPr>
        <p:txBody>
          <a:bodyPr wrap="square" rtlCol="0">
            <a:spAutoFit/>
          </a:bodyPr>
          <a:p>
            <a:r>
              <a:rPr lang="en-US" sz="8000" i="1" dirty="0" smtClean="0">
                <a:solidFill>
                  <a:schemeClr val="bg1">
                    <a:lumMod val="65000"/>
                    <a:alpha val="100000"/>
                  </a:schemeClr>
                </a:solidFill>
                <a:latin typeface="汉仪中圆简" panose="02010609000101010101" charset="-122"/>
                <a:ea typeface="汉仪中圆简" panose="02010609000101010101" charset="-122"/>
              </a:rPr>
              <a:t>03</a:t>
            </a:r>
            <a:endParaRPr lang="en-US" sz="8000" i="1" dirty="0" smtClean="0">
              <a:solidFill>
                <a:schemeClr val="bg1">
                  <a:lumMod val="65000"/>
                  <a:alpha val="100000"/>
                </a:schemeClr>
              </a:solidFill>
              <a:latin typeface="汉仪中圆简" panose="02010609000101010101" charset="-122"/>
              <a:ea typeface="汉仪中圆简" panose="02010609000101010101" charset="-122"/>
            </a:endParaRPr>
          </a:p>
        </p:txBody>
      </p:sp>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22" presetClass="entr" presetSubtype="4"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childTnLst>
                          </p:cTn>
                        </p:par>
                        <p:par>
                          <p:cTn id="38" fill="hold">
                            <p:stCondLst>
                              <p:cond delay="2500"/>
                            </p:stCondLst>
                            <p:childTnLst>
                              <p:par>
                                <p:cTn id="39" presetID="13" presetClass="entr" presetSubtype="16" fill="hold" grpId="0" nodeType="afterEffect">
                                  <p:stCondLst>
                                    <p:cond delay="0"/>
                                  </p:stCondLst>
                                  <p:childTnLst>
                                    <p:set>
                                      <p:cBhvr>
                                        <p:cTn id="40" dur="500" fill="hold">
                                          <p:stCondLst>
                                            <p:cond delay="0"/>
                                          </p:stCondLst>
                                        </p:cTn>
                                        <p:tgtEl>
                                          <p:spTgt spid="3"/>
                                        </p:tgtEl>
                                        <p:attrNameLst>
                                          <p:attrName>style.visibility</p:attrName>
                                        </p:attrNameLst>
                                      </p:cBhvr>
                                      <p:to>
                                        <p:strVal val="visible"/>
                                      </p:to>
                                    </p:set>
                                    <p:animEffect transition="in" filter="plus(in)">
                                      <p:cBhvr>
                                        <p:cTn id="41" dur="500"/>
                                        <p:tgtEl>
                                          <p:spTgt spid="3"/>
                                        </p:tgtEl>
                                      </p:cBhvr>
                                    </p:animEffect>
                                  </p:childTnLst>
                                </p:cTn>
                              </p:par>
                            </p:childTnLst>
                          </p:cTn>
                        </p:par>
                        <p:par>
                          <p:cTn id="42" fill="hold">
                            <p:stCondLst>
                              <p:cond delay="3000"/>
                            </p:stCondLst>
                            <p:childTnLst>
                              <p:par>
                                <p:cTn id="43" presetID="13" presetClass="entr" presetSubtype="16" fill="hold" grpId="0" nodeType="afterEffect">
                                  <p:stCondLst>
                                    <p:cond delay="0"/>
                                  </p:stCondLst>
                                  <p:childTnLst>
                                    <p:set>
                                      <p:cBhvr>
                                        <p:cTn id="44" dur="500" fill="hold">
                                          <p:stCondLst>
                                            <p:cond delay="0"/>
                                          </p:stCondLst>
                                        </p:cTn>
                                        <p:tgtEl>
                                          <p:spTgt spid="30006"/>
                                        </p:tgtEl>
                                        <p:attrNameLst>
                                          <p:attrName>style.visibility</p:attrName>
                                        </p:attrNameLst>
                                      </p:cBhvr>
                                      <p:to>
                                        <p:strVal val="visible"/>
                                      </p:to>
                                    </p:set>
                                    <p:animEffect transition="in" filter="plus(in)">
                                      <p:cBhvr>
                                        <p:cTn id="45" dur="500"/>
                                        <p:tgtEl>
                                          <p:spTgt spid="30006"/>
                                        </p:tgtEl>
                                      </p:cBhvr>
                                    </p:animEffect>
                                  </p:childTnLst>
                                </p:cTn>
                              </p:par>
                            </p:childTnLst>
                          </p:cTn>
                        </p:par>
                        <p:par>
                          <p:cTn id="46" fill="hold">
                            <p:stCondLst>
                              <p:cond delay="3500"/>
                            </p:stCondLst>
                            <p:childTnLst>
                              <p:par>
                                <p:cTn id="47" presetID="13" presetClass="entr" presetSubtype="16" fill="hold" grpId="0" nodeType="afterEffect">
                                  <p:stCondLst>
                                    <p:cond delay="0"/>
                                  </p:stCondLst>
                                  <p:childTnLst>
                                    <p:set>
                                      <p:cBhvr>
                                        <p:cTn id="48" dur="500" fill="hold">
                                          <p:stCondLst>
                                            <p:cond delay="0"/>
                                          </p:stCondLst>
                                        </p:cTn>
                                        <p:tgtEl>
                                          <p:spTgt spid="30005"/>
                                        </p:tgtEl>
                                        <p:attrNameLst>
                                          <p:attrName>style.visibility</p:attrName>
                                        </p:attrNameLst>
                                      </p:cBhvr>
                                      <p:to>
                                        <p:strVal val="visible"/>
                                      </p:to>
                                    </p:set>
                                    <p:animEffect transition="in" filter="plus(in)">
                                      <p:cBhvr>
                                        <p:cTn id="49" dur="500"/>
                                        <p:tgtEl>
                                          <p:spTgt spid="30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0006" grpId="0"/>
      <p:bldP spid="30005"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635"/>
            <a:ext cx="12212955" cy="6877685"/>
          </a:xfrm>
          <a:prstGeom prst="rect">
            <a:avLst/>
          </a:prstGeom>
        </p:spPr>
      </p:pic>
      <p:pic>
        <p:nvPicPr>
          <p:cNvPr id="7" name="图片 6" descr="144"/>
          <p:cNvPicPr>
            <a:picLocks noChangeAspect="1"/>
          </p:cNvPicPr>
          <p:nvPr/>
        </p:nvPicPr>
        <p:blipFill>
          <a:blip r:embed="rId2"/>
          <a:stretch>
            <a:fillRect/>
          </a:stretch>
        </p:blipFill>
        <p:spPr>
          <a:xfrm>
            <a:off x="682625" y="63436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682625" y="47669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100008" name="Object 100008"/>
          <p:cNvSpPr txBox="1"/>
          <p:nvPr/>
        </p:nvSpPr>
        <p:spPr>
          <a:xfrm>
            <a:off x="1818005" y="3084195"/>
            <a:ext cx="5792470" cy="482600"/>
          </a:xfrm>
          <a:prstGeom prst="rect">
            <a:avLst/>
          </a:prstGeom>
        </p:spPr>
        <p:txBody>
          <a:bodyPr vert="horz" rtlCol="0" anchor="t" anchorCtr="0">
            <a:noAutofit/>
          </a:bodyPr>
          <a:p>
            <a:pPr algn="l">
              <a:lnSpc>
                <a:spcPct val="100000"/>
              </a:lnSpc>
            </a:pPr>
            <a:r>
              <a:rPr lang="en-US" b="0" i="0" spc="320" dirty="0" smtClean="0">
                <a:solidFill>
                  <a:srgbClr val="464646">
                    <a:alpha val="100000"/>
                  </a:srgbClr>
                </a:solidFill>
                <a:latin typeface="汉仪中圆简" panose="02010609000101010101" charset="-122"/>
                <a:ea typeface="汉仪中圆简" panose="02010609000101010101" charset="-122"/>
              </a:rPr>
              <a:t>员工签名、寄语的贺卡，寄语的贺卡；</a:t>
            </a:r>
            <a:endParaRPr lang="en-US" b="0" i="0" spc="320" dirty="0" smtClean="0">
              <a:solidFill>
                <a:srgbClr val="464646">
                  <a:alpha val="100000"/>
                </a:srgbClr>
              </a:solidFill>
              <a:latin typeface="汉仪中圆简" panose="02010609000101010101" charset="-122"/>
              <a:ea typeface="汉仪中圆简" panose="02010609000101010101" charset="-122"/>
            </a:endParaRPr>
          </a:p>
        </p:txBody>
      </p:sp>
      <p:sp>
        <p:nvSpPr>
          <p:cNvPr id="100009" name="Object 100009"/>
          <p:cNvSpPr txBox="1"/>
          <p:nvPr/>
        </p:nvSpPr>
        <p:spPr>
          <a:xfrm>
            <a:off x="1818005" y="1623695"/>
            <a:ext cx="3414395" cy="1460500"/>
          </a:xfrm>
          <a:prstGeom prst="rect">
            <a:avLst/>
          </a:prstGeom>
        </p:spPr>
        <p:txBody>
          <a:bodyPr vert="horz" rtlCol="0" anchor="t" anchorCtr="0">
            <a:noAutofit/>
          </a:bodyPr>
          <a:p>
            <a:pPr algn="l">
              <a:lnSpc>
                <a:spcPct val="98000"/>
              </a:lnSpc>
            </a:pPr>
            <a:r>
              <a:rPr lang="en-US" sz="4400" b="0" i="0" dirty="0" smtClean="0">
                <a:solidFill>
                  <a:srgbClr val="262626">
                    <a:alpha val="100000"/>
                  </a:srgbClr>
                </a:solidFill>
                <a:latin typeface="汉仪中圆简" panose="02010609000101010101" charset="-122"/>
                <a:ea typeface="汉仪中圆简" panose="02010609000101010101" charset="-122"/>
              </a:rPr>
              <a:t>员工签名</a:t>
            </a:r>
            <a:endParaRPr lang="en-US" sz="600" dirty="0">
              <a:latin typeface="汉仪中圆简" panose="02010609000101010101" charset="-122"/>
              <a:ea typeface="汉仪中圆简" panose="02010609000101010101" charset="-122"/>
            </a:endParaRPr>
          </a:p>
          <a:p>
            <a:pPr algn="l">
              <a:lnSpc>
                <a:spcPct val="98000"/>
              </a:lnSpc>
            </a:pPr>
            <a:r>
              <a:rPr lang="en-US" sz="4400" b="0" i="0" dirty="0" smtClean="0">
                <a:solidFill>
                  <a:srgbClr val="262626">
                    <a:alpha val="100000"/>
                  </a:srgbClr>
                </a:solidFill>
                <a:latin typeface="汉仪中圆简" panose="02010609000101010101" charset="-122"/>
                <a:ea typeface="汉仪中圆简" panose="02010609000101010101" charset="-122"/>
              </a:rPr>
              <a:t>寄语的贺卡</a:t>
            </a:r>
            <a:endParaRPr lang="en-US" sz="4400" b="0" i="0" dirty="0" smtClean="0">
              <a:solidFill>
                <a:srgbClr val="262626">
                  <a:alpha val="100000"/>
                </a:srgbClr>
              </a:solidFill>
              <a:latin typeface="汉仪中圆简" panose="02010609000101010101" charset="-122"/>
              <a:ea typeface="汉仪中圆简" panose="02010609000101010101" charset="-122"/>
            </a:endParaRPr>
          </a:p>
        </p:txBody>
      </p:sp>
      <p:sp>
        <p:nvSpPr>
          <p:cNvPr id="2" name="文本框 1"/>
          <p:cNvSpPr txBox="1"/>
          <p:nvPr/>
        </p:nvSpPr>
        <p:spPr>
          <a:xfrm>
            <a:off x="1818005" y="3715385"/>
            <a:ext cx="4679315" cy="1123950"/>
          </a:xfrm>
          <a:prstGeom prst="rect">
            <a:avLst/>
          </a:prstGeom>
          <a:noFill/>
        </p:spPr>
        <p:txBody>
          <a:bodyPr wrap="square" rtlCol="0">
            <a:spAutoFit/>
          </a:bodyPr>
          <a:p>
            <a:pPr>
              <a:lnSpc>
                <a:spcPct val="140000"/>
              </a:lnSpc>
            </a:pPr>
            <a:r>
              <a:rPr lang="en-US" sz="1600" spc="320" dirty="0" smtClean="0">
                <a:solidFill>
                  <a:srgbClr val="464646">
                    <a:alpha val="100000"/>
                  </a:srgbClr>
                </a:solidFill>
                <a:latin typeface="汉仪中圆简" panose="02010609000101010101" charset="-122"/>
                <a:ea typeface="汉仪中圆简" panose="02010609000101010101" charset="-122"/>
              </a:rPr>
              <a:t>愿你的生日充满无穷的快乐，愿你今天的回忆温馨，愿你所有的梦想甜美，愿你这一年称心如意！</a:t>
            </a:r>
            <a:endParaRPr lang="en-US" sz="1600" spc="320" dirty="0" smtClean="0">
              <a:solidFill>
                <a:srgbClr val="464646">
                  <a:alpha val="100000"/>
                </a:srgbClr>
              </a:solidFill>
              <a:latin typeface="汉仪中圆简" panose="02010609000101010101" charset="-122"/>
              <a:ea typeface="汉仪中圆简" panose="02010609000101010101" charset="-122"/>
            </a:endParaRPr>
          </a:p>
        </p:txBody>
      </p:sp>
      <p:pic>
        <p:nvPicPr>
          <p:cNvPr id="5" name="图片 4" descr="F:\docer设计\PPT\相册\timg23.jpgtimg23"/>
          <p:cNvPicPr>
            <a:picLocks noChangeAspect="1"/>
          </p:cNvPicPr>
          <p:nvPr/>
        </p:nvPicPr>
        <p:blipFill>
          <a:blip r:embed="rId8"/>
          <a:srcRect/>
          <a:stretch>
            <a:fillRect/>
          </a:stretch>
        </p:blipFill>
        <p:spPr>
          <a:xfrm>
            <a:off x="6725285" y="2197100"/>
            <a:ext cx="3208655" cy="2407285"/>
          </a:xfrm>
          <a:prstGeom prst="ellipse">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22" presetClass="entr" presetSubtype="4" fill="hold"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par>
                          <p:cTn id="38" fill="hold">
                            <p:stCondLst>
                              <p:cond delay="2500"/>
                            </p:stCondLst>
                            <p:childTnLst>
                              <p:par>
                                <p:cTn id="39" presetID="2" presetClass="entr" presetSubtype="2" fill="hold" grpId="0" nodeType="afterEffect">
                                  <p:stCondLst>
                                    <p:cond delay="0"/>
                                  </p:stCondLst>
                                  <p:childTnLst>
                                    <p:set>
                                      <p:cBhvr>
                                        <p:cTn id="40" dur="1" fill="hold">
                                          <p:stCondLst>
                                            <p:cond delay="0"/>
                                          </p:stCondLst>
                                        </p:cTn>
                                        <p:tgtEl>
                                          <p:spTgt spid="100009"/>
                                        </p:tgtEl>
                                        <p:attrNameLst>
                                          <p:attrName>style.visibility</p:attrName>
                                        </p:attrNameLst>
                                      </p:cBhvr>
                                      <p:to>
                                        <p:strVal val="visible"/>
                                      </p:to>
                                    </p:set>
                                    <p:anim calcmode="lin" valueType="num">
                                      <p:cBhvr additive="base">
                                        <p:cTn id="41" dur="500" fill="hold"/>
                                        <p:tgtEl>
                                          <p:spTgt spid="100009"/>
                                        </p:tgtEl>
                                        <p:attrNameLst>
                                          <p:attrName>ppt_x</p:attrName>
                                        </p:attrNameLst>
                                      </p:cBhvr>
                                      <p:tavLst>
                                        <p:tav tm="0">
                                          <p:val>
                                            <p:strVal val="1+#ppt_w/2"/>
                                          </p:val>
                                        </p:tav>
                                        <p:tav tm="100000">
                                          <p:val>
                                            <p:strVal val="#ppt_x"/>
                                          </p:val>
                                        </p:tav>
                                      </p:tavLst>
                                    </p:anim>
                                    <p:anim calcmode="lin" valueType="num">
                                      <p:cBhvr additive="base">
                                        <p:cTn id="42" dur="500" fill="hold"/>
                                        <p:tgtEl>
                                          <p:spTgt spid="100009"/>
                                        </p:tgtEl>
                                        <p:attrNameLst>
                                          <p:attrName>ppt_y</p:attrName>
                                        </p:attrNameLst>
                                      </p:cBhvr>
                                      <p:tavLst>
                                        <p:tav tm="0">
                                          <p:val>
                                            <p:strVal val="#ppt_y"/>
                                          </p:val>
                                        </p:tav>
                                        <p:tav tm="100000">
                                          <p:val>
                                            <p:strVal val="#ppt_y"/>
                                          </p:val>
                                        </p:tav>
                                      </p:tavLst>
                                    </p:anim>
                                  </p:childTnLst>
                                </p:cTn>
                              </p:par>
                            </p:childTnLst>
                          </p:cTn>
                        </p:par>
                        <p:par>
                          <p:cTn id="43" fill="hold">
                            <p:stCondLst>
                              <p:cond delay="3000"/>
                            </p:stCondLst>
                            <p:childTnLst>
                              <p:par>
                                <p:cTn id="44" presetID="2" presetClass="entr" presetSubtype="2" fill="hold" grpId="0" nodeType="afterEffect">
                                  <p:stCondLst>
                                    <p:cond delay="0"/>
                                  </p:stCondLst>
                                  <p:childTnLst>
                                    <p:set>
                                      <p:cBhvr>
                                        <p:cTn id="45" dur="1" fill="hold">
                                          <p:stCondLst>
                                            <p:cond delay="0"/>
                                          </p:stCondLst>
                                        </p:cTn>
                                        <p:tgtEl>
                                          <p:spTgt spid="100008"/>
                                        </p:tgtEl>
                                        <p:attrNameLst>
                                          <p:attrName>style.visibility</p:attrName>
                                        </p:attrNameLst>
                                      </p:cBhvr>
                                      <p:to>
                                        <p:strVal val="visible"/>
                                      </p:to>
                                    </p:set>
                                    <p:anim calcmode="lin" valueType="num">
                                      <p:cBhvr additive="base">
                                        <p:cTn id="46" dur="500" fill="hold"/>
                                        <p:tgtEl>
                                          <p:spTgt spid="100008"/>
                                        </p:tgtEl>
                                        <p:attrNameLst>
                                          <p:attrName>ppt_x</p:attrName>
                                        </p:attrNameLst>
                                      </p:cBhvr>
                                      <p:tavLst>
                                        <p:tav tm="0">
                                          <p:val>
                                            <p:strVal val="1+#ppt_w/2"/>
                                          </p:val>
                                        </p:tav>
                                        <p:tav tm="100000">
                                          <p:val>
                                            <p:strVal val="#ppt_x"/>
                                          </p:val>
                                        </p:tav>
                                      </p:tavLst>
                                    </p:anim>
                                    <p:anim calcmode="lin" valueType="num">
                                      <p:cBhvr additive="base">
                                        <p:cTn id="47" dur="500" fill="hold"/>
                                        <p:tgtEl>
                                          <p:spTgt spid="100008"/>
                                        </p:tgtEl>
                                        <p:attrNameLst>
                                          <p:attrName>ppt_y</p:attrName>
                                        </p:attrNameLst>
                                      </p:cBhvr>
                                      <p:tavLst>
                                        <p:tav tm="0">
                                          <p:val>
                                            <p:strVal val="#ppt_y"/>
                                          </p:val>
                                        </p:tav>
                                        <p:tav tm="100000">
                                          <p:val>
                                            <p:strVal val="#ppt_y"/>
                                          </p:val>
                                        </p:tav>
                                      </p:tavLst>
                                    </p:anim>
                                  </p:childTnLst>
                                </p:cTn>
                              </p:par>
                            </p:childTnLst>
                          </p:cTn>
                        </p:par>
                        <p:par>
                          <p:cTn id="48" fill="hold">
                            <p:stCondLst>
                              <p:cond delay="3500"/>
                            </p:stCondLst>
                            <p:childTnLst>
                              <p:par>
                                <p:cTn id="49" presetID="2" presetClass="entr" presetSubtype="2" fill="hold" grpId="0" nodeType="afterEffect">
                                  <p:stCondLst>
                                    <p:cond delay="0"/>
                                  </p:stCondLst>
                                  <p:childTnLst>
                                    <p:set>
                                      <p:cBhvr>
                                        <p:cTn id="50" dur="1" fill="hold">
                                          <p:stCondLst>
                                            <p:cond delay="0"/>
                                          </p:stCondLst>
                                        </p:cTn>
                                        <p:tgtEl>
                                          <p:spTgt spid="2"/>
                                        </p:tgtEl>
                                        <p:attrNameLst>
                                          <p:attrName>style.visibility</p:attrName>
                                        </p:attrNameLst>
                                      </p:cBhvr>
                                      <p:to>
                                        <p:strVal val="visible"/>
                                      </p:to>
                                    </p:set>
                                    <p:anim calcmode="lin" valueType="num">
                                      <p:cBhvr additive="base">
                                        <p:cTn id="51" dur="500" fill="hold"/>
                                        <p:tgtEl>
                                          <p:spTgt spid="2"/>
                                        </p:tgtEl>
                                        <p:attrNameLst>
                                          <p:attrName>ppt_x</p:attrName>
                                        </p:attrNameLst>
                                      </p:cBhvr>
                                      <p:tavLst>
                                        <p:tav tm="0">
                                          <p:val>
                                            <p:strVal val="1+#ppt_w/2"/>
                                          </p:val>
                                        </p:tav>
                                        <p:tav tm="100000">
                                          <p:val>
                                            <p:strVal val="#ppt_x"/>
                                          </p:val>
                                        </p:tav>
                                      </p:tavLst>
                                    </p:anim>
                                    <p:anim calcmode="lin" valueType="num">
                                      <p:cBhvr additive="base">
                                        <p:cTn id="5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00009" grpId="0"/>
      <p:bldP spid="100008"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635"/>
            <a:ext cx="12212955" cy="6877685"/>
          </a:xfrm>
          <a:prstGeom prst="rect">
            <a:avLst/>
          </a:prstGeom>
        </p:spPr>
      </p:pic>
      <p:pic>
        <p:nvPicPr>
          <p:cNvPr id="7" name="图片 6" descr="144"/>
          <p:cNvPicPr>
            <a:picLocks noChangeAspect="1"/>
          </p:cNvPicPr>
          <p:nvPr/>
        </p:nvPicPr>
        <p:blipFill>
          <a:blip r:embed="rId2"/>
          <a:stretch>
            <a:fillRect/>
          </a:stretch>
        </p:blipFill>
        <p:spPr>
          <a:xfrm>
            <a:off x="682625" y="63436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682625" y="47669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110003" name="Object 110003"/>
          <p:cNvSpPr txBox="1"/>
          <p:nvPr/>
        </p:nvSpPr>
        <p:spPr>
          <a:xfrm>
            <a:off x="5687060" y="3194050"/>
            <a:ext cx="4527550" cy="1261745"/>
          </a:xfrm>
          <a:prstGeom prst="rect">
            <a:avLst/>
          </a:prstGeom>
        </p:spPr>
        <p:txBody>
          <a:bodyPr vert="horz" rtlCol="0" anchor="t" anchorCtr="0">
            <a:noAutofit/>
          </a:bodyPr>
          <a:p>
            <a:pPr algn="l">
              <a:lnSpc>
                <a:spcPct val="143000"/>
              </a:lnSpc>
            </a:pPr>
            <a:r>
              <a:rPr lang="en-US" sz="1600" b="0" i="0" spc="320" dirty="0" smtClean="0">
                <a:solidFill>
                  <a:srgbClr val="464646">
                    <a:alpha val="100000"/>
                  </a:srgbClr>
                </a:solidFill>
                <a:latin typeface="汉仪中圆简" panose="02010609000101010101" charset="-122"/>
                <a:ea typeface="汉仪中圆简" panose="02010609000101010101" charset="-122"/>
              </a:rPr>
              <a:t>大家一起享用蛋糕吧！大家一起享用蛋糕吧！大家一起享用蛋糕吧！大家一起享用蛋糕吧！</a:t>
            </a:r>
            <a:endParaRPr lang="en-US" sz="1600" b="0" i="0" spc="320" dirty="0" smtClean="0">
              <a:solidFill>
                <a:srgbClr val="464646">
                  <a:alpha val="100000"/>
                </a:srgbClr>
              </a:solidFill>
              <a:latin typeface="汉仪中圆简" panose="02010609000101010101" charset="-122"/>
              <a:ea typeface="汉仪中圆简" panose="02010609000101010101" charset="-122"/>
            </a:endParaRPr>
          </a:p>
        </p:txBody>
      </p:sp>
      <p:sp>
        <p:nvSpPr>
          <p:cNvPr id="1100010" name="Object 1100010"/>
          <p:cNvSpPr txBox="1"/>
          <p:nvPr/>
        </p:nvSpPr>
        <p:spPr>
          <a:xfrm>
            <a:off x="5687060" y="2201545"/>
            <a:ext cx="4203065" cy="992505"/>
          </a:xfrm>
          <a:prstGeom prst="rect">
            <a:avLst/>
          </a:prstGeom>
        </p:spPr>
        <p:txBody>
          <a:bodyPr vert="horz" rtlCol="0" anchor="t" anchorCtr="0">
            <a:noAutofit/>
          </a:bodyPr>
          <a:p>
            <a:pPr algn="l">
              <a:lnSpc>
                <a:spcPct val="123000"/>
              </a:lnSpc>
            </a:pPr>
            <a:r>
              <a:rPr lang="en-US" sz="4800" b="0" i="0" dirty="0" smtClean="0">
                <a:solidFill>
                  <a:srgbClr val="262626">
                    <a:alpha val="100000"/>
                  </a:srgbClr>
                </a:solidFill>
                <a:latin typeface="汉仪中圆简" panose="02010609000101010101" charset="-122"/>
                <a:ea typeface="汉仪中圆简" panose="02010609000101010101" charset="-122"/>
              </a:rPr>
              <a:t>蛋糕分享时刻</a:t>
            </a:r>
            <a:endParaRPr lang="en-US" sz="4800" b="0" i="0" dirty="0" smtClean="0">
              <a:solidFill>
                <a:srgbClr val="262626">
                  <a:alpha val="100000"/>
                </a:srgbClr>
              </a:solidFill>
              <a:latin typeface="汉仪中圆简" panose="02010609000101010101" charset="-122"/>
              <a:ea typeface="汉仪中圆简" panose="02010609000101010101" charset="-122"/>
            </a:endParaRPr>
          </a:p>
        </p:txBody>
      </p:sp>
      <p:pic>
        <p:nvPicPr>
          <p:cNvPr id="3" name="图片 2" descr="5d41a0a8de9f3"/>
          <p:cNvPicPr>
            <a:picLocks noChangeAspect="1"/>
          </p:cNvPicPr>
          <p:nvPr/>
        </p:nvPicPr>
        <p:blipFill>
          <a:blip r:embed="rId8"/>
          <a:srcRect l="16640" r="15200"/>
          <a:stretch>
            <a:fillRect/>
          </a:stretch>
        </p:blipFill>
        <p:spPr>
          <a:xfrm>
            <a:off x="1975485" y="1595120"/>
            <a:ext cx="3246120" cy="3171825"/>
          </a:xfrm>
          <a:prstGeom prst="ellipse">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23" presetClass="entr" presetSubtype="16" fill="hold" nodeType="after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p:cTn id="37" dur="500" fill="hold"/>
                                        <p:tgtEl>
                                          <p:spTgt spid="3"/>
                                        </p:tgtEl>
                                        <p:attrNameLst>
                                          <p:attrName>ppt_w</p:attrName>
                                        </p:attrNameLst>
                                      </p:cBhvr>
                                      <p:tavLst>
                                        <p:tav tm="0">
                                          <p:val>
                                            <p:fltVal val="0"/>
                                          </p:val>
                                        </p:tav>
                                        <p:tav tm="100000">
                                          <p:val>
                                            <p:strVal val="#ppt_w"/>
                                          </p:val>
                                        </p:tav>
                                      </p:tavLst>
                                    </p:anim>
                                    <p:anim calcmode="lin" valueType="num">
                                      <p:cBhvr>
                                        <p:cTn id="38" dur="500" fill="hold"/>
                                        <p:tgtEl>
                                          <p:spTgt spid="3"/>
                                        </p:tgtEl>
                                        <p:attrNameLst>
                                          <p:attrName>ppt_h</p:attrName>
                                        </p:attrNameLst>
                                      </p:cBhvr>
                                      <p:tavLst>
                                        <p:tav tm="0">
                                          <p:val>
                                            <p:fltVal val="0"/>
                                          </p:val>
                                        </p:tav>
                                        <p:tav tm="100000">
                                          <p:val>
                                            <p:strVal val="#ppt_h"/>
                                          </p:val>
                                        </p:tav>
                                      </p:tavLst>
                                    </p:anim>
                                  </p:childTnLst>
                                </p:cTn>
                              </p:par>
                            </p:childTnLst>
                          </p:cTn>
                        </p:par>
                        <p:par>
                          <p:cTn id="39" fill="hold">
                            <p:stCondLst>
                              <p:cond delay="2500"/>
                            </p:stCondLst>
                            <p:childTnLst>
                              <p:par>
                                <p:cTn id="40" presetID="2" presetClass="entr" presetSubtype="2" fill="hold" grpId="0" nodeType="afterEffect">
                                  <p:stCondLst>
                                    <p:cond delay="0"/>
                                  </p:stCondLst>
                                  <p:childTnLst>
                                    <p:set>
                                      <p:cBhvr>
                                        <p:cTn id="41" dur="1" fill="hold">
                                          <p:stCondLst>
                                            <p:cond delay="0"/>
                                          </p:stCondLst>
                                        </p:cTn>
                                        <p:tgtEl>
                                          <p:spTgt spid="1100010"/>
                                        </p:tgtEl>
                                        <p:attrNameLst>
                                          <p:attrName>style.visibility</p:attrName>
                                        </p:attrNameLst>
                                      </p:cBhvr>
                                      <p:to>
                                        <p:strVal val="visible"/>
                                      </p:to>
                                    </p:set>
                                    <p:anim calcmode="lin" valueType="num">
                                      <p:cBhvr additive="base">
                                        <p:cTn id="42" dur="500" fill="hold"/>
                                        <p:tgtEl>
                                          <p:spTgt spid="1100010"/>
                                        </p:tgtEl>
                                        <p:attrNameLst>
                                          <p:attrName>ppt_x</p:attrName>
                                        </p:attrNameLst>
                                      </p:cBhvr>
                                      <p:tavLst>
                                        <p:tav tm="0">
                                          <p:val>
                                            <p:strVal val="1+#ppt_w/2"/>
                                          </p:val>
                                        </p:tav>
                                        <p:tav tm="100000">
                                          <p:val>
                                            <p:strVal val="#ppt_x"/>
                                          </p:val>
                                        </p:tav>
                                      </p:tavLst>
                                    </p:anim>
                                    <p:anim calcmode="lin" valueType="num">
                                      <p:cBhvr additive="base">
                                        <p:cTn id="43" dur="500" fill="hold"/>
                                        <p:tgtEl>
                                          <p:spTgt spid="1100010"/>
                                        </p:tgtEl>
                                        <p:attrNameLst>
                                          <p:attrName>ppt_y</p:attrName>
                                        </p:attrNameLst>
                                      </p:cBhvr>
                                      <p:tavLst>
                                        <p:tav tm="0">
                                          <p:val>
                                            <p:strVal val="#ppt_y"/>
                                          </p:val>
                                        </p:tav>
                                        <p:tav tm="100000">
                                          <p:val>
                                            <p:strVal val="#ppt_y"/>
                                          </p:val>
                                        </p:tav>
                                      </p:tavLst>
                                    </p:anim>
                                  </p:childTnLst>
                                </p:cTn>
                              </p:par>
                            </p:childTnLst>
                          </p:cTn>
                        </p:par>
                        <p:par>
                          <p:cTn id="44" fill="hold">
                            <p:stCondLst>
                              <p:cond delay="3000"/>
                            </p:stCondLst>
                            <p:childTnLst>
                              <p:par>
                                <p:cTn id="45" presetID="2" presetClass="entr" presetSubtype="2" fill="hold" grpId="0" nodeType="afterEffect">
                                  <p:stCondLst>
                                    <p:cond delay="0"/>
                                  </p:stCondLst>
                                  <p:childTnLst>
                                    <p:set>
                                      <p:cBhvr>
                                        <p:cTn id="46" dur="1" fill="hold">
                                          <p:stCondLst>
                                            <p:cond delay="0"/>
                                          </p:stCondLst>
                                        </p:cTn>
                                        <p:tgtEl>
                                          <p:spTgt spid="110003"/>
                                        </p:tgtEl>
                                        <p:attrNameLst>
                                          <p:attrName>style.visibility</p:attrName>
                                        </p:attrNameLst>
                                      </p:cBhvr>
                                      <p:to>
                                        <p:strVal val="visible"/>
                                      </p:to>
                                    </p:set>
                                    <p:anim calcmode="lin" valueType="num">
                                      <p:cBhvr additive="base">
                                        <p:cTn id="47" dur="500" fill="hold"/>
                                        <p:tgtEl>
                                          <p:spTgt spid="110003"/>
                                        </p:tgtEl>
                                        <p:attrNameLst>
                                          <p:attrName>ppt_x</p:attrName>
                                        </p:attrNameLst>
                                      </p:cBhvr>
                                      <p:tavLst>
                                        <p:tav tm="0">
                                          <p:val>
                                            <p:strVal val="1+#ppt_w/2"/>
                                          </p:val>
                                        </p:tav>
                                        <p:tav tm="100000">
                                          <p:val>
                                            <p:strVal val="#ppt_x"/>
                                          </p:val>
                                        </p:tav>
                                      </p:tavLst>
                                    </p:anim>
                                    <p:anim calcmode="lin" valueType="num">
                                      <p:cBhvr additive="base">
                                        <p:cTn id="48" dur="500" fill="hold"/>
                                        <p:tgtEl>
                                          <p:spTgt spid="1100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100010" grpId="0"/>
      <p:bldP spid="11000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0"/>
            <a:ext cx="12212955" cy="6868160"/>
          </a:xfrm>
          <a:prstGeom prst="rect">
            <a:avLst/>
          </a:prstGeom>
        </p:spPr>
      </p:pic>
      <p:pic>
        <p:nvPicPr>
          <p:cNvPr id="7" name="图片 6" descr="144"/>
          <p:cNvPicPr>
            <a:picLocks noChangeAspect="1"/>
          </p:cNvPicPr>
          <p:nvPr/>
        </p:nvPicPr>
        <p:blipFill>
          <a:blip r:embed="rId2"/>
          <a:stretch>
            <a:fillRect/>
          </a:stretch>
        </p:blipFill>
        <p:spPr>
          <a:xfrm>
            <a:off x="682625" y="66230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682625" y="47669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30005" name="Object 30005"/>
          <p:cNvSpPr txBox="1"/>
          <p:nvPr/>
        </p:nvSpPr>
        <p:spPr>
          <a:xfrm>
            <a:off x="5485130" y="4073525"/>
            <a:ext cx="4536440" cy="699770"/>
          </a:xfrm>
          <a:prstGeom prst="rect">
            <a:avLst/>
          </a:prstGeom>
        </p:spPr>
        <p:txBody>
          <a:bodyPr vert="horz" rtlCol="0" anchor="t" anchorCtr="0">
            <a:noAutofit/>
          </a:bodyPr>
          <a:p>
            <a:pPr algn="l">
              <a:lnSpc>
                <a:spcPct val="125000"/>
              </a:lnSpc>
            </a:pPr>
            <a:r>
              <a:rPr lang="en-US" sz="1400" dirty="0" smtClean="0">
                <a:solidFill>
                  <a:srgbClr val="414141">
                    <a:alpha val="100000"/>
                  </a:srgbClr>
                </a:solidFill>
                <a:latin typeface="+mn-ea"/>
                <a:cs typeface="+mn-ea"/>
                <a:sym typeface="+mn-ea"/>
              </a:rPr>
              <a:t>谢谢公司的大家庭，让我感觉到满满的爱;谢谢公司的大家庭，让我感觉到满满的爱。</a:t>
            </a:r>
            <a:endParaRPr lang="en-US" sz="1400" b="0" i="0" dirty="0" smtClean="0">
              <a:solidFill>
                <a:srgbClr val="414141">
                  <a:alpha val="100000"/>
                </a:srgbClr>
              </a:solidFill>
              <a:latin typeface="+mn-ea"/>
              <a:cs typeface="+mn-ea"/>
            </a:endParaRPr>
          </a:p>
        </p:txBody>
      </p:sp>
      <p:sp>
        <p:nvSpPr>
          <p:cNvPr id="30006" name="Object 30006"/>
          <p:cNvSpPr txBox="1"/>
          <p:nvPr/>
        </p:nvSpPr>
        <p:spPr>
          <a:xfrm>
            <a:off x="5485130" y="2780030"/>
            <a:ext cx="4175760" cy="1358900"/>
          </a:xfrm>
          <a:prstGeom prst="rect">
            <a:avLst/>
          </a:prstGeom>
        </p:spPr>
        <p:txBody>
          <a:bodyPr vert="horz" rtlCol="0" anchor="t" anchorCtr="0">
            <a:noAutofit/>
          </a:bodyPr>
          <a:p>
            <a:pPr algn="l">
              <a:lnSpc>
                <a:spcPct val="123000"/>
              </a:lnSpc>
            </a:pPr>
            <a:r>
              <a:rPr lang="zh-CN" altLang="zh-CN" sz="6600" b="0" i="0" dirty="0" smtClean="0">
                <a:solidFill>
                  <a:srgbClr val="262626">
                    <a:alpha val="100000"/>
                  </a:srgbClr>
                </a:solidFill>
                <a:latin typeface="汉仪中圆简" panose="02010609000101010101" charset="-122"/>
                <a:ea typeface="汉仪中圆简" panose="02010609000101010101" charset="-122"/>
              </a:rPr>
              <a:t>寿星感言</a:t>
            </a:r>
            <a:endParaRPr lang="zh-CN" altLang="zh-CN" sz="6600" b="0" i="0" dirty="0" smtClean="0">
              <a:solidFill>
                <a:srgbClr val="262626">
                  <a:alpha val="100000"/>
                </a:srgbClr>
              </a:solidFill>
              <a:latin typeface="汉仪中圆简" panose="02010609000101010101" charset="-122"/>
              <a:ea typeface="汉仪中圆简" panose="02010609000101010101" charset="-122"/>
            </a:endParaRPr>
          </a:p>
        </p:txBody>
      </p:sp>
      <p:sp>
        <p:nvSpPr>
          <p:cNvPr id="2" name="文本框 1"/>
          <p:cNvSpPr txBox="1"/>
          <p:nvPr/>
        </p:nvSpPr>
        <p:spPr>
          <a:xfrm>
            <a:off x="5485130" y="1799590"/>
            <a:ext cx="2291080" cy="1322070"/>
          </a:xfrm>
          <a:prstGeom prst="rect">
            <a:avLst/>
          </a:prstGeom>
          <a:noFill/>
        </p:spPr>
        <p:txBody>
          <a:bodyPr wrap="square" rtlCol="0">
            <a:spAutoFit/>
          </a:bodyPr>
          <a:p>
            <a:r>
              <a:rPr lang="en-US" sz="8000" i="1" dirty="0" smtClean="0">
                <a:solidFill>
                  <a:schemeClr val="bg1">
                    <a:lumMod val="65000"/>
                    <a:alpha val="100000"/>
                  </a:schemeClr>
                </a:solidFill>
                <a:latin typeface="汉仪中圆简" panose="02010609000101010101" charset="-122"/>
                <a:ea typeface="汉仪中圆简" panose="02010609000101010101" charset="-122"/>
              </a:rPr>
              <a:t>04</a:t>
            </a:r>
            <a:endParaRPr lang="en-US" sz="8000" i="1" dirty="0" smtClean="0">
              <a:solidFill>
                <a:schemeClr val="bg1">
                  <a:lumMod val="65000"/>
                  <a:alpha val="100000"/>
                </a:schemeClr>
              </a:solidFill>
              <a:latin typeface="汉仪中圆简" panose="02010609000101010101" charset="-122"/>
              <a:ea typeface="汉仪中圆简" panose="02010609000101010101" charset="-122"/>
            </a:endParaRPr>
          </a:p>
        </p:txBody>
      </p:sp>
      <p:pic>
        <p:nvPicPr>
          <p:cNvPr id="15" name="图片 14" descr="F:\包图网_18113814简约小清新生日礼物玩具熊免抠素材.png包图网_18113814简约小清新生日礼物玩具熊免抠素材"/>
          <p:cNvPicPr>
            <a:picLocks noChangeAspect="1"/>
          </p:cNvPicPr>
          <p:nvPr/>
        </p:nvPicPr>
        <p:blipFill>
          <a:blip r:embed="rId8"/>
          <a:srcRect/>
          <a:stretch>
            <a:fillRect/>
          </a:stretch>
        </p:blipFill>
        <p:spPr>
          <a:xfrm>
            <a:off x="1152525" y="958850"/>
            <a:ext cx="5004435" cy="4939665"/>
          </a:xfrm>
          <a:prstGeom prst="rect">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13" presetClass="entr" presetSubtype="16" fill="hold" grpId="0" nodeType="afterEffect">
                                  <p:stCondLst>
                                    <p:cond delay="0"/>
                                  </p:stCondLst>
                                  <p:childTnLst>
                                    <p:set>
                                      <p:cBhvr>
                                        <p:cTn id="36" dur="500" fill="hold">
                                          <p:stCondLst>
                                            <p:cond delay="0"/>
                                          </p:stCondLst>
                                        </p:cTn>
                                        <p:tgtEl>
                                          <p:spTgt spid="2"/>
                                        </p:tgtEl>
                                        <p:attrNameLst>
                                          <p:attrName>style.visibility</p:attrName>
                                        </p:attrNameLst>
                                      </p:cBhvr>
                                      <p:to>
                                        <p:strVal val="visible"/>
                                      </p:to>
                                    </p:set>
                                    <p:animEffect transition="in" filter="plus(in)">
                                      <p:cBhvr>
                                        <p:cTn id="37" dur="500"/>
                                        <p:tgtEl>
                                          <p:spTgt spid="2"/>
                                        </p:tgtEl>
                                      </p:cBhvr>
                                    </p:animEffect>
                                  </p:childTnLst>
                                </p:cTn>
                              </p:par>
                            </p:childTnLst>
                          </p:cTn>
                        </p:par>
                        <p:par>
                          <p:cTn id="38" fill="hold">
                            <p:stCondLst>
                              <p:cond delay="2500"/>
                            </p:stCondLst>
                            <p:childTnLst>
                              <p:par>
                                <p:cTn id="39" presetID="13" presetClass="entr" presetSubtype="16" fill="hold" grpId="0" nodeType="afterEffect">
                                  <p:stCondLst>
                                    <p:cond delay="0"/>
                                  </p:stCondLst>
                                  <p:childTnLst>
                                    <p:set>
                                      <p:cBhvr>
                                        <p:cTn id="40" dur="500" fill="hold">
                                          <p:stCondLst>
                                            <p:cond delay="0"/>
                                          </p:stCondLst>
                                        </p:cTn>
                                        <p:tgtEl>
                                          <p:spTgt spid="30006"/>
                                        </p:tgtEl>
                                        <p:attrNameLst>
                                          <p:attrName>style.visibility</p:attrName>
                                        </p:attrNameLst>
                                      </p:cBhvr>
                                      <p:to>
                                        <p:strVal val="visible"/>
                                      </p:to>
                                    </p:set>
                                    <p:animEffect transition="in" filter="plus(in)">
                                      <p:cBhvr>
                                        <p:cTn id="41" dur="500"/>
                                        <p:tgtEl>
                                          <p:spTgt spid="30006"/>
                                        </p:tgtEl>
                                      </p:cBhvr>
                                    </p:animEffect>
                                  </p:childTnLst>
                                </p:cTn>
                              </p:par>
                            </p:childTnLst>
                          </p:cTn>
                        </p:par>
                        <p:par>
                          <p:cTn id="42" fill="hold">
                            <p:stCondLst>
                              <p:cond delay="3000"/>
                            </p:stCondLst>
                            <p:childTnLst>
                              <p:par>
                                <p:cTn id="43" presetID="13" presetClass="entr" presetSubtype="16" fill="hold" grpId="0" nodeType="afterEffect">
                                  <p:stCondLst>
                                    <p:cond delay="0"/>
                                  </p:stCondLst>
                                  <p:childTnLst>
                                    <p:set>
                                      <p:cBhvr>
                                        <p:cTn id="44" dur="500" fill="hold">
                                          <p:stCondLst>
                                            <p:cond delay="0"/>
                                          </p:stCondLst>
                                        </p:cTn>
                                        <p:tgtEl>
                                          <p:spTgt spid="30005"/>
                                        </p:tgtEl>
                                        <p:attrNameLst>
                                          <p:attrName>style.visibility</p:attrName>
                                        </p:attrNameLst>
                                      </p:cBhvr>
                                      <p:to>
                                        <p:strVal val="visible"/>
                                      </p:to>
                                    </p:set>
                                    <p:animEffect transition="in" filter="plus(in)">
                                      <p:cBhvr>
                                        <p:cTn id="45" dur="500"/>
                                        <p:tgtEl>
                                          <p:spTgt spid="30005"/>
                                        </p:tgtEl>
                                      </p:cBhvr>
                                    </p:animEffect>
                                  </p:childTnLst>
                                </p:cTn>
                              </p:par>
                            </p:childTnLst>
                          </p:cTn>
                        </p:par>
                        <p:par>
                          <p:cTn id="46" fill="hold">
                            <p:stCondLst>
                              <p:cond delay="3500"/>
                            </p:stCondLst>
                            <p:childTnLst>
                              <p:par>
                                <p:cTn id="47" presetID="22" presetClass="entr" presetSubtype="4"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down)">
                                      <p:cBhvr>
                                        <p:cTn id="4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0006" grpId="0"/>
      <p:bldP spid="30005"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0"/>
            <a:ext cx="12212955" cy="6868160"/>
          </a:xfrm>
          <a:prstGeom prst="rect">
            <a:avLst/>
          </a:prstGeom>
        </p:spPr>
      </p:pic>
      <p:pic>
        <p:nvPicPr>
          <p:cNvPr id="7" name="图片 6" descr="144"/>
          <p:cNvPicPr>
            <a:picLocks noChangeAspect="1"/>
          </p:cNvPicPr>
          <p:nvPr/>
        </p:nvPicPr>
        <p:blipFill>
          <a:blip r:embed="rId2"/>
          <a:stretch>
            <a:fillRect/>
          </a:stretch>
        </p:blipFill>
        <p:spPr>
          <a:xfrm>
            <a:off x="682625" y="66230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682625" y="47669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130005" name="Object 130005"/>
          <p:cNvSpPr txBox="1"/>
          <p:nvPr/>
        </p:nvSpPr>
        <p:spPr>
          <a:xfrm>
            <a:off x="2018030" y="4150360"/>
            <a:ext cx="8750935" cy="1193800"/>
          </a:xfrm>
          <a:prstGeom prst="rect">
            <a:avLst/>
          </a:prstGeom>
        </p:spPr>
        <p:txBody>
          <a:bodyPr vert="horz" rtlCol="0" anchor="t" anchorCtr="0">
            <a:noAutofit/>
          </a:bodyPr>
          <a:p>
            <a:pPr algn="l">
              <a:lnSpc>
                <a:spcPct val="143000"/>
              </a:lnSpc>
            </a:pPr>
            <a:r>
              <a:rPr lang="en-US" sz="1400" b="0" i="0" spc="280" dirty="0" smtClean="0">
                <a:solidFill>
                  <a:srgbClr val="464646">
                    <a:alpha val="100000"/>
                  </a:srgbClr>
                </a:solidFill>
                <a:latin typeface="汉仪中圆简" panose="02010609000101010101" charset="-122"/>
                <a:ea typeface="汉仪中圆简" panose="02010609000101010101" charset="-122"/>
                <a:cs typeface="造字工房悦圆演示版常规体" charset="-122"/>
              </a:rPr>
              <a:t>在这里也祝各位寿星生日快乐，家庭幸福。祝各位领导及我们的家人们身体健康，万事如意，最后祝愿明天越来越好！</a:t>
            </a:r>
            <a:endParaRPr lang="en-US" sz="1400" b="0" i="0" spc="280" dirty="0" smtClean="0">
              <a:solidFill>
                <a:srgbClr val="464646">
                  <a:alpha val="100000"/>
                </a:srgbClr>
              </a:solidFill>
              <a:latin typeface="汉仪中圆简" panose="02010609000101010101" charset="-122"/>
              <a:ea typeface="汉仪中圆简" panose="02010609000101010101" charset="-122"/>
              <a:cs typeface="造字工房悦圆演示版常规体" charset="-122"/>
            </a:endParaRPr>
          </a:p>
        </p:txBody>
      </p:sp>
      <p:sp>
        <p:nvSpPr>
          <p:cNvPr id="130006" name="Object 130006"/>
          <p:cNvSpPr txBox="1"/>
          <p:nvPr/>
        </p:nvSpPr>
        <p:spPr>
          <a:xfrm>
            <a:off x="2018030" y="3618230"/>
            <a:ext cx="4152900" cy="597535"/>
          </a:xfrm>
          <a:prstGeom prst="rect">
            <a:avLst/>
          </a:prstGeom>
        </p:spPr>
        <p:txBody>
          <a:bodyPr vert="horz" rtlCol="0" anchor="t" anchorCtr="0">
            <a:noAutofit/>
          </a:bodyPr>
          <a:p>
            <a:pPr algn="l">
              <a:lnSpc>
                <a:spcPct val="123000"/>
              </a:lnSpc>
            </a:pPr>
            <a:r>
              <a:rPr lang="en-US" sz="2000" b="0" i="0" dirty="0" smtClean="0">
                <a:solidFill>
                  <a:srgbClr val="262626">
                    <a:alpha val="100000"/>
                  </a:srgbClr>
                </a:solidFill>
                <a:latin typeface="汉仪中圆简" panose="02010609000101010101" charset="-122"/>
                <a:ea typeface="汉仪中圆简" panose="02010609000101010101" charset="-122"/>
              </a:rPr>
              <a:t>祝寿星们快乐</a:t>
            </a:r>
            <a:endParaRPr lang="en-US" sz="2000" b="0" i="0" dirty="0" smtClean="0">
              <a:solidFill>
                <a:srgbClr val="262626">
                  <a:alpha val="100000"/>
                </a:srgbClr>
              </a:solidFill>
              <a:latin typeface="汉仪中圆简" panose="02010609000101010101" charset="-122"/>
              <a:ea typeface="汉仪中圆简" panose="02010609000101010101" charset="-122"/>
            </a:endParaRPr>
          </a:p>
        </p:txBody>
      </p:sp>
      <p:sp>
        <p:nvSpPr>
          <p:cNvPr id="130007" name="Object 130007"/>
          <p:cNvSpPr txBox="1"/>
          <p:nvPr/>
        </p:nvSpPr>
        <p:spPr>
          <a:xfrm>
            <a:off x="2018030" y="2417445"/>
            <a:ext cx="8486140" cy="1200785"/>
          </a:xfrm>
          <a:prstGeom prst="rect">
            <a:avLst/>
          </a:prstGeom>
        </p:spPr>
        <p:txBody>
          <a:bodyPr vert="horz" rtlCol="0" anchor="t" anchorCtr="0">
            <a:noAutofit/>
          </a:bodyPr>
          <a:p>
            <a:pPr algn="l">
              <a:lnSpc>
                <a:spcPct val="143000"/>
              </a:lnSpc>
            </a:pPr>
            <a:r>
              <a:rPr lang="en-US" sz="1400" b="0" i="0" spc="280" dirty="0" smtClean="0">
                <a:solidFill>
                  <a:srgbClr val="464646">
                    <a:alpha val="100000"/>
                  </a:srgbClr>
                </a:solidFill>
                <a:latin typeface="汉仪中圆简" panose="02010609000101010101" charset="-122"/>
                <a:ea typeface="汉仪中圆简" panose="02010609000101010101" charset="-122"/>
                <a:cs typeface="汉仪中圆简" panose="02010609000101010101" charset="-122"/>
              </a:rPr>
              <a:t>1</a:t>
            </a:r>
            <a:r>
              <a:rPr lang="zh-CN" altLang="en-US" sz="1400" b="0" i="0" spc="280" dirty="0" smtClean="0">
                <a:solidFill>
                  <a:srgbClr val="464646">
                    <a:alpha val="100000"/>
                  </a:srgbClr>
                </a:solidFill>
                <a:latin typeface="汉仪中圆简" panose="02010609000101010101" charset="-122"/>
                <a:ea typeface="汉仪中圆简" panose="02010609000101010101" charset="-122"/>
                <a:cs typeface="汉仪中圆简" panose="02010609000101010101" charset="-122"/>
              </a:rPr>
              <a:t>、</a:t>
            </a:r>
            <a:r>
              <a:rPr lang="en-US" sz="1400" b="0" i="0" spc="280" dirty="0" smtClean="0">
                <a:solidFill>
                  <a:srgbClr val="464646">
                    <a:alpha val="100000"/>
                  </a:srgbClr>
                </a:solidFill>
                <a:latin typeface="汉仪中圆简" panose="02010609000101010101" charset="-122"/>
                <a:ea typeface="汉仪中圆简" panose="02010609000101010101" charset="-122"/>
                <a:cs typeface="汉仪中圆简" panose="02010609000101010101" charset="-122"/>
              </a:rPr>
              <a:t>要感谢我的父母将我养育成人；感谢我家人的支持，能让我安心的出来工作；2、感谢公司：感谢我的领导平时工作中的指导与关怀；感谢公司其他部门的小伙伴在工作上的热心帮助与支持配合；这让我切身感受到了××大家庭的温暖</a:t>
            </a:r>
            <a:endParaRPr lang="en-US" sz="1400" b="0" i="0" spc="280" dirty="0" smtClean="0">
              <a:solidFill>
                <a:srgbClr val="464646">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130008" name="Object 130008"/>
          <p:cNvSpPr txBox="1"/>
          <p:nvPr/>
        </p:nvSpPr>
        <p:spPr>
          <a:xfrm>
            <a:off x="2018030" y="1917700"/>
            <a:ext cx="1992630" cy="577215"/>
          </a:xfrm>
          <a:prstGeom prst="rect">
            <a:avLst/>
          </a:prstGeom>
        </p:spPr>
        <p:txBody>
          <a:bodyPr vert="horz" rtlCol="0" anchor="t" anchorCtr="0">
            <a:noAutofit/>
          </a:bodyPr>
          <a:p>
            <a:pPr algn="l">
              <a:lnSpc>
                <a:spcPct val="123000"/>
              </a:lnSpc>
            </a:pPr>
            <a:r>
              <a:rPr lang="en-US" sz="2000" b="0" i="0" dirty="0" smtClean="0">
                <a:solidFill>
                  <a:srgbClr val="262626">
                    <a:alpha val="100000"/>
                  </a:srgbClr>
                </a:solidFill>
                <a:latin typeface="汉仪中圆简" panose="02010609000101010101" charset="-122"/>
                <a:ea typeface="汉仪中圆简" panose="02010609000101010101" charset="-122"/>
              </a:rPr>
              <a:t>感谢父母</a:t>
            </a:r>
            <a:endParaRPr lang="en-US" sz="2000" b="0" i="0" dirty="0" smtClean="0">
              <a:solidFill>
                <a:srgbClr val="262626">
                  <a:alpha val="100000"/>
                </a:srgbClr>
              </a:solidFill>
              <a:latin typeface="汉仪中圆简" panose="02010609000101010101" charset="-122"/>
              <a:ea typeface="汉仪中圆简" panose="02010609000101010101" charset="-122"/>
            </a:endParaRPr>
          </a:p>
        </p:txBody>
      </p:sp>
      <p:sp>
        <p:nvSpPr>
          <p:cNvPr id="130009" name="Object 130009"/>
          <p:cNvSpPr txBox="1"/>
          <p:nvPr/>
        </p:nvSpPr>
        <p:spPr>
          <a:xfrm>
            <a:off x="4669155" y="1083945"/>
            <a:ext cx="2832100" cy="909955"/>
          </a:xfrm>
          <a:prstGeom prst="rect">
            <a:avLst/>
          </a:prstGeom>
        </p:spPr>
        <p:txBody>
          <a:bodyPr vert="horz" rtlCol="0" anchor="t" anchorCtr="0">
            <a:noAutofit/>
          </a:bodyPr>
          <a:p>
            <a:pPr algn="ctr">
              <a:lnSpc>
                <a:spcPct val="123000"/>
              </a:lnSpc>
            </a:pPr>
            <a:r>
              <a:rPr lang="en-US" sz="4000" b="0" i="0" dirty="0" smtClean="0">
                <a:solidFill>
                  <a:srgbClr val="262626">
                    <a:alpha val="100000"/>
                  </a:srgbClr>
                </a:solidFill>
                <a:latin typeface="汉仪中圆简" panose="02010609000101010101" charset="-122"/>
                <a:ea typeface="汉仪中圆简" panose="02010609000101010101" charset="-122"/>
              </a:rPr>
              <a:t>寿星感言</a:t>
            </a:r>
            <a:endParaRPr lang="en-US" sz="4000" b="0" i="0" dirty="0" smtClean="0">
              <a:solidFill>
                <a:srgbClr val="262626">
                  <a:alpha val="100000"/>
                </a:srgbClr>
              </a:solidFill>
              <a:latin typeface="汉仪中圆简" panose="02010609000101010101" charset="-122"/>
              <a:ea typeface="汉仪中圆简" panose="02010609000101010101" charset="-122"/>
            </a:endParaRPr>
          </a:p>
        </p:txBody>
      </p:sp>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13" presetClass="entr" presetSubtype="16" fill="hold" grpId="0" nodeType="afterEffect">
                                  <p:stCondLst>
                                    <p:cond delay="0"/>
                                  </p:stCondLst>
                                  <p:childTnLst>
                                    <p:set>
                                      <p:cBhvr>
                                        <p:cTn id="36" dur="500" fill="hold">
                                          <p:stCondLst>
                                            <p:cond delay="0"/>
                                          </p:stCondLst>
                                        </p:cTn>
                                        <p:tgtEl>
                                          <p:spTgt spid="130009"/>
                                        </p:tgtEl>
                                        <p:attrNameLst>
                                          <p:attrName>style.visibility</p:attrName>
                                        </p:attrNameLst>
                                      </p:cBhvr>
                                      <p:to>
                                        <p:strVal val="visible"/>
                                      </p:to>
                                    </p:set>
                                    <p:animEffect transition="in" filter="plus(in)">
                                      <p:cBhvr>
                                        <p:cTn id="37" dur="500"/>
                                        <p:tgtEl>
                                          <p:spTgt spid="130009"/>
                                        </p:tgtEl>
                                      </p:cBhvr>
                                    </p:animEffect>
                                  </p:childTnLst>
                                </p:cTn>
                              </p:par>
                            </p:childTnLst>
                          </p:cTn>
                        </p:par>
                        <p:par>
                          <p:cTn id="38" fill="hold">
                            <p:stCondLst>
                              <p:cond delay="2500"/>
                            </p:stCondLst>
                            <p:childTnLst>
                              <p:par>
                                <p:cTn id="39" presetID="2" presetClass="entr" presetSubtype="2" fill="hold" grpId="0" nodeType="afterEffect">
                                  <p:stCondLst>
                                    <p:cond delay="0"/>
                                  </p:stCondLst>
                                  <p:childTnLst>
                                    <p:set>
                                      <p:cBhvr>
                                        <p:cTn id="40" dur="1" fill="hold">
                                          <p:stCondLst>
                                            <p:cond delay="0"/>
                                          </p:stCondLst>
                                        </p:cTn>
                                        <p:tgtEl>
                                          <p:spTgt spid="130008"/>
                                        </p:tgtEl>
                                        <p:attrNameLst>
                                          <p:attrName>style.visibility</p:attrName>
                                        </p:attrNameLst>
                                      </p:cBhvr>
                                      <p:to>
                                        <p:strVal val="visible"/>
                                      </p:to>
                                    </p:set>
                                    <p:anim calcmode="lin" valueType="num">
                                      <p:cBhvr additive="base">
                                        <p:cTn id="41" dur="500" fill="hold"/>
                                        <p:tgtEl>
                                          <p:spTgt spid="130008"/>
                                        </p:tgtEl>
                                        <p:attrNameLst>
                                          <p:attrName>ppt_x</p:attrName>
                                        </p:attrNameLst>
                                      </p:cBhvr>
                                      <p:tavLst>
                                        <p:tav tm="0">
                                          <p:val>
                                            <p:strVal val="1+#ppt_w/2"/>
                                          </p:val>
                                        </p:tav>
                                        <p:tav tm="100000">
                                          <p:val>
                                            <p:strVal val="#ppt_x"/>
                                          </p:val>
                                        </p:tav>
                                      </p:tavLst>
                                    </p:anim>
                                    <p:anim calcmode="lin" valueType="num">
                                      <p:cBhvr additive="base">
                                        <p:cTn id="42" dur="500" fill="hold"/>
                                        <p:tgtEl>
                                          <p:spTgt spid="130008"/>
                                        </p:tgtEl>
                                        <p:attrNameLst>
                                          <p:attrName>ppt_y</p:attrName>
                                        </p:attrNameLst>
                                      </p:cBhvr>
                                      <p:tavLst>
                                        <p:tav tm="0">
                                          <p:val>
                                            <p:strVal val="#ppt_y"/>
                                          </p:val>
                                        </p:tav>
                                        <p:tav tm="100000">
                                          <p:val>
                                            <p:strVal val="#ppt_y"/>
                                          </p:val>
                                        </p:tav>
                                      </p:tavLst>
                                    </p:anim>
                                  </p:childTnLst>
                                </p:cTn>
                              </p:par>
                            </p:childTnLst>
                          </p:cTn>
                        </p:par>
                        <p:par>
                          <p:cTn id="43" fill="hold">
                            <p:stCondLst>
                              <p:cond delay="3000"/>
                            </p:stCondLst>
                            <p:childTnLst>
                              <p:par>
                                <p:cTn id="44" presetID="2" presetClass="entr" presetSubtype="2" fill="hold" grpId="0" nodeType="afterEffect">
                                  <p:stCondLst>
                                    <p:cond delay="0"/>
                                  </p:stCondLst>
                                  <p:childTnLst>
                                    <p:set>
                                      <p:cBhvr>
                                        <p:cTn id="45" dur="1" fill="hold">
                                          <p:stCondLst>
                                            <p:cond delay="0"/>
                                          </p:stCondLst>
                                        </p:cTn>
                                        <p:tgtEl>
                                          <p:spTgt spid="130007"/>
                                        </p:tgtEl>
                                        <p:attrNameLst>
                                          <p:attrName>style.visibility</p:attrName>
                                        </p:attrNameLst>
                                      </p:cBhvr>
                                      <p:to>
                                        <p:strVal val="visible"/>
                                      </p:to>
                                    </p:set>
                                    <p:anim calcmode="lin" valueType="num">
                                      <p:cBhvr additive="base">
                                        <p:cTn id="46" dur="500" fill="hold"/>
                                        <p:tgtEl>
                                          <p:spTgt spid="130007"/>
                                        </p:tgtEl>
                                        <p:attrNameLst>
                                          <p:attrName>ppt_x</p:attrName>
                                        </p:attrNameLst>
                                      </p:cBhvr>
                                      <p:tavLst>
                                        <p:tav tm="0">
                                          <p:val>
                                            <p:strVal val="1+#ppt_w/2"/>
                                          </p:val>
                                        </p:tav>
                                        <p:tav tm="100000">
                                          <p:val>
                                            <p:strVal val="#ppt_x"/>
                                          </p:val>
                                        </p:tav>
                                      </p:tavLst>
                                    </p:anim>
                                    <p:anim calcmode="lin" valueType="num">
                                      <p:cBhvr additive="base">
                                        <p:cTn id="47" dur="500" fill="hold"/>
                                        <p:tgtEl>
                                          <p:spTgt spid="130007"/>
                                        </p:tgtEl>
                                        <p:attrNameLst>
                                          <p:attrName>ppt_y</p:attrName>
                                        </p:attrNameLst>
                                      </p:cBhvr>
                                      <p:tavLst>
                                        <p:tav tm="0">
                                          <p:val>
                                            <p:strVal val="#ppt_y"/>
                                          </p:val>
                                        </p:tav>
                                        <p:tav tm="100000">
                                          <p:val>
                                            <p:strVal val="#ppt_y"/>
                                          </p:val>
                                        </p:tav>
                                      </p:tavLst>
                                    </p:anim>
                                  </p:childTnLst>
                                </p:cTn>
                              </p:par>
                            </p:childTnLst>
                          </p:cTn>
                        </p:par>
                        <p:par>
                          <p:cTn id="48" fill="hold">
                            <p:stCondLst>
                              <p:cond delay="3500"/>
                            </p:stCondLst>
                            <p:childTnLst>
                              <p:par>
                                <p:cTn id="49" presetID="2" presetClass="entr" presetSubtype="2" fill="hold" grpId="0" nodeType="afterEffect">
                                  <p:stCondLst>
                                    <p:cond delay="0"/>
                                  </p:stCondLst>
                                  <p:childTnLst>
                                    <p:set>
                                      <p:cBhvr>
                                        <p:cTn id="50" dur="1" fill="hold">
                                          <p:stCondLst>
                                            <p:cond delay="0"/>
                                          </p:stCondLst>
                                        </p:cTn>
                                        <p:tgtEl>
                                          <p:spTgt spid="130006"/>
                                        </p:tgtEl>
                                        <p:attrNameLst>
                                          <p:attrName>style.visibility</p:attrName>
                                        </p:attrNameLst>
                                      </p:cBhvr>
                                      <p:to>
                                        <p:strVal val="visible"/>
                                      </p:to>
                                    </p:set>
                                    <p:anim calcmode="lin" valueType="num">
                                      <p:cBhvr additive="base">
                                        <p:cTn id="51" dur="500" fill="hold"/>
                                        <p:tgtEl>
                                          <p:spTgt spid="130006"/>
                                        </p:tgtEl>
                                        <p:attrNameLst>
                                          <p:attrName>ppt_x</p:attrName>
                                        </p:attrNameLst>
                                      </p:cBhvr>
                                      <p:tavLst>
                                        <p:tav tm="0">
                                          <p:val>
                                            <p:strVal val="1+#ppt_w/2"/>
                                          </p:val>
                                        </p:tav>
                                        <p:tav tm="100000">
                                          <p:val>
                                            <p:strVal val="#ppt_x"/>
                                          </p:val>
                                        </p:tav>
                                      </p:tavLst>
                                    </p:anim>
                                    <p:anim calcmode="lin" valueType="num">
                                      <p:cBhvr additive="base">
                                        <p:cTn id="52" dur="500" fill="hold"/>
                                        <p:tgtEl>
                                          <p:spTgt spid="130006"/>
                                        </p:tgtEl>
                                        <p:attrNameLst>
                                          <p:attrName>ppt_y</p:attrName>
                                        </p:attrNameLst>
                                      </p:cBhvr>
                                      <p:tavLst>
                                        <p:tav tm="0">
                                          <p:val>
                                            <p:strVal val="#ppt_y"/>
                                          </p:val>
                                        </p:tav>
                                        <p:tav tm="100000">
                                          <p:val>
                                            <p:strVal val="#ppt_y"/>
                                          </p:val>
                                        </p:tav>
                                      </p:tavLst>
                                    </p:anim>
                                  </p:childTnLst>
                                </p:cTn>
                              </p:par>
                            </p:childTnLst>
                          </p:cTn>
                        </p:par>
                        <p:par>
                          <p:cTn id="53" fill="hold">
                            <p:stCondLst>
                              <p:cond delay="4000"/>
                            </p:stCondLst>
                            <p:childTnLst>
                              <p:par>
                                <p:cTn id="54" presetID="2" presetClass="entr" presetSubtype="2" fill="hold" grpId="0" nodeType="afterEffect">
                                  <p:stCondLst>
                                    <p:cond delay="0"/>
                                  </p:stCondLst>
                                  <p:childTnLst>
                                    <p:set>
                                      <p:cBhvr>
                                        <p:cTn id="55" dur="1" fill="hold">
                                          <p:stCondLst>
                                            <p:cond delay="0"/>
                                          </p:stCondLst>
                                        </p:cTn>
                                        <p:tgtEl>
                                          <p:spTgt spid="130005"/>
                                        </p:tgtEl>
                                        <p:attrNameLst>
                                          <p:attrName>style.visibility</p:attrName>
                                        </p:attrNameLst>
                                      </p:cBhvr>
                                      <p:to>
                                        <p:strVal val="visible"/>
                                      </p:to>
                                    </p:set>
                                    <p:anim calcmode="lin" valueType="num">
                                      <p:cBhvr additive="base">
                                        <p:cTn id="56" dur="500" fill="hold"/>
                                        <p:tgtEl>
                                          <p:spTgt spid="130005"/>
                                        </p:tgtEl>
                                        <p:attrNameLst>
                                          <p:attrName>ppt_x</p:attrName>
                                        </p:attrNameLst>
                                      </p:cBhvr>
                                      <p:tavLst>
                                        <p:tav tm="0">
                                          <p:val>
                                            <p:strVal val="1+#ppt_w/2"/>
                                          </p:val>
                                        </p:tav>
                                        <p:tav tm="100000">
                                          <p:val>
                                            <p:strVal val="#ppt_x"/>
                                          </p:val>
                                        </p:tav>
                                      </p:tavLst>
                                    </p:anim>
                                    <p:anim calcmode="lin" valueType="num">
                                      <p:cBhvr additive="base">
                                        <p:cTn id="57" dur="500" fill="hold"/>
                                        <p:tgtEl>
                                          <p:spTgt spid="1300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30009" grpId="0"/>
      <p:bldP spid="130008" grpId="0"/>
      <p:bldP spid="130007" grpId="0"/>
      <p:bldP spid="130006" grpId="0"/>
      <p:bldP spid="13000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16510"/>
            <a:ext cx="12212955" cy="6851650"/>
          </a:xfrm>
          <a:prstGeom prst="rect">
            <a:avLst/>
          </a:prstGeom>
        </p:spPr>
      </p:pic>
      <p:pic>
        <p:nvPicPr>
          <p:cNvPr id="7" name="图片 6" descr="144"/>
          <p:cNvPicPr>
            <a:picLocks noChangeAspect="1"/>
          </p:cNvPicPr>
          <p:nvPr/>
        </p:nvPicPr>
        <p:blipFill>
          <a:blip r:embed="rId2"/>
          <a:stretch>
            <a:fillRect/>
          </a:stretch>
        </p:blipFill>
        <p:spPr>
          <a:xfrm>
            <a:off x="682625" y="66230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682625" y="47669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30005" name="Object 30005"/>
          <p:cNvSpPr txBox="1"/>
          <p:nvPr/>
        </p:nvSpPr>
        <p:spPr>
          <a:xfrm>
            <a:off x="5435600" y="3978275"/>
            <a:ext cx="4536440" cy="699770"/>
          </a:xfrm>
          <a:prstGeom prst="rect">
            <a:avLst/>
          </a:prstGeom>
        </p:spPr>
        <p:txBody>
          <a:bodyPr vert="horz" rtlCol="0" anchor="t" anchorCtr="0">
            <a:noAutofit/>
          </a:bodyPr>
          <a:p>
            <a:pPr algn="l">
              <a:lnSpc>
                <a:spcPct val="125000"/>
              </a:lnSpc>
            </a:pPr>
            <a:r>
              <a:rPr lang="en-US" sz="1400" dirty="0" smtClean="0">
                <a:solidFill>
                  <a:srgbClr val="414141">
                    <a:alpha val="100000"/>
                  </a:srgbClr>
                </a:solidFill>
                <a:latin typeface="汉仪中圆简" panose="02010609000101010101" charset="-122"/>
                <a:ea typeface="汉仪中圆简" panose="02010609000101010101" charset="-122"/>
                <a:cs typeface="汉仪中圆简" panose="02010609000101010101" charset="-122"/>
                <a:sym typeface="+mn-ea"/>
              </a:rPr>
              <a:t>大家一起Happy起来，玩游戏吧；大家一起Happy起来，玩游戏吧！</a:t>
            </a:r>
            <a:endParaRPr lang="en-US" sz="1400" b="0" i="0" dirty="0" smtClean="0">
              <a:solidFill>
                <a:srgbClr val="414141">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30006" name="Object 30006"/>
          <p:cNvSpPr txBox="1"/>
          <p:nvPr/>
        </p:nvSpPr>
        <p:spPr>
          <a:xfrm>
            <a:off x="5435600" y="2684780"/>
            <a:ext cx="4175760" cy="1358900"/>
          </a:xfrm>
          <a:prstGeom prst="rect">
            <a:avLst/>
          </a:prstGeom>
        </p:spPr>
        <p:txBody>
          <a:bodyPr vert="horz" rtlCol="0" anchor="t" anchorCtr="0">
            <a:noAutofit/>
          </a:bodyPr>
          <a:p>
            <a:pPr algn="l">
              <a:lnSpc>
                <a:spcPct val="123000"/>
              </a:lnSpc>
            </a:pPr>
            <a:r>
              <a:rPr lang="zh-CN" altLang="zh-CN" sz="6600" b="0" i="0" dirty="0" smtClean="0">
                <a:solidFill>
                  <a:srgbClr val="262626">
                    <a:alpha val="100000"/>
                  </a:srgbClr>
                </a:solidFill>
                <a:latin typeface="汉仪中圆简" panose="02010609000101010101" charset="-122"/>
                <a:ea typeface="汉仪中圆简" panose="02010609000101010101" charset="-122"/>
              </a:rPr>
              <a:t>游戏环节</a:t>
            </a:r>
            <a:endParaRPr lang="zh-CN" altLang="zh-CN" sz="6600" b="0" i="0" dirty="0" smtClean="0">
              <a:solidFill>
                <a:srgbClr val="262626">
                  <a:alpha val="100000"/>
                </a:srgbClr>
              </a:solidFill>
              <a:latin typeface="汉仪中圆简" panose="02010609000101010101" charset="-122"/>
              <a:ea typeface="汉仪中圆简" panose="02010609000101010101" charset="-122"/>
            </a:endParaRPr>
          </a:p>
        </p:txBody>
      </p:sp>
      <p:sp>
        <p:nvSpPr>
          <p:cNvPr id="3" name="文本框 2"/>
          <p:cNvSpPr txBox="1"/>
          <p:nvPr/>
        </p:nvSpPr>
        <p:spPr>
          <a:xfrm>
            <a:off x="5435600" y="1704340"/>
            <a:ext cx="2291080" cy="1322070"/>
          </a:xfrm>
          <a:prstGeom prst="rect">
            <a:avLst/>
          </a:prstGeom>
          <a:noFill/>
        </p:spPr>
        <p:txBody>
          <a:bodyPr wrap="square" rtlCol="0">
            <a:spAutoFit/>
          </a:bodyPr>
          <a:p>
            <a:r>
              <a:rPr lang="en-US" sz="8000" i="1" dirty="0" smtClean="0">
                <a:solidFill>
                  <a:schemeClr val="bg1">
                    <a:lumMod val="65000"/>
                    <a:alpha val="100000"/>
                  </a:schemeClr>
                </a:solidFill>
                <a:latin typeface="汉仪中圆简" panose="02010609000101010101" charset="-122"/>
                <a:ea typeface="汉仪中圆简" panose="02010609000101010101" charset="-122"/>
              </a:rPr>
              <a:t>05</a:t>
            </a:r>
            <a:endParaRPr lang="en-US" sz="8000" i="1" dirty="0" smtClean="0">
              <a:solidFill>
                <a:schemeClr val="bg1">
                  <a:lumMod val="65000"/>
                  <a:alpha val="100000"/>
                </a:schemeClr>
              </a:solidFill>
              <a:latin typeface="汉仪中圆简" panose="02010609000101010101" charset="-122"/>
              <a:ea typeface="汉仪中圆简" panose="02010609000101010101" charset="-122"/>
            </a:endParaRPr>
          </a:p>
        </p:txBody>
      </p:sp>
      <p:pic>
        <p:nvPicPr>
          <p:cNvPr id="2" name="图片 1" descr="包图网_17895887水彩手绘甜点樱桃奶油蛋糕"/>
          <p:cNvPicPr>
            <a:picLocks noChangeAspect="1"/>
          </p:cNvPicPr>
          <p:nvPr/>
        </p:nvPicPr>
        <p:blipFill>
          <a:blip r:embed="rId8"/>
          <a:stretch>
            <a:fillRect/>
          </a:stretch>
        </p:blipFill>
        <p:spPr>
          <a:xfrm>
            <a:off x="1252220" y="-410210"/>
            <a:ext cx="5346065" cy="7562215"/>
          </a:xfrm>
          <a:prstGeom prst="rect">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13" presetClass="entr" presetSubtype="16" fill="hold" grpId="0" nodeType="afterEffect">
                                  <p:stCondLst>
                                    <p:cond delay="0"/>
                                  </p:stCondLst>
                                  <p:childTnLst>
                                    <p:set>
                                      <p:cBhvr>
                                        <p:cTn id="36" dur="500" fill="hold">
                                          <p:stCondLst>
                                            <p:cond delay="0"/>
                                          </p:stCondLst>
                                        </p:cTn>
                                        <p:tgtEl>
                                          <p:spTgt spid="3"/>
                                        </p:tgtEl>
                                        <p:attrNameLst>
                                          <p:attrName>style.visibility</p:attrName>
                                        </p:attrNameLst>
                                      </p:cBhvr>
                                      <p:to>
                                        <p:strVal val="visible"/>
                                      </p:to>
                                    </p:set>
                                    <p:animEffect transition="in" filter="plus(in)">
                                      <p:cBhvr>
                                        <p:cTn id="37" dur="500"/>
                                        <p:tgtEl>
                                          <p:spTgt spid="3"/>
                                        </p:tgtEl>
                                      </p:cBhvr>
                                    </p:animEffect>
                                  </p:childTnLst>
                                </p:cTn>
                              </p:par>
                            </p:childTnLst>
                          </p:cTn>
                        </p:par>
                        <p:par>
                          <p:cTn id="38" fill="hold">
                            <p:stCondLst>
                              <p:cond delay="2500"/>
                            </p:stCondLst>
                            <p:childTnLst>
                              <p:par>
                                <p:cTn id="39" presetID="13" presetClass="entr" presetSubtype="16" fill="hold" grpId="0" nodeType="afterEffect">
                                  <p:stCondLst>
                                    <p:cond delay="0"/>
                                  </p:stCondLst>
                                  <p:childTnLst>
                                    <p:set>
                                      <p:cBhvr>
                                        <p:cTn id="40" dur="500" fill="hold">
                                          <p:stCondLst>
                                            <p:cond delay="0"/>
                                          </p:stCondLst>
                                        </p:cTn>
                                        <p:tgtEl>
                                          <p:spTgt spid="30006"/>
                                        </p:tgtEl>
                                        <p:attrNameLst>
                                          <p:attrName>style.visibility</p:attrName>
                                        </p:attrNameLst>
                                      </p:cBhvr>
                                      <p:to>
                                        <p:strVal val="visible"/>
                                      </p:to>
                                    </p:set>
                                    <p:animEffect transition="in" filter="plus(in)">
                                      <p:cBhvr>
                                        <p:cTn id="41" dur="500"/>
                                        <p:tgtEl>
                                          <p:spTgt spid="30006"/>
                                        </p:tgtEl>
                                      </p:cBhvr>
                                    </p:animEffect>
                                  </p:childTnLst>
                                </p:cTn>
                              </p:par>
                            </p:childTnLst>
                          </p:cTn>
                        </p:par>
                        <p:par>
                          <p:cTn id="42" fill="hold">
                            <p:stCondLst>
                              <p:cond delay="3000"/>
                            </p:stCondLst>
                            <p:childTnLst>
                              <p:par>
                                <p:cTn id="43" presetID="13" presetClass="entr" presetSubtype="16" fill="hold" grpId="0" nodeType="afterEffect">
                                  <p:stCondLst>
                                    <p:cond delay="0"/>
                                  </p:stCondLst>
                                  <p:childTnLst>
                                    <p:set>
                                      <p:cBhvr>
                                        <p:cTn id="44" dur="500" fill="hold">
                                          <p:stCondLst>
                                            <p:cond delay="0"/>
                                          </p:stCondLst>
                                        </p:cTn>
                                        <p:tgtEl>
                                          <p:spTgt spid="30005"/>
                                        </p:tgtEl>
                                        <p:attrNameLst>
                                          <p:attrName>style.visibility</p:attrName>
                                        </p:attrNameLst>
                                      </p:cBhvr>
                                      <p:to>
                                        <p:strVal val="visible"/>
                                      </p:to>
                                    </p:set>
                                    <p:animEffect transition="in" filter="plus(in)">
                                      <p:cBhvr>
                                        <p:cTn id="45" dur="500"/>
                                        <p:tgtEl>
                                          <p:spTgt spid="30005"/>
                                        </p:tgtEl>
                                      </p:cBhvr>
                                    </p:animEffect>
                                  </p:childTnLst>
                                </p:cTn>
                              </p:par>
                            </p:childTnLst>
                          </p:cTn>
                        </p:par>
                        <p:par>
                          <p:cTn id="46" fill="hold">
                            <p:stCondLst>
                              <p:cond delay="3500"/>
                            </p:stCondLst>
                            <p:childTnLst>
                              <p:par>
                                <p:cTn id="47" presetID="49" presetClass="entr" presetSubtype="0" decel="100000" fill="hold" nodeType="after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p:cTn id="49" dur="500" fill="hold"/>
                                        <p:tgtEl>
                                          <p:spTgt spid="2"/>
                                        </p:tgtEl>
                                        <p:attrNameLst>
                                          <p:attrName>ppt_w</p:attrName>
                                        </p:attrNameLst>
                                      </p:cBhvr>
                                      <p:tavLst>
                                        <p:tav tm="0">
                                          <p:val>
                                            <p:fltVal val="0"/>
                                          </p:val>
                                        </p:tav>
                                        <p:tav tm="100000">
                                          <p:val>
                                            <p:strVal val="#ppt_w"/>
                                          </p:val>
                                        </p:tav>
                                      </p:tavLst>
                                    </p:anim>
                                    <p:anim calcmode="lin" valueType="num">
                                      <p:cBhvr>
                                        <p:cTn id="50" dur="500" fill="hold"/>
                                        <p:tgtEl>
                                          <p:spTgt spid="2"/>
                                        </p:tgtEl>
                                        <p:attrNameLst>
                                          <p:attrName>ppt_h</p:attrName>
                                        </p:attrNameLst>
                                      </p:cBhvr>
                                      <p:tavLst>
                                        <p:tav tm="0">
                                          <p:val>
                                            <p:fltVal val="0"/>
                                          </p:val>
                                        </p:tav>
                                        <p:tav tm="100000">
                                          <p:val>
                                            <p:strVal val="#ppt_h"/>
                                          </p:val>
                                        </p:tav>
                                      </p:tavLst>
                                    </p:anim>
                                    <p:anim calcmode="lin" valueType="num">
                                      <p:cBhvr>
                                        <p:cTn id="51" dur="500" fill="hold"/>
                                        <p:tgtEl>
                                          <p:spTgt spid="2"/>
                                        </p:tgtEl>
                                        <p:attrNameLst>
                                          <p:attrName>style.rotation</p:attrName>
                                        </p:attrNameLst>
                                      </p:cBhvr>
                                      <p:tavLst>
                                        <p:tav tm="0">
                                          <p:val>
                                            <p:fltVal val="360"/>
                                          </p:val>
                                        </p:tav>
                                        <p:tav tm="100000">
                                          <p:val>
                                            <p:fltVal val="0"/>
                                          </p:val>
                                        </p:tav>
                                      </p:tavLst>
                                    </p:anim>
                                    <p:animEffect transition="in" filter="fade">
                                      <p:cBhvr>
                                        <p:cTn id="5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0006" grpId="0"/>
      <p:bldP spid="30005"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0"/>
            <a:ext cx="12212955" cy="6868160"/>
          </a:xfrm>
          <a:prstGeom prst="rect">
            <a:avLst/>
          </a:prstGeom>
        </p:spPr>
      </p:pic>
      <p:pic>
        <p:nvPicPr>
          <p:cNvPr id="7" name="图片 6" descr="144"/>
          <p:cNvPicPr>
            <a:picLocks noChangeAspect="1"/>
          </p:cNvPicPr>
          <p:nvPr/>
        </p:nvPicPr>
        <p:blipFill>
          <a:blip r:embed="rId2"/>
          <a:stretch>
            <a:fillRect/>
          </a:stretch>
        </p:blipFill>
        <p:spPr>
          <a:xfrm>
            <a:off x="682625" y="66230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682625" y="47669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150006" name="Object 150006"/>
          <p:cNvSpPr txBox="1"/>
          <p:nvPr/>
        </p:nvSpPr>
        <p:spPr>
          <a:xfrm>
            <a:off x="2928620" y="3029585"/>
            <a:ext cx="6335395" cy="1663065"/>
          </a:xfrm>
          <a:prstGeom prst="rect">
            <a:avLst/>
          </a:prstGeom>
        </p:spPr>
        <p:txBody>
          <a:bodyPr vert="horz" rtlCol="0" anchor="t" anchorCtr="0">
            <a:noAutofit/>
          </a:bodyPr>
          <a:p>
            <a:pPr algn="ctr">
              <a:lnSpc>
                <a:spcPct val="134000"/>
              </a:lnSpc>
            </a:pPr>
            <a:r>
              <a:rPr lang="en-US" sz="1600" b="0" i="0" spc="280" dirty="0" smtClean="0">
                <a:solidFill>
                  <a:srgbClr val="464646">
                    <a:alpha val="100000"/>
                  </a:srgbClr>
                </a:solidFill>
                <a:latin typeface="汉仪中圆简" panose="02010609000101010101" charset="-122"/>
                <a:ea typeface="汉仪中圆简" panose="02010609000101010101" charset="-122"/>
                <a:cs typeface="汉仪中圆简" panose="02010609000101010101" charset="-122"/>
              </a:rPr>
              <a:t>寿星们抽主持人手中的项目，抽到哪一项，就进行表演，大家猜，猜对算胜利，如未表演到位，猜不对，则自行表演节目（表演节目时间控制在1分钟以内）</a:t>
            </a:r>
            <a:endParaRPr lang="en-US" sz="1600" b="0" i="0" spc="280" dirty="0" smtClean="0">
              <a:solidFill>
                <a:srgbClr val="464646">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150007" name="Object 150007"/>
          <p:cNvSpPr txBox="1"/>
          <p:nvPr/>
        </p:nvSpPr>
        <p:spPr>
          <a:xfrm>
            <a:off x="4562475" y="1911985"/>
            <a:ext cx="3054350" cy="965200"/>
          </a:xfrm>
          <a:prstGeom prst="rect">
            <a:avLst/>
          </a:prstGeom>
        </p:spPr>
        <p:txBody>
          <a:bodyPr vert="horz" rtlCol="0" anchor="t" anchorCtr="0">
            <a:noAutofit/>
          </a:bodyPr>
          <a:p>
            <a:pPr algn="ctr">
              <a:lnSpc>
                <a:spcPct val="123000"/>
              </a:lnSpc>
            </a:pPr>
            <a:r>
              <a:rPr lang="en-US" sz="4800" b="0" i="0" dirty="0" smtClean="0">
                <a:solidFill>
                  <a:srgbClr val="262626">
                    <a:alpha val="100000"/>
                  </a:srgbClr>
                </a:solidFill>
                <a:latin typeface="汉仪中圆简" panose="02010609000101010101" charset="-122"/>
                <a:ea typeface="汉仪中圆简" panose="02010609000101010101" charset="-122"/>
              </a:rPr>
              <a:t>游戏环节</a:t>
            </a:r>
            <a:endParaRPr lang="en-US" sz="4800" b="0" i="0" dirty="0" smtClean="0">
              <a:solidFill>
                <a:srgbClr val="262626">
                  <a:alpha val="100000"/>
                </a:srgbClr>
              </a:solidFill>
              <a:latin typeface="汉仪中圆简" panose="02010609000101010101" charset="-122"/>
              <a:ea typeface="汉仪中圆简" panose="02010609000101010101" charset="-122"/>
            </a:endParaRPr>
          </a:p>
        </p:txBody>
      </p:sp>
    </p:spTree>
    <p:custDataLst>
      <p:tags r:id="rId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23" presetClass="entr" presetSubtype="16" fill="hold" grpId="0" nodeType="afterEffect">
                                  <p:stCondLst>
                                    <p:cond delay="0"/>
                                  </p:stCondLst>
                                  <p:childTnLst>
                                    <p:set>
                                      <p:cBhvr>
                                        <p:cTn id="36" dur="1" fill="hold">
                                          <p:stCondLst>
                                            <p:cond delay="0"/>
                                          </p:stCondLst>
                                        </p:cTn>
                                        <p:tgtEl>
                                          <p:spTgt spid="150007"/>
                                        </p:tgtEl>
                                        <p:attrNameLst>
                                          <p:attrName>style.visibility</p:attrName>
                                        </p:attrNameLst>
                                      </p:cBhvr>
                                      <p:to>
                                        <p:strVal val="visible"/>
                                      </p:to>
                                    </p:set>
                                    <p:anim calcmode="lin" valueType="num">
                                      <p:cBhvr>
                                        <p:cTn id="37" dur="500" fill="hold"/>
                                        <p:tgtEl>
                                          <p:spTgt spid="150007"/>
                                        </p:tgtEl>
                                        <p:attrNameLst>
                                          <p:attrName>ppt_w</p:attrName>
                                        </p:attrNameLst>
                                      </p:cBhvr>
                                      <p:tavLst>
                                        <p:tav tm="0">
                                          <p:val>
                                            <p:fltVal val="0"/>
                                          </p:val>
                                        </p:tav>
                                        <p:tav tm="100000">
                                          <p:val>
                                            <p:strVal val="#ppt_w"/>
                                          </p:val>
                                        </p:tav>
                                      </p:tavLst>
                                    </p:anim>
                                    <p:anim calcmode="lin" valueType="num">
                                      <p:cBhvr>
                                        <p:cTn id="38" dur="500" fill="hold"/>
                                        <p:tgtEl>
                                          <p:spTgt spid="150007"/>
                                        </p:tgtEl>
                                        <p:attrNameLst>
                                          <p:attrName>ppt_h</p:attrName>
                                        </p:attrNameLst>
                                      </p:cBhvr>
                                      <p:tavLst>
                                        <p:tav tm="0">
                                          <p:val>
                                            <p:fltVal val="0"/>
                                          </p:val>
                                        </p:tav>
                                        <p:tav tm="100000">
                                          <p:val>
                                            <p:strVal val="#ppt_h"/>
                                          </p:val>
                                        </p:tav>
                                      </p:tavLst>
                                    </p:anim>
                                  </p:childTnLst>
                                </p:cTn>
                              </p:par>
                            </p:childTnLst>
                          </p:cTn>
                        </p:par>
                        <p:par>
                          <p:cTn id="39" fill="hold">
                            <p:stCondLst>
                              <p:cond delay="2500"/>
                            </p:stCondLst>
                            <p:childTnLst>
                              <p:par>
                                <p:cTn id="40" presetID="23" presetClass="entr" presetSubtype="16" fill="hold" grpId="0" nodeType="afterEffect">
                                  <p:stCondLst>
                                    <p:cond delay="0"/>
                                  </p:stCondLst>
                                  <p:childTnLst>
                                    <p:set>
                                      <p:cBhvr>
                                        <p:cTn id="41" dur="1" fill="hold">
                                          <p:stCondLst>
                                            <p:cond delay="0"/>
                                          </p:stCondLst>
                                        </p:cTn>
                                        <p:tgtEl>
                                          <p:spTgt spid="150006"/>
                                        </p:tgtEl>
                                        <p:attrNameLst>
                                          <p:attrName>style.visibility</p:attrName>
                                        </p:attrNameLst>
                                      </p:cBhvr>
                                      <p:to>
                                        <p:strVal val="visible"/>
                                      </p:to>
                                    </p:set>
                                    <p:anim calcmode="lin" valueType="num">
                                      <p:cBhvr>
                                        <p:cTn id="42" dur="500" fill="hold"/>
                                        <p:tgtEl>
                                          <p:spTgt spid="150006"/>
                                        </p:tgtEl>
                                        <p:attrNameLst>
                                          <p:attrName>ppt_w</p:attrName>
                                        </p:attrNameLst>
                                      </p:cBhvr>
                                      <p:tavLst>
                                        <p:tav tm="0">
                                          <p:val>
                                            <p:fltVal val="0"/>
                                          </p:val>
                                        </p:tav>
                                        <p:tav tm="100000">
                                          <p:val>
                                            <p:strVal val="#ppt_w"/>
                                          </p:val>
                                        </p:tav>
                                      </p:tavLst>
                                    </p:anim>
                                    <p:anim calcmode="lin" valueType="num">
                                      <p:cBhvr>
                                        <p:cTn id="43" dur="500" fill="hold"/>
                                        <p:tgtEl>
                                          <p:spTgt spid="15000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50007" grpId="0"/>
      <p:bldP spid="15000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20955" y="16510"/>
            <a:ext cx="12212955" cy="6851650"/>
          </a:xfrm>
          <a:prstGeom prst="rect">
            <a:avLst/>
          </a:prstGeom>
        </p:spPr>
      </p:pic>
      <p:pic>
        <p:nvPicPr>
          <p:cNvPr id="7" name="图片 6" descr="144"/>
          <p:cNvPicPr>
            <a:picLocks noChangeAspect="1"/>
          </p:cNvPicPr>
          <p:nvPr/>
        </p:nvPicPr>
        <p:blipFill>
          <a:blip r:embed="rId2"/>
          <a:stretch>
            <a:fillRect/>
          </a:stretch>
        </p:blipFill>
        <p:spPr>
          <a:xfrm>
            <a:off x="682625" y="662305"/>
            <a:ext cx="11156950" cy="55333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682625" y="47669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sp>
        <p:nvSpPr>
          <p:cNvPr id="2" name="Object 30005"/>
          <p:cNvSpPr txBox="1"/>
          <p:nvPr/>
        </p:nvSpPr>
        <p:spPr>
          <a:xfrm>
            <a:off x="5876290" y="4008120"/>
            <a:ext cx="4536440" cy="699770"/>
          </a:xfrm>
          <a:prstGeom prst="rect">
            <a:avLst/>
          </a:prstGeom>
        </p:spPr>
        <p:txBody>
          <a:bodyPr vert="horz" rtlCol="0" anchor="t" anchorCtr="0">
            <a:noAutofit/>
          </a:bodyPr>
          <a:p>
            <a:pPr algn="l">
              <a:lnSpc>
                <a:spcPct val="125000"/>
              </a:lnSpc>
            </a:pPr>
            <a:r>
              <a:rPr lang="en-US" sz="1400" dirty="0" smtClean="0">
                <a:solidFill>
                  <a:srgbClr val="414141">
                    <a:alpha val="100000"/>
                  </a:srgbClr>
                </a:solidFill>
                <a:latin typeface="汉仪中圆简" panose="02010609000101010101" charset="-122"/>
                <a:ea typeface="汉仪中圆简" panose="02010609000101010101" charset="-122"/>
                <a:sym typeface="+mn-ea"/>
              </a:rPr>
              <a:t>留下我们珍贵的纪念照留下我们珍贵的纪念照留下我们珍贵的纪念照。</a:t>
            </a:r>
            <a:endParaRPr lang="en-US" sz="1400" b="0" i="0" dirty="0" smtClean="0">
              <a:solidFill>
                <a:srgbClr val="414141">
                  <a:alpha val="100000"/>
                </a:srgbClr>
              </a:solidFill>
              <a:latin typeface="汉仪中圆简" panose="02010609000101010101" charset="-122"/>
              <a:ea typeface="汉仪中圆简" panose="02010609000101010101" charset="-122"/>
              <a:cs typeface="造字工房悦圆演示版常规体" charset="-122"/>
            </a:endParaRPr>
          </a:p>
        </p:txBody>
      </p:sp>
      <p:sp>
        <p:nvSpPr>
          <p:cNvPr id="4" name="Object 30006"/>
          <p:cNvSpPr txBox="1"/>
          <p:nvPr/>
        </p:nvSpPr>
        <p:spPr>
          <a:xfrm>
            <a:off x="5876290" y="2714625"/>
            <a:ext cx="4175760" cy="1358900"/>
          </a:xfrm>
          <a:prstGeom prst="rect">
            <a:avLst/>
          </a:prstGeom>
        </p:spPr>
        <p:txBody>
          <a:bodyPr vert="horz" rtlCol="0" anchor="t" anchorCtr="0">
            <a:noAutofit/>
          </a:bodyPr>
          <a:p>
            <a:pPr algn="l">
              <a:lnSpc>
                <a:spcPct val="123000"/>
              </a:lnSpc>
            </a:pPr>
            <a:r>
              <a:rPr lang="zh-CN" altLang="zh-CN" sz="6600" b="0" i="0" dirty="0" smtClean="0">
                <a:solidFill>
                  <a:srgbClr val="262626">
                    <a:alpha val="100000"/>
                  </a:srgbClr>
                </a:solidFill>
                <a:latin typeface="造字工房悦圆演示版常规体" charset="-122"/>
                <a:ea typeface="造字工房悦圆演示版常规体" charset="-122"/>
              </a:rPr>
              <a:t>合影留念</a:t>
            </a:r>
            <a:endParaRPr lang="zh-CN" altLang="zh-CN" sz="6600" b="0" i="0" dirty="0" smtClean="0">
              <a:solidFill>
                <a:srgbClr val="262626">
                  <a:alpha val="100000"/>
                </a:srgbClr>
              </a:solidFill>
              <a:latin typeface="造字工房悦圆演示版常规体" charset="-122"/>
              <a:ea typeface="造字工房悦圆演示版常规体" charset="-122"/>
            </a:endParaRPr>
          </a:p>
        </p:txBody>
      </p:sp>
      <p:sp>
        <p:nvSpPr>
          <p:cNvPr id="5" name="文本框 4"/>
          <p:cNvSpPr txBox="1"/>
          <p:nvPr/>
        </p:nvSpPr>
        <p:spPr>
          <a:xfrm>
            <a:off x="5876290" y="1734185"/>
            <a:ext cx="2291080" cy="1322070"/>
          </a:xfrm>
          <a:prstGeom prst="rect">
            <a:avLst/>
          </a:prstGeom>
          <a:noFill/>
        </p:spPr>
        <p:txBody>
          <a:bodyPr wrap="square" rtlCol="0">
            <a:spAutoFit/>
          </a:bodyPr>
          <a:p>
            <a:r>
              <a:rPr lang="en-US" sz="8000" i="1" dirty="0" smtClean="0">
                <a:solidFill>
                  <a:schemeClr val="bg1">
                    <a:lumMod val="65000"/>
                    <a:alpha val="100000"/>
                  </a:schemeClr>
                </a:solidFill>
                <a:latin typeface="汉仪中圆简" panose="02010609000101010101" charset="-122"/>
                <a:ea typeface="汉仪中圆简" panose="02010609000101010101" charset="-122"/>
              </a:rPr>
              <a:t>06</a:t>
            </a:r>
            <a:endParaRPr lang="en-US" sz="8000" i="1" dirty="0" smtClean="0">
              <a:solidFill>
                <a:schemeClr val="bg1">
                  <a:lumMod val="65000"/>
                  <a:alpha val="100000"/>
                </a:schemeClr>
              </a:solidFill>
              <a:latin typeface="汉仪中圆简" panose="02010609000101010101" charset="-122"/>
              <a:ea typeface="汉仪中圆简" panose="02010609000101010101" charset="-122"/>
            </a:endParaRPr>
          </a:p>
        </p:txBody>
      </p:sp>
      <p:pic>
        <p:nvPicPr>
          <p:cNvPr id="13" name="图片 12" descr="包图网_18131824手绘庆祝生日甜点蛋糕插画"/>
          <p:cNvPicPr>
            <a:picLocks noChangeAspect="1"/>
          </p:cNvPicPr>
          <p:nvPr/>
        </p:nvPicPr>
        <p:blipFill>
          <a:blip r:embed="rId8"/>
          <a:stretch>
            <a:fillRect/>
          </a:stretch>
        </p:blipFill>
        <p:spPr>
          <a:xfrm>
            <a:off x="2180590" y="1762760"/>
            <a:ext cx="3359150" cy="3359150"/>
          </a:xfrm>
          <a:prstGeom prst="rect">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 calcmode="lin" valueType="num">
                                      <p:cBhvr additive="base">
                                        <p:cTn id="32" dur="500" fill="hold"/>
                                        <p:tgtEl>
                                          <p:spTgt spid="19"/>
                                        </p:tgtEl>
                                        <p:attrNameLst>
                                          <p:attrName>ppt_x</p:attrName>
                                        </p:attrNameLst>
                                      </p:cBhvr>
                                      <p:tavLst>
                                        <p:tav tm="0">
                                          <p:val>
                                            <p:strVal val="#ppt_x"/>
                                          </p:val>
                                        </p:tav>
                                        <p:tav tm="100000">
                                          <p:val>
                                            <p:strVal val="#ppt_x"/>
                                          </p:val>
                                        </p:tav>
                                      </p:tavLst>
                                    </p:anim>
                                    <p:anim calcmode="lin" valueType="num">
                                      <p:cBhvr additive="base">
                                        <p:cTn id="33" dur="500" fill="hold"/>
                                        <p:tgtEl>
                                          <p:spTgt spid="19"/>
                                        </p:tgtEl>
                                        <p:attrNameLst>
                                          <p:attrName>ppt_y</p:attrName>
                                        </p:attrNameLst>
                                      </p:cBhvr>
                                      <p:tavLst>
                                        <p:tav tm="0">
                                          <p:val>
                                            <p:strVal val="1+#ppt_h/2"/>
                                          </p:val>
                                        </p:tav>
                                        <p:tav tm="100000">
                                          <p:val>
                                            <p:strVal val="#ppt_y"/>
                                          </p:val>
                                        </p:tav>
                                      </p:tavLst>
                                    </p:anim>
                                  </p:childTnLst>
                                </p:cTn>
                              </p:par>
                            </p:childTnLst>
                          </p:cTn>
                        </p:par>
                        <p:par>
                          <p:cTn id="34" fill="hold">
                            <p:stCondLst>
                              <p:cond delay="2000"/>
                            </p:stCondLst>
                            <p:childTnLst>
                              <p:par>
                                <p:cTn id="35" presetID="13" presetClass="entr" presetSubtype="16" fill="hold" grpId="0" nodeType="afterEffect">
                                  <p:stCondLst>
                                    <p:cond delay="0"/>
                                  </p:stCondLst>
                                  <p:childTnLst>
                                    <p:set>
                                      <p:cBhvr>
                                        <p:cTn id="36" dur="500" fill="hold">
                                          <p:stCondLst>
                                            <p:cond delay="0"/>
                                          </p:stCondLst>
                                        </p:cTn>
                                        <p:tgtEl>
                                          <p:spTgt spid="5"/>
                                        </p:tgtEl>
                                        <p:attrNameLst>
                                          <p:attrName>style.visibility</p:attrName>
                                        </p:attrNameLst>
                                      </p:cBhvr>
                                      <p:to>
                                        <p:strVal val="visible"/>
                                      </p:to>
                                    </p:set>
                                    <p:animEffect transition="in" filter="plus(in)">
                                      <p:cBhvr>
                                        <p:cTn id="37" dur="500"/>
                                        <p:tgtEl>
                                          <p:spTgt spid="5"/>
                                        </p:tgtEl>
                                      </p:cBhvr>
                                    </p:animEffect>
                                  </p:childTnLst>
                                </p:cTn>
                              </p:par>
                            </p:childTnLst>
                          </p:cTn>
                        </p:par>
                        <p:par>
                          <p:cTn id="38" fill="hold">
                            <p:stCondLst>
                              <p:cond delay="2500"/>
                            </p:stCondLst>
                            <p:childTnLst>
                              <p:par>
                                <p:cTn id="39" presetID="13" presetClass="entr" presetSubtype="16" fill="hold" grpId="0" nodeType="afterEffect">
                                  <p:stCondLst>
                                    <p:cond delay="0"/>
                                  </p:stCondLst>
                                  <p:childTnLst>
                                    <p:set>
                                      <p:cBhvr>
                                        <p:cTn id="40" dur="500" fill="hold">
                                          <p:stCondLst>
                                            <p:cond delay="0"/>
                                          </p:stCondLst>
                                        </p:cTn>
                                        <p:tgtEl>
                                          <p:spTgt spid="4"/>
                                        </p:tgtEl>
                                        <p:attrNameLst>
                                          <p:attrName>style.visibility</p:attrName>
                                        </p:attrNameLst>
                                      </p:cBhvr>
                                      <p:to>
                                        <p:strVal val="visible"/>
                                      </p:to>
                                    </p:set>
                                    <p:animEffect transition="in" filter="plus(in)">
                                      <p:cBhvr>
                                        <p:cTn id="41" dur="500"/>
                                        <p:tgtEl>
                                          <p:spTgt spid="4"/>
                                        </p:tgtEl>
                                      </p:cBhvr>
                                    </p:animEffect>
                                  </p:childTnLst>
                                </p:cTn>
                              </p:par>
                            </p:childTnLst>
                          </p:cTn>
                        </p:par>
                        <p:par>
                          <p:cTn id="42" fill="hold">
                            <p:stCondLst>
                              <p:cond delay="3000"/>
                            </p:stCondLst>
                            <p:childTnLst>
                              <p:par>
                                <p:cTn id="43" presetID="13" presetClass="entr" presetSubtype="16" fill="hold" grpId="0" nodeType="afterEffect">
                                  <p:stCondLst>
                                    <p:cond delay="0"/>
                                  </p:stCondLst>
                                  <p:childTnLst>
                                    <p:set>
                                      <p:cBhvr>
                                        <p:cTn id="44" dur="500" fill="hold">
                                          <p:stCondLst>
                                            <p:cond delay="0"/>
                                          </p:stCondLst>
                                        </p:cTn>
                                        <p:tgtEl>
                                          <p:spTgt spid="2"/>
                                        </p:tgtEl>
                                        <p:attrNameLst>
                                          <p:attrName>style.visibility</p:attrName>
                                        </p:attrNameLst>
                                      </p:cBhvr>
                                      <p:to>
                                        <p:strVal val="visible"/>
                                      </p:to>
                                    </p:set>
                                    <p:animEffect transition="in" filter="plus(in)">
                                      <p:cBhvr>
                                        <p:cTn id="45" dur="500"/>
                                        <p:tgtEl>
                                          <p:spTgt spid="2"/>
                                        </p:tgtEl>
                                      </p:cBhvr>
                                    </p:animEffect>
                                  </p:childTnLst>
                                </p:cTn>
                              </p:par>
                            </p:childTnLst>
                          </p:cTn>
                        </p:par>
                        <p:par>
                          <p:cTn id="46" fill="hold">
                            <p:stCondLst>
                              <p:cond delay="3500"/>
                            </p:stCondLst>
                            <p:childTnLst>
                              <p:par>
                                <p:cTn id="47" presetID="53" presetClass="entr" presetSubtype="16" fill="hold" nodeType="after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Effect transition="in" filter="fade">
                                      <p:cBhvr>
                                        <p:cTn id="5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 grpId="0"/>
      <p:bldP spid="2"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143"/>
          <p:cNvPicPr>
            <a:picLocks noChangeAspect="1"/>
          </p:cNvPicPr>
          <p:nvPr/>
        </p:nvPicPr>
        <p:blipFill>
          <a:blip r:embed="rId1"/>
          <a:srcRect r="968"/>
          <a:stretch>
            <a:fillRect/>
          </a:stretch>
        </p:blipFill>
        <p:spPr>
          <a:xfrm>
            <a:off x="0" y="11430"/>
            <a:ext cx="12212955" cy="6851650"/>
          </a:xfrm>
          <a:prstGeom prst="rect">
            <a:avLst/>
          </a:prstGeom>
        </p:spPr>
      </p:pic>
      <p:pic>
        <p:nvPicPr>
          <p:cNvPr id="7" name="图片 6" descr="144"/>
          <p:cNvPicPr>
            <a:picLocks noChangeAspect="1"/>
          </p:cNvPicPr>
          <p:nvPr/>
        </p:nvPicPr>
        <p:blipFill>
          <a:blip r:embed="rId2"/>
          <a:stretch>
            <a:fillRect/>
          </a:stretch>
        </p:blipFill>
        <p:spPr>
          <a:xfrm>
            <a:off x="1185545" y="937260"/>
            <a:ext cx="10081895" cy="4999990"/>
          </a:xfrm>
          <a:prstGeom prst="rect">
            <a:avLst/>
          </a:prstGeom>
        </p:spPr>
      </p:pic>
      <p:pic>
        <p:nvPicPr>
          <p:cNvPr id="8" name="图片 7" descr="145"/>
          <p:cNvPicPr>
            <a:picLocks noChangeAspect="1"/>
          </p:cNvPicPr>
          <p:nvPr/>
        </p:nvPicPr>
        <p:blipFill>
          <a:blip r:embed="rId3"/>
          <a:stretch>
            <a:fillRect/>
          </a:stretch>
        </p:blipFill>
        <p:spPr>
          <a:xfrm>
            <a:off x="-238760" y="-410210"/>
            <a:ext cx="3038475" cy="2905125"/>
          </a:xfrm>
          <a:prstGeom prst="rect">
            <a:avLst/>
          </a:prstGeom>
        </p:spPr>
      </p:pic>
      <p:pic>
        <p:nvPicPr>
          <p:cNvPr id="9" name="图片 8" descr="146"/>
          <p:cNvPicPr>
            <a:picLocks noChangeAspect="1"/>
          </p:cNvPicPr>
          <p:nvPr/>
        </p:nvPicPr>
        <p:blipFill>
          <a:blip r:embed="rId4"/>
          <a:stretch>
            <a:fillRect/>
          </a:stretch>
        </p:blipFill>
        <p:spPr>
          <a:xfrm>
            <a:off x="9412605" y="4073525"/>
            <a:ext cx="3498215" cy="4323715"/>
          </a:xfrm>
          <a:prstGeom prst="rect">
            <a:avLst/>
          </a:prstGeom>
        </p:spPr>
      </p:pic>
      <p:pic>
        <p:nvPicPr>
          <p:cNvPr id="11" name="图片 10" descr="147"/>
          <p:cNvPicPr>
            <a:picLocks noChangeAspect="1"/>
          </p:cNvPicPr>
          <p:nvPr/>
        </p:nvPicPr>
        <p:blipFill>
          <a:blip r:embed="rId5"/>
          <a:stretch>
            <a:fillRect/>
          </a:stretch>
        </p:blipFill>
        <p:spPr>
          <a:xfrm>
            <a:off x="1304290" y="4500245"/>
            <a:ext cx="2352675" cy="1704975"/>
          </a:xfrm>
          <a:prstGeom prst="rect">
            <a:avLst/>
          </a:prstGeom>
        </p:spPr>
      </p:pic>
      <p:grpSp>
        <p:nvGrpSpPr>
          <p:cNvPr id="20" name="组合 19"/>
          <p:cNvGrpSpPr/>
          <p:nvPr/>
        </p:nvGrpSpPr>
        <p:grpSpPr>
          <a:xfrm>
            <a:off x="9412605" y="404495"/>
            <a:ext cx="1854835" cy="1716405"/>
            <a:chOff x="14823" y="637"/>
            <a:chExt cx="2921" cy="2703"/>
          </a:xfrm>
        </p:grpSpPr>
        <p:pic>
          <p:nvPicPr>
            <p:cNvPr id="10" name="图片 9" descr="148"/>
            <p:cNvPicPr>
              <a:picLocks noChangeAspect="1"/>
            </p:cNvPicPr>
            <p:nvPr/>
          </p:nvPicPr>
          <p:blipFill>
            <a:blip r:embed="rId6"/>
            <a:stretch>
              <a:fillRect/>
            </a:stretch>
          </p:blipFill>
          <p:spPr>
            <a:xfrm>
              <a:off x="14823" y="637"/>
              <a:ext cx="1140" cy="1260"/>
            </a:xfrm>
            <a:prstGeom prst="rect">
              <a:avLst/>
            </a:prstGeom>
          </p:spPr>
        </p:pic>
        <p:pic>
          <p:nvPicPr>
            <p:cNvPr id="12" name="图片 11" descr="150"/>
            <p:cNvPicPr>
              <a:picLocks noChangeAspect="1"/>
            </p:cNvPicPr>
            <p:nvPr/>
          </p:nvPicPr>
          <p:blipFill>
            <a:blip r:embed="rId7"/>
            <a:stretch>
              <a:fillRect/>
            </a:stretch>
          </p:blipFill>
          <p:spPr>
            <a:xfrm>
              <a:off x="16124" y="2186"/>
              <a:ext cx="1620" cy="1155"/>
            </a:xfrm>
            <a:prstGeom prst="rect">
              <a:avLst/>
            </a:prstGeom>
          </p:spPr>
        </p:pic>
      </p:grpSp>
      <p:sp>
        <p:nvSpPr>
          <p:cNvPr id="14" name="Object 100011"/>
          <p:cNvSpPr txBox="1"/>
          <p:nvPr/>
        </p:nvSpPr>
        <p:spPr>
          <a:xfrm>
            <a:off x="1151255" y="2109470"/>
            <a:ext cx="9924415" cy="1302385"/>
          </a:xfrm>
          <a:prstGeom prst="rect">
            <a:avLst/>
          </a:prstGeom>
        </p:spPr>
        <p:txBody>
          <a:bodyPr vert="horz" rtlCol="0" anchor="t" anchorCtr="0">
            <a:noAutofit/>
          </a:bodyPr>
          <a:p>
            <a:pPr algn="ctr">
              <a:lnSpc>
                <a:spcPct val="123000"/>
              </a:lnSpc>
            </a:pPr>
            <a:r>
              <a:rPr lang="zh-CN" sz="7200" dirty="0" smtClean="0">
                <a:solidFill>
                  <a:srgbClr val="262626">
                    <a:alpha val="100000"/>
                  </a:srgbClr>
                </a:solidFill>
                <a:latin typeface="汉仪中圆简" panose="02010609000101010101" charset="-122"/>
                <a:ea typeface="汉仪中圆简" panose="02010609000101010101" charset="-122"/>
                <a:cs typeface="造字工房悦圆演示版常规体" charset="-122"/>
                <a:sym typeface="+mn-ea"/>
              </a:rPr>
              <a:t>期待下次的相遇</a:t>
            </a:r>
            <a:endParaRPr lang="en-US" sz="7200" i="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16" name="Object 10006"/>
          <p:cNvSpPr txBox="1"/>
          <p:nvPr/>
        </p:nvSpPr>
        <p:spPr>
          <a:xfrm>
            <a:off x="2506663" y="3523618"/>
            <a:ext cx="7213600" cy="596900"/>
          </a:xfrm>
          <a:prstGeom prst="rect">
            <a:avLst/>
          </a:prstGeom>
        </p:spPr>
        <p:txBody>
          <a:bodyPr vert="horz" rtlCol="0" anchor="t" anchorCtr="0">
            <a:noAutofit/>
          </a:bodyPr>
          <a:p>
            <a:pPr algn="ctr">
              <a:lnSpc>
                <a:spcPct val="123000"/>
              </a:lnSpc>
            </a:pPr>
            <a:r>
              <a:rPr lang="en-US" sz="2000" b="0" i="0" spc="320" dirty="0" smtClean="0">
                <a:solidFill>
                  <a:srgbClr val="262626">
                    <a:alpha val="100000"/>
                  </a:srgbClr>
                </a:solidFill>
                <a:latin typeface="汉仪中圆简" panose="02010609000101010101" charset="-122"/>
                <a:ea typeface="汉仪中圆简" panose="02010609000101010101" charset="-122"/>
              </a:rPr>
              <a:t>Employee birthday party</a:t>
            </a:r>
            <a:endParaRPr lang="en-US" sz="2000" b="0" i="0" spc="320" dirty="0" smtClean="0">
              <a:solidFill>
                <a:srgbClr val="262626">
                  <a:alpha val="100000"/>
                </a:srgbClr>
              </a:solidFill>
              <a:latin typeface="汉仪中圆简" panose="02010609000101010101" charset="-122"/>
              <a:ea typeface="汉仪中圆简" panose="02010609000101010101" charset="-122"/>
            </a:endParaRPr>
          </a:p>
        </p:txBody>
      </p:sp>
      <p:sp>
        <p:nvSpPr>
          <p:cNvPr id="100010" name="Object 100010"/>
          <p:cNvSpPr txBox="1"/>
          <p:nvPr/>
        </p:nvSpPr>
        <p:spPr>
          <a:xfrm>
            <a:off x="4773295" y="1791970"/>
            <a:ext cx="2667000" cy="429260"/>
          </a:xfrm>
          <a:prstGeom prst="rect">
            <a:avLst/>
          </a:prstGeom>
        </p:spPr>
        <p:txBody>
          <a:bodyPr vert="horz" rtlCol="0" anchor="t" anchorCtr="0">
            <a:noAutofit/>
          </a:bodyPr>
          <a:p>
            <a:pPr algn="ctr">
              <a:lnSpc>
                <a:spcPct val="123000"/>
              </a:lnSpc>
            </a:pPr>
            <a:r>
              <a:rPr lang="en-US" altLang="zh-CN" sz="2000" b="0" i="0" spc="36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rPr>
              <a:t>-</a:t>
            </a:r>
            <a:r>
              <a:rPr lang="zh-CN" sz="2000" b="0" i="0" spc="36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rPr>
              <a:t>xxx</a:t>
            </a:r>
            <a:r>
              <a:rPr lang="en-US" sz="2000" b="0" i="0" spc="36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rPr>
              <a:t>公司-</a:t>
            </a:r>
            <a:endParaRPr lang="en-US" sz="2000" b="0" i="0" spc="360" dirty="0" smtClean="0">
              <a:solidFill>
                <a:srgbClr val="262626">
                  <a:alpha val="100000"/>
                </a:srgbClr>
              </a:solidFill>
              <a:latin typeface="汉仪中圆简" panose="02010609000101010101" charset="-122"/>
              <a:ea typeface="汉仪中圆简" panose="02010609000101010101" charset="-122"/>
              <a:cs typeface="汉仪中圆简" panose="02010609000101010101" charset="-122"/>
            </a:endParaRPr>
          </a:p>
        </p:txBody>
      </p:sp>
      <p:sp>
        <p:nvSpPr>
          <p:cNvPr id="19" name="Object 10007"/>
          <p:cNvSpPr txBox="1"/>
          <p:nvPr/>
        </p:nvSpPr>
        <p:spPr>
          <a:xfrm rot="5400000">
            <a:off x="-955675" y="4704715"/>
            <a:ext cx="2819400" cy="457200"/>
          </a:xfrm>
          <a:prstGeom prst="rect">
            <a:avLst/>
          </a:prstGeom>
        </p:spPr>
        <p:txBody>
          <a:bodyPr vert="horz" rtlCol="0" anchor="t" anchorCtr="0">
            <a:noAutofit/>
          </a:bodyPr>
          <a:p>
            <a:pPr algn="l">
              <a:lnSpc>
                <a:spcPct val="125000"/>
              </a:lnSpc>
            </a:pPr>
            <a:r>
              <a:rPr lang="en-US" sz="1200" b="0" i="0" spc="864" dirty="0" smtClean="0">
                <a:solidFill>
                  <a:srgbClr val="262626">
                    <a:alpha val="100000"/>
                  </a:srgbClr>
                </a:solidFill>
                <a:latin typeface="SourceHanSansSC-Medium" panose="020B0600000000000000"/>
                <a:ea typeface="SourceHanSansSC-Medium" panose="020B0600000000000000"/>
              </a:rPr>
              <a:t>birthday party</a:t>
            </a:r>
            <a:endParaRPr lang="en-US" sz="1200" b="0" i="0" spc="864" dirty="0" smtClean="0">
              <a:solidFill>
                <a:srgbClr val="262626">
                  <a:alpha val="100000"/>
                </a:srgbClr>
              </a:solidFill>
              <a:latin typeface="SourceHanSansSC-Medium" panose="020B0600000000000000"/>
              <a:ea typeface="SourceHanSansSC-Medium" panose="020B0600000000000000"/>
            </a:endParaRPr>
          </a:p>
        </p:txBody>
      </p:sp>
      <p:pic>
        <p:nvPicPr>
          <p:cNvPr id="18" name="图片 17" descr="包图网_18151586手绘生日快乐甜点双层蛋糕插画"/>
          <p:cNvPicPr>
            <a:picLocks noChangeAspect="1"/>
          </p:cNvPicPr>
          <p:nvPr/>
        </p:nvPicPr>
        <p:blipFill>
          <a:blip r:embed="rId8"/>
          <a:stretch>
            <a:fillRect/>
          </a:stretch>
        </p:blipFill>
        <p:spPr>
          <a:xfrm>
            <a:off x="4712970" y="4057015"/>
            <a:ext cx="2800985" cy="2800985"/>
          </a:xfrm>
          <a:prstGeom prst="rect">
            <a:avLst/>
          </a:prstGeom>
        </p:spPr>
      </p:pic>
    </p:spTree>
    <p:custDataLst>
      <p:tags r:id="rId9"/>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 presetClass="entr" presetSubtype="1"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0-#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500" fill="hold"/>
                                        <p:tgtEl>
                                          <p:spTgt spid="20"/>
                                        </p:tgtEl>
                                        <p:attrNameLst>
                                          <p:attrName>ppt_x</p:attrName>
                                        </p:attrNameLst>
                                      </p:cBhvr>
                                      <p:tavLst>
                                        <p:tav tm="0">
                                          <p:val>
                                            <p:strVal val="#ppt_x"/>
                                          </p:val>
                                        </p:tav>
                                        <p:tav tm="100000">
                                          <p:val>
                                            <p:strVal val="#ppt_x"/>
                                          </p:val>
                                        </p:tav>
                                      </p:tavLst>
                                    </p:anim>
                                    <p:anim calcmode="lin" valueType="num">
                                      <p:cBhvr additive="base">
                                        <p:cTn id="23" dur="500" fill="hold"/>
                                        <p:tgtEl>
                                          <p:spTgt spid="20"/>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53" presetClass="entr" presetSubtype="16"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p:cTn id="27" dur="500" fill="hold"/>
                                        <p:tgtEl>
                                          <p:spTgt spid="18"/>
                                        </p:tgtEl>
                                        <p:attrNameLst>
                                          <p:attrName>ppt_w</p:attrName>
                                        </p:attrNameLst>
                                      </p:cBhvr>
                                      <p:tavLst>
                                        <p:tav tm="0">
                                          <p:val>
                                            <p:fltVal val="0"/>
                                          </p:val>
                                        </p:tav>
                                        <p:tav tm="100000">
                                          <p:val>
                                            <p:strVal val="#ppt_w"/>
                                          </p:val>
                                        </p:tav>
                                      </p:tavLst>
                                    </p:anim>
                                    <p:anim calcmode="lin" valueType="num">
                                      <p:cBhvr>
                                        <p:cTn id="28" dur="500" fill="hold"/>
                                        <p:tgtEl>
                                          <p:spTgt spid="18"/>
                                        </p:tgtEl>
                                        <p:attrNameLst>
                                          <p:attrName>ppt_h</p:attrName>
                                        </p:attrNameLst>
                                      </p:cBhvr>
                                      <p:tavLst>
                                        <p:tav tm="0">
                                          <p:val>
                                            <p:fltVal val="0"/>
                                          </p:val>
                                        </p:tav>
                                        <p:tav tm="100000">
                                          <p:val>
                                            <p:strVal val="#ppt_h"/>
                                          </p:val>
                                        </p:tav>
                                      </p:tavLst>
                                    </p:anim>
                                    <p:animEffect transition="in" filter="fade">
                                      <p:cBhvr>
                                        <p:cTn id="29" dur="500"/>
                                        <p:tgtEl>
                                          <p:spTgt spid="18"/>
                                        </p:tgtEl>
                                      </p:cBhvr>
                                    </p:animEffect>
                                  </p:childTnLst>
                                </p:cTn>
                              </p:par>
                            </p:childTnLst>
                          </p:cTn>
                        </p:par>
                        <p:par>
                          <p:cTn id="30" fill="hold">
                            <p:stCondLst>
                              <p:cond delay="2000"/>
                            </p:stCondLst>
                            <p:childTnLst>
                              <p:par>
                                <p:cTn id="31" presetID="53" presetClass="entr" presetSubtype="16"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childTnLst>
                          </p:cTn>
                        </p:par>
                        <p:par>
                          <p:cTn id="36" fill="hold">
                            <p:stCondLst>
                              <p:cond delay="2500"/>
                            </p:stCondLst>
                            <p:childTnLst>
                              <p:par>
                                <p:cTn id="37" presetID="22" presetClass="entr" presetSubtype="8" fill="hold" grpId="0" nodeType="afterEffect">
                                  <p:stCondLst>
                                    <p:cond delay="0"/>
                                  </p:stCondLst>
                                  <p:childTnLst>
                                    <p:set>
                                      <p:cBhvr>
                                        <p:cTn id="38" dur="1" fill="hold">
                                          <p:stCondLst>
                                            <p:cond delay="0"/>
                                          </p:stCondLst>
                                        </p:cTn>
                                        <p:tgtEl>
                                          <p:spTgt spid="100010"/>
                                        </p:tgtEl>
                                        <p:attrNameLst>
                                          <p:attrName>style.visibility</p:attrName>
                                        </p:attrNameLst>
                                      </p:cBhvr>
                                      <p:to>
                                        <p:strVal val="visible"/>
                                      </p:to>
                                    </p:set>
                                    <p:animEffect transition="in" filter="wipe(left)">
                                      <p:cBhvr>
                                        <p:cTn id="39" dur="500"/>
                                        <p:tgtEl>
                                          <p:spTgt spid="100010"/>
                                        </p:tgtEl>
                                      </p:cBhvr>
                                    </p:animEffect>
                                  </p:childTnLst>
                                </p:cTn>
                              </p:par>
                            </p:childTnLst>
                          </p:cTn>
                        </p:par>
                        <p:par>
                          <p:cTn id="40" fill="hold">
                            <p:stCondLst>
                              <p:cond delay="3000"/>
                            </p:stCondLst>
                            <p:childTnLst>
                              <p:par>
                                <p:cTn id="41" presetID="22" presetClass="entr" presetSubtype="8"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3500"/>
                            </p:stCondLst>
                            <p:childTnLst>
                              <p:par>
                                <p:cTn id="45" presetID="22" presetClass="entr" presetSubtype="8"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500"/>
                                        <p:tgtEl>
                                          <p:spTgt spid="16"/>
                                        </p:tgtEl>
                                      </p:cBhvr>
                                    </p:animEffect>
                                  </p:childTnLst>
                                </p:cTn>
                              </p:par>
                              <p:par>
                                <p:cTn id="48" presetID="2" presetClass="entr" presetSubtype="4"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00010" grpId="0"/>
      <p:bldP spid="19" grpId="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9.xml><?xml version="1.0" encoding="utf-8"?>
<p:tagLst xmlns:p="http://schemas.openxmlformats.org/presentationml/2006/main">
  <p:tag name="commondata" val="eyJjb3VudCI6MiwiaGRpZCI6ImZiMmJhOTJmZTEwODE0NGZiMDViOGRjOTkyZTM1ZjY1IiwidXNlckNvdW50Ijoy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1344</Words>
  <Application>WPS 演示</Application>
  <PresentationFormat>宽屏</PresentationFormat>
  <Paragraphs>165</Paragraphs>
  <Slides>16</Slides>
  <Notes>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Arial</vt:lpstr>
      <vt:lpstr>宋体</vt:lpstr>
      <vt:lpstr>Wingdings</vt:lpstr>
      <vt:lpstr>微软雅黑</vt:lpstr>
      <vt:lpstr>汉仪中圆简</vt:lpstr>
      <vt:lpstr>SourceHanSansSC-Medium</vt:lpstr>
      <vt:lpstr>Verdana</vt:lpstr>
      <vt:lpstr>造字工房悦圆演示版常规体</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徐云峰</cp:lastModifiedBy>
  <cp:revision>110</cp:revision>
  <dcterms:created xsi:type="dcterms:W3CDTF">2019-06-19T02:08:00Z</dcterms:created>
  <dcterms:modified xsi:type="dcterms:W3CDTF">2024-03-12T18:29:30Z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KSOTemplateUUID">
    <vt:lpwstr>v1.0_mb_PNLNuEGTaCG4JpwbKFa0mQ==</vt:lpwstr>
  </property>
  <property fmtid="{D5CDD505-2E9C-101B-9397-08002B2CF9AE}" pid="4" name="ICV">
    <vt:lpwstr>EF948D4B15B642839B9EF89B62AFBCFE_11</vt:lpwstr>
  </property>
</Properties>
</file>