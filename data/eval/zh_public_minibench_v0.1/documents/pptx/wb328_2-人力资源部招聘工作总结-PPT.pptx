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39"/>
  </p:handoutMasterIdLst>
  <p:sldIdLst>
    <p:sldId id="308" r:id="rId4"/>
    <p:sldId id="267" r:id="rId6"/>
    <p:sldId id="262" r:id="rId7"/>
    <p:sldId id="264" r:id="rId8"/>
    <p:sldId id="269" r:id="rId9"/>
    <p:sldId id="299" r:id="rId10"/>
    <p:sldId id="298" r:id="rId11"/>
    <p:sldId id="272" r:id="rId12"/>
    <p:sldId id="273" r:id="rId13"/>
    <p:sldId id="343" r:id="rId14"/>
    <p:sldId id="274" r:id="rId15"/>
    <p:sldId id="275" r:id="rId16"/>
    <p:sldId id="306" r:id="rId17"/>
    <p:sldId id="277" r:id="rId18"/>
    <p:sldId id="278" r:id="rId19"/>
    <p:sldId id="301" r:id="rId20"/>
    <p:sldId id="300" r:id="rId21"/>
    <p:sldId id="281" r:id="rId22"/>
    <p:sldId id="282" r:id="rId23"/>
    <p:sldId id="344" r:id="rId24"/>
    <p:sldId id="283" r:id="rId25"/>
    <p:sldId id="284" r:id="rId26"/>
    <p:sldId id="345" r:id="rId27"/>
    <p:sldId id="285" r:id="rId28"/>
    <p:sldId id="346" r:id="rId29"/>
    <p:sldId id="304" r:id="rId30"/>
    <p:sldId id="287" r:id="rId31"/>
    <p:sldId id="303" r:id="rId32"/>
    <p:sldId id="302" r:id="rId33"/>
    <p:sldId id="305" r:id="rId34"/>
    <p:sldId id="291" r:id="rId35"/>
    <p:sldId id="296" r:id="rId36"/>
    <p:sldId id="297" r:id="rId37"/>
    <p:sldId id="309" r:id="rId38"/>
  </p:sldIdLst>
  <p:sldSz cx="9144000" cy="5143500" type="screen16x9"/>
  <p:notesSz cx="6858000" cy="9144000"/>
  <p:custDataLst>
    <p:tags r:id="rId43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3" userDrawn="1">
          <p15:clr>
            <a:srgbClr val="A4A3A4"/>
          </p15:clr>
        </p15:guide>
        <p15:guide id="2" pos="2881" userDrawn="1">
          <p15:clr>
            <a:srgbClr val="A4A3A4"/>
          </p15:clr>
        </p15:guide>
        <p15:guide id="3" pos="1843" userDrawn="1">
          <p15:clr>
            <a:srgbClr val="A4A3A4"/>
          </p15:clr>
        </p15:guide>
        <p15:guide id="4" orient="horz" pos="3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BBAB"/>
    <a:srgbClr val="D85737"/>
    <a:srgbClr val="189983"/>
    <a:srgbClr val="F19070"/>
    <a:srgbClr val="F9F9F9"/>
    <a:srgbClr val="BC3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 autoAdjust="0"/>
    <p:restoredTop sz="83410" autoAdjust="0"/>
  </p:normalViewPr>
  <p:slideViewPr>
    <p:cSldViewPr snapToGrid="0" showGuides="1">
      <p:cViewPr>
        <p:scale>
          <a:sx n="82" d="100"/>
          <a:sy n="82" d="100"/>
        </p:scale>
        <p:origin x="2480" y="840"/>
      </p:cViewPr>
      <p:guideLst>
        <p:guide orient="horz" pos="1583"/>
        <p:guide pos="2881"/>
        <p:guide pos="1843"/>
        <p:guide orient="horz" pos="32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tags" Target="tags/tag54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 职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入职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FFC000"/>
              </a:solidFill>
            </c:spPr>
          </c:dPt>
          <c:dPt>
            <c:idx val="1"/>
            <c:bubble3D val="0"/>
            <c:spPr>
              <a:solidFill>
                <a:srgbClr val="189983"/>
              </a:solidFill>
            </c:spPr>
          </c:dPt>
          <c:dPt>
            <c:idx val="2"/>
            <c:bubble3D val="0"/>
            <c:spPr>
              <a:solidFill>
                <a:srgbClr val="D85737"/>
              </a:solidFill>
            </c:spPr>
          </c:dPt>
          <c:dPt>
            <c:idx val="3"/>
            <c:bubble3D val="0"/>
            <c:spPr>
              <a:solidFill>
                <a:srgbClr val="52BBAB"/>
              </a:solidFill>
            </c:spPr>
          </c:dPt>
          <c:dPt>
            <c:idx val="4"/>
            <c:bubble3D val="0"/>
            <c:spPr>
              <a:solidFill>
                <a:srgbClr val="F19070"/>
              </a:solidFill>
            </c:spPr>
          </c:dPt>
          <c:dPt>
            <c:idx val="5"/>
            <c:bubble3D val="0"/>
            <c:spPr>
              <a:solidFill>
                <a:srgbClr val="BC3E28"/>
              </a:solidFill>
            </c:spPr>
          </c:dPt>
          <c:dPt>
            <c:idx val="6"/>
            <c:bubble3D val="0"/>
          </c:dPt>
          <c:dPt>
            <c:idx val="7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bg1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Impact" panose="020B0806030902050204" pitchFamily="34" charset="0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总经办</c:v>
                </c:pt>
                <c:pt idx="1">
                  <c:v>人事部</c:v>
                </c:pt>
                <c:pt idx="2">
                  <c:v>行政部</c:v>
                </c:pt>
                <c:pt idx="3">
                  <c:v>财务部</c:v>
                </c:pt>
                <c:pt idx="4">
                  <c:v>销售部</c:v>
                </c:pt>
                <c:pt idx="5">
                  <c:v>采购部</c:v>
                </c:pt>
                <c:pt idx="6">
                  <c:v>技术部</c:v>
                </c:pt>
                <c:pt idx="7">
                  <c:v>市场部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13</c:v>
                </c:pt>
                <c:pt idx="2">
                  <c:v>12</c:v>
                </c:pt>
                <c:pt idx="3">
                  <c:v>11</c:v>
                </c:pt>
                <c:pt idx="4">
                  <c:v>96</c:v>
                </c:pt>
                <c:pt idx="5">
                  <c:v>14</c:v>
                </c:pt>
                <c:pt idx="6">
                  <c:v>16</c:v>
                </c:pt>
                <c:pt idx="7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d4fb3ac-0dcf-47fb-80c2-476930b2647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600" dirty="0"/>
              <a:t>离 职</a:t>
            </a:r>
            <a:endParaRPr lang="zh-CN" altLang="en-US" sz="1600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离职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FFC000"/>
              </a:solidFill>
            </c:spPr>
          </c:dPt>
          <c:dPt>
            <c:idx val="1"/>
            <c:bubble3D val="0"/>
            <c:spPr>
              <a:solidFill>
                <a:srgbClr val="189983"/>
              </a:solidFill>
            </c:spPr>
          </c:dPt>
          <c:dPt>
            <c:idx val="2"/>
            <c:bubble3D val="0"/>
            <c:spPr>
              <a:solidFill>
                <a:srgbClr val="D85737"/>
              </a:solidFill>
            </c:spPr>
          </c:dPt>
          <c:dPt>
            <c:idx val="3"/>
            <c:bubble3D val="0"/>
            <c:spPr>
              <a:solidFill>
                <a:srgbClr val="52BBAB"/>
              </a:solidFill>
            </c:spPr>
          </c:dPt>
          <c:dPt>
            <c:idx val="4"/>
            <c:bubble3D val="0"/>
            <c:spPr>
              <a:solidFill>
                <a:srgbClr val="F19070"/>
              </a:solidFill>
            </c:spPr>
          </c:dPt>
          <c:dPt>
            <c:idx val="5"/>
            <c:bubble3D val="0"/>
            <c:spPr>
              <a:solidFill>
                <a:srgbClr val="BC3E28"/>
              </a:solidFill>
            </c:spPr>
          </c:dPt>
          <c:dPt>
            <c:idx val="6"/>
            <c:bubble3D val="0"/>
          </c:dPt>
          <c:dPt>
            <c:idx val="7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bg1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Impact" panose="020B0806030902050204" pitchFamily="34" charset="0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总经办</c:v>
                </c:pt>
                <c:pt idx="1">
                  <c:v>人事部</c:v>
                </c:pt>
                <c:pt idx="2">
                  <c:v>行政部</c:v>
                </c:pt>
                <c:pt idx="3">
                  <c:v>财务部</c:v>
                </c:pt>
                <c:pt idx="4">
                  <c:v>销售部</c:v>
                </c:pt>
                <c:pt idx="5">
                  <c:v>采购部</c:v>
                </c:pt>
                <c:pt idx="6">
                  <c:v>技术部</c:v>
                </c:pt>
                <c:pt idx="7">
                  <c:v>市场部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34</c:v>
                </c:pt>
                <c:pt idx="5">
                  <c:v>7</c:v>
                </c:pt>
                <c:pt idx="6">
                  <c:v>9</c:v>
                </c:pt>
                <c:pt idx="7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aa8df0a-d0ce-4885-8a4b-17f6dad2340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总经办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人事部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财务部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销售部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采购部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技术部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市场部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5217984"/>
        <c:axId val="2065220304"/>
      </c:lineChart>
      <c:catAx>
        <c:axId val="20652179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065220304"/>
        <c:crosses val="autoZero"/>
        <c:auto val="1"/>
        <c:lblAlgn val="ctr"/>
        <c:lblOffset val="100"/>
        <c:noMultiLvlLbl val="0"/>
      </c:catAx>
      <c:valAx>
        <c:axId val="2065220304"/>
        <c:scaling>
          <c:orientation val="minMax"/>
          <c:max val="8"/>
          <c:min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065217984"/>
        <c:crosses val="autoZero"/>
        <c:crossBetween val="between"/>
      </c:valAx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7eda73a-4aff-4470-83d5-35b05e71ad2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总经办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人事部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财务部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销售部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采购部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技术部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市场部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三月</c:v>
                </c:pt>
                <c:pt idx="1">
                  <c:v>六月</c:v>
                </c:pt>
                <c:pt idx="2">
                  <c:v>九月</c:v>
                </c:pt>
                <c:pt idx="3">
                  <c:v>十二月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9496112"/>
        <c:axId val="2069497888"/>
      </c:lineChart>
      <c:catAx>
        <c:axId val="2069496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069497888"/>
        <c:crosses val="autoZero"/>
        <c:auto val="1"/>
        <c:lblAlgn val="ctr"/>
        <c:lblOffset val="100"/>
        <c:noMultiLvlLbl val="0"/>
      </c:catAx>
      <c:valAx>
        <c:axId val="2069497888"/>
        <c:scaling>
          <c:orientation val="minMax"/>
          <c:max val="8"/>
          <c:min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069496112"/>
        <c:crosses val="autoZero"/>
        <c:crossBetween val="between"/>
      </c:valAx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be7d5fa-66ae-47ba-8255-26d5564f1c39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年</c:v>
                </c:pt>
              </c:strCache>
            </c:strRef>
          </c:tx>
          <c:spPr>
            <a:solidFill>
              <a:srgbClr val="D85737"/>
            </a:solidFill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博士</c:v>
                </c:pt>
                <c:pt idx="1">
                  <c:v>硕士</c:v>
                </c:pt>
                <c:pt idx="2">
                  <c:v>本科</c:v>
                </c:pt>
                <c:pt idx="3">
                  <c:v>大专</c:v>
                </c:pt>
                <c:pt idx="4">
                  <c:v>高中及以下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78</c:v>
                </c:pt>
                <c:pt idx="2">
                  <c:v>56</c:v>
                </c:pt>
                <c:pt idx="3">
                  <c:v>22</c:v>
                </c:pt>
                <c:pt idx="4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年</c:v>
                </c:pt>
              </c:strCache>
            </c:strRef>
          </c:tx>
          <c:spPr>
            <a:solidFill>
              <a:srgbClr val="189983"/>
            </a:solidFill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博士</c:v>
                </c:pt>
                <c:pt idx="1">
                  <c:v>硕士</c:v>
                </c:pt>
                <c:pt idx="2">
                  <c:v>本科</c:v>
                </c:pt>
                <c:pt idx="3">
                  <c:v>大专</c:v>
                </c:pt>
                <c:pt idx="4">
                  <c:v>高中及以下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</c:v>
                </c:pt>
                <c:pt idx="1">
                  <c:v>135</c:v>
                </c:pt>
                <c:pt idx="2">
                  <c:v>122</c:v>
                </c:pt>
                <c:pt idx="3">
                  <c:v>20</c:v>
                </c:pt>
                <c:pt idx="4">
                  <c:v>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5268800"/>
        <c:axId val="2065271872"/>
      </c:barChart>
      <c:catAx>
        <c:axId val="20652688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065271872"/>
        <c:crosses val="autoZero"/>
        <c:auto val="1"/>
        <c:lblAlgn val="ctr"/>
        <c:lblOffset val="100"/>
        <c:noMultiLvlLbl val="0"/>
      </c:catAx>
      <c:valAx>
        <c:axId val="20652718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065268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bfeb345-bdcd-491d-af77-1d22a7d1f69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D85737"/>
            </a:solidFill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中层及以上</c:v>
                </c:pt>
                <c:pt idx="1">
                  <c:v>技术人员</c:v>
                </c:pt>
                <c:pt idx="2">
                  <c:v>职能人员</c:v>
                </c:pt>
                <c:pt idx="3">
                  <c:v>营销人员</c:v>
                </c:pt>
                <c:pt idx="4">
                  <c:v>客服人员</c:v>
                </c:pt>
                <c:pt idx="5">
                  <c:v>生产人员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23</c:v>
                </c:pt>
                <c:pt idx="2">
                  <c:v>45</c:v>
                </c:pt>
                <c:pt idx="3">
                  <c:v>80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189983"/>
            </a:solidFill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中层及以上</c:v>
                </c:pt>
                <c:pt idx="1">
                  <c:v>技术人员</c:v>
                </c:pt>
                <c:pt idx="2">
                  <c:v>职能人员</c:v>
                </c:pt>
                <c:pt idx="3">
                  <c:v>营销人员</c:v>
                </c:pt>
                <c:pt idx="4">
                  <c:v>客服人员</c:v>
                </c:pt>
                <c:pt idx="5">
                  <c:v>生产人员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42</c:v>
                </c:pt>
                <c:pt idx="2">
                  <c:v>78</c:v>
                </c:pt>
                <c:pt idx="3">
                  <c:v>150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52783984"/>
        <c:axId val="1852623744"/>
      </c:barChart>
      <c:catAx>
        <c:axId val="18527839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1852623744"/>
        <c:crosses val="autoZero"/>
        <c:auto val="1"/>
        <c:lblAlgn val="ctr"/>
        <c:lblOffset val="100"/>
        <c:noMultiLvlLbl val="0"/>
      </c:catAx>
      <c:valAx>
        <c:axId val="18526237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1852783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e00e6b4-b942-4bbf-ad34-e33810daa6a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A24C5-428E-4FE9-BA55-2C0ED98814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我图网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QQF4D2CD6C74639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47FA1-BB63-4C28-838C-006199FE6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5"/>
          <p:cNvGrpSpPr/>
          <p:nvPr userDrawn="1"/>
        </p:nvGrpSpPr>
        <p:grpSpPr bwMode="auto">
          <a:xfrm>
            <a:off x="8403817" y="4773301"/>
            <a:ext cx="270132" cy="270210"/>
            <a:chOff x="11226607" y="6533712"/>
            <a:chExt cx="360000" cy="360000"/>
          </a:xfrm>
        </p:grpSpPr>
        <p:sp>
          <p:nvSpPr>
            <p:cNvPr id="24" name="椭圆 15"/>
            <p:cNvSpPr/>
            <p:nvPr userDrawn="1"/>
          </p:nvSpPr>
          <p:spPr>
            <a:xfrm>
              <a:off x="11226607" y="6533712"/>
              <a:ext cx="360000" cy="360000"/>
            </a:xfrm>
            <a:prstGeom prst="ellipse">
              <a:avLst/>
            </a:prstGeom>
            <a:solidFill>
              <a:schemeClr val="accent3">
                <a:alpha val="6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燕尾形 16">
              <a:hlinkClick r:id="" action="ppaction://hlinkshowjump?jump=previousslide"/>
            </p:cNvPr>
            <p:cNvSpPr/>
            <p:nvPr userDrawn="1"/>
          </p:nvSpPr>
          <p:spPr>
            <a:xfrm flipH="1">
              <a:off x="11320176" y="6627281"/>
              <a:ext cx="172863" cy="172863"/>
            </a:xfrm>
            <a:prstGeom prst="chevron">
              <a:avLst/>
            </a:prstGeom>
            <a:solidFill>
              <a:srgbClr val="FFFF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4"/>
          <p:cNvGrpSpPr/>
          <p:nvPr userDrawn="1"/>
        </p:nvGrpSpPr>
        <p:grpSpPr bwMode="auto">
          <a:xfrm>
            <a:off x="8782239" y="4773301"/>
            <a:ext cx="270132" cy="270210"/>
            <a:chOff x="11103607" y="6381312"/>
            <a:chExt cx="360000" cy="360000"/>
          </a:xfrm>
        </p:grpSpPr>
        <p:sp>
          <p:nvSpPr>
            <p:cNvPr id="33" name="椭圆 2"/>
            <p:cNvSpPr/>
            <p:nvPr userDrawn="1"/>
          </p:nvSpPr>
          <p:spPr>
            <a:xfrm>
              <a:off x="11103607" y="6381312"/>
              <a:ext cx="360000" cy="360000"/>
            </a:xfrm>
            <a:prstGeom prst="ellipse">
              <a:avLst/>
            </a:prstGeom>
            <a:solidFill>
              <a:schemeClr val="accent3">
                <a:alpha val="6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4" name="燕尾形 3">
              <a:hlinkClick r:id="" action="ppaction://hlinkshowjump?jump=nextslide"/>
            </p:cNvPr>
            <p:cNvSpPr/>
            <p:nvPr userDrawn="1"/>
          </p:nvSpPr>
          <p:spPr>
            <a:xfrm>
              <a:off x="11197176" y="6474881"/>
              <a:ext cx="172863" cy="172863"/>
            </a:xfrm>
            <a:prstGeom prst="chevron">
              <a:avLst/>
            </a:prstGeom>
            <a:solidFill>
              <a:srgbClr val="FFFF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矩形 1"/>
          <p:cNvSpPr/>
          <p:nvPr userDrawn="1"/>
        </p:nvSpPr>
        <p:spPr>
          <a:xfrm>
            <a:off x="0" y="573748"/>
            <a:ext cx="9144000" cy="535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3" tIns="34272" rIns="68543" bIns="3427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430298-736B-4CEC-9961-0A792220ED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4AC5845-BB50-449D-9327-89EC38D871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"/>
            <a:ext cx="9143999" cy="5143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CFC0AE4-D788-4C63-99CA-2D16C479E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07AF2F5-CE6D-4DAA-B6C8-82C34ECB6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337-1161-4CB2-8B69-3E24C9ADD5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D884B-F155-42E3-9801-487CD0C3BE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0">
        <p14:vortex dir="r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3"/>
          <a:srcRect/>
          <a:stretch>
            <a:fillRect/>
          </a:stretch>
        </p:blipFill>
        <p:spPr>
          <a:xfrm rot="16200000">
            <a:off x="2000251" y="-2000250"/>
            <a:ext cx="5143500" cy="9144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 advTm="12000">
        <p:split orient="vert"/>
      </p:transition>
    </mc:Choice>
    <mc:Fallback>
      <p:transition spd="slow" advTm="12000">
        <p:split orient="vert"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0" y="-8908"/>
            <a:ext cx="9144000" cy="514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>
    <mc:Choice xmlns:p14="http://schemas.microsoft.com/office/powerpoint/2010/main" Requires="p14">
      <p:transition spd="slow" p14:dur="3000" advTm="0">
        <p14:vortex dir="r"/>
      </p:transition>
    </mc:Choice>
    <mc:Fallback>
      <p:transition spd="slow" advTm="0">
        <p:fade/>
      </p:transition>
    </mc:Fallback>
  </mc:AlternateContent>
  <p:txStyles>
    <p:titleStyle>
      <a:lvl1pPr algn="l" defTabSz="685165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7970" indent="-267970" algn="l" defTabSz="685165" rtl="0" eaLnBrk="1" latinLnBrk="0" hangingPunct="1">
        <a:lnSpc>
          <a:spcPct val="110000"/>
        </a:lnSpc>
        <a:spcBef>
          <a:spcPts val="1350"/>
        </a:spcBef>
        <a:buClr>
          <a:schemeClr val="accent2"/>
        </a:buClr>
        <a:buSzPct val="100000"/>
        <a:buFont typeface="Webdings" panose="05030102010509060703" pitchFamily="18" charset="2"/>
        <a:buChar char=""/>
        <a:defRPr sz="15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267970" indent="-267970" algn="l" defTabSz="685165" rtl="0" eaLnBrk="1" latinLnBrk="0" hangingPunct="1">
        <a:lnSpc>
          <a:spcPct val="130000"/>
        </a:lnSpc>
        <a:spcBef>
          <a:spcPts val="375"/>
        </a:spcBef>
        <a:buFont typeface="Calibri" panose="020F0502020204030204" pitchFamily="34" charset="0"/>
        <a:buChar char=" "/>
        <a:defRPr sz="1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8572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2" Type="http://schemas.openxmlformats.org/officeDocument/2006/relationships/notesSlide" Target="../notesSlides/notesSlide1.x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36.xml"/><Relationship Id="rId4" Type="http://schemas.openxmlformats.org/officeDocument/2006/relationships/image" Target="../media/image4.png"/><Relationship Id="rId39" Type="http://schemas.openxmlformats.org/officeDocument/2006/relationships/tags" Target="../tags/tag35.xml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tags" Target="../tags/tag32.xml"/><Relationship Id="rId35" Type="http://schemas.openxmlformats.org/officeDocument/2006/relationships/tags" Target="../tags/tag31.xml"/><Relationship Id="rId34" Type="http://schemas.openxmlformats.org/officeDocument/2006/relationships/tags" Target="../tags/tag30.xml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microsoft.com/office/2007/relationships/media" Target="../media/media1.mp3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audio" Target="NULL" TargetMode="Externa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3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image" Target="../media/image5.jpeg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" y="-58467"/>
            <a:ext cx="9144001" cy="5143500"/>
            <a:chOff x="0" y="0"/>
            <a:chExt cx="9144001" cy="5143500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rot="16200000">
              <a:off x="2000251" y="-2000250"/>
              <a:ext cx="5143500" cy="9144000"/>
            </a:xfrm>
            <a:custGeom>
              <a:avLst/>
              <a:gdLst>
                <a:gd name="connsiteX0" fmla="*/ 6858000 w 6858000"/>
                <a:gd name="connsiteY0" fmla="*/ 0 h 12192000"/>
                <a:gd name="connsiteX1" fmla="*/ 6858000 w 6858000"/>
                <a:gd name="connsiteY1" fmla="*/ 12192000 h 12192000"/>
                <a:gd name="connsiteX2" fmla="*/ 0 w 6858000"/>
                <a:gd name="connsiteY2" fmla="*/ 12192000 h 12192000"/>
                <a:gd name="connsiteX3" fmla="*/ 0 w 6858000"/>
                <a:gd name="connsiteY3" fmla="*/ 0 h 121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58000" h="12192000">
                  <a:moveTo>
                    <a:pt x="6858000" y="0"/>
                  </a:moveTo>
                  <a:lnTo>
                    <a:pt x="685800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71" name="矩形 7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end="4716.75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01317" y="-1108165"/>
            <a:ext cx="609600" cy="609600"/>
          </a:xfrm>
          <a:prstGeom prst="rect">
            <a:avLst/>
          </a:prstGeom>
        </p:spPr>
      </p:pic>
      <p:sp>
        <p:nvSpPr>
          <p:cNvPr id="72" name="椭圆 71"/>
          <p:cNvSpPr/>
          <p:nvPr>
            <p:custDataLst>
              <p:tags r:id="rId5"/>
            </p:custDataLst>
          </p:nvPr>
        </p:nvSpPr>
        <p:spPr>
          <a:xfrm>
            <a:off x="2191814" y="1146980"/>
            <a:ext cx="1487999" cy="148810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914" tIns="36457" rIns="72914" bIns="36457"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>
            <p:custDataLst>
              <p:tags r:id="rId6"/>
            </p:custDataLst>
          </p:nvPr>
        </p:nvSpPr>
        <p:spPr>
          <a:xfrm>
            <a:off x="3285371" y="1146980"/>
            <a:ext cx="1487999" cy="148810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914" tIns="36457" rIns="72914" bIns="36457"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>
            <p:custDataLst>
              <p:tags r:id="rId7"/>
            </p:custDataLst>
          </p:nvPr>
        </p:nvSpPr>
        <p:spPr>
          <a:xfrm>
            <a:off x="4378683" y="1146980"/>
            <a:ext cx="1487999" cy="148810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914" tIns="36457" rIns="72914" bIns="36457"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>
            <p:custDataLst>
              <p:tags r:id="rId8"/>
            </p:custDataLst>
          </p:nvPr>
        </p:nvSpPr>
        <p:spPr>
          <a:xfrm>
            <a:off x="5512721" y="1146980"/>
            <a:ext cx="1487999" cy="148810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914" tIns="36457" rIns="72914" bIns="36457"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>
            <p:custDataLst>
              <p:tags r:id="rId9"/>
            </p:custDataLst>
          </p:nvPr>
        </p:nvGrpSpPr>
        <p:grpSpPr>
          <a:xfrm>
            <a:off x="2307265" y="1248981"/>
            <a:ext cx="1284011" cy="1284105"/>
            <a:chOff x="3768359" y="1725446"/>
            <a:chExt cx="1930605" cy="1930605"/>
          </a:xfrm>
        </p:grpSpPr>
        <p:sp>
          <p:nvSpPr>
            <p:cNvPr id="81" name="Oval 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Oval 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12"/>
            </p:custDataLst>
          </p:nvPr>
        </p:nvGrpSpPr>
        <p:grpSpPr>
          <a:xfrm>
            <a:off x="3390871" y="1248981"/>
            <a:ext cx="1284011" cy="1284105"/>
            <a:chOff x="3768359" y="1725446"/>
            <a:chExt cx="1930605" cy="1930605"/>
          </a:xfrm>
        </p:grpSpPr>
        <p:sp>
          <p:nvSpPr>
            <p:cNvPr id="84" name="Oval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5" name="Oval 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6" name="组合 85"/>
          <p:cNvGrpSpPr/>
          <p:nvPr>
            <p:custDataLst>
              <p:tags r:id="rId15"/>
            </p:custDataLst>
          </p:nvPr>
        </p:nvGrpSpPr>
        <p:grpSpPr>
          <a:xfrm>
            <a:off x="4479881" y="1248981"/>
            <a:ext cx="1284011" cy="1284105"/>
            <a:chOff x="3768359" y="1725446"/>
            <a:chExt cx="1930605" cy="1930605"/>
          </a:xfrm>
        </p:grpSpPr>
        <p:sp>
          <p:nvSpPr>
            <p:cNvPr id="87" name="Oval 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8" name="Oval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52BBAB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9" name="组合 88"/>
          <p:cNvGrpSpPr/>
          <p:nvPr>
            <p:custDataLst>
              <p:tags r:id="rId18"/>
            </p:custDataLst>
          </p:nvPr>
        </p:nvGrpSpPr>
        <p:grpSpPr>
          <a:xfrm>
            <a:off x="5614716" y="1248981"/>
            <a:ext cx="1284011" cy="1284105"/>
            <a:chOff x="3768359" y="1725446"/>
            <a:chExt cx="1930605" cy="1930605"/>
          </a:xfrm>
        </p:grpSpPr>
        <p:sp>
          <p:nvSpPr>
            <p:cNvPr id="90" name="Oval 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1" name="Oval 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D85737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2" name="矩形 91"/>
          <p:cNvSpPr/>
          <p:nvPr>
            <p:custDataLst>
              <p:tags r:id="rId21"/>
            </p:custDataLst>
          </p:nvPr>
        </p:nvSpPr>
        <p:spPr>
          <a:xfrm>
            <a:off x="2519666" y="1324746"/>
            <a:ext cx="840904" cy="12517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914" tIns="36457" rIns="72914" bIns="36457">
            <a:spAutoFit/>
          </a:bodyPr>
          <a:lstStyle/>
          <a:p>
            <a:r>
              <a:rPr lang="en-US" altLang="zh-CN" sz="7700" dirty="0">
                <a:solidFill>
                  <a:schemeClr val="bg1"/>
                </a:solidFill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2</a:t>
            </a:r>
            <a:endParaRPr lang="zh-CN" altLang="en-US" sz="7700" dirty="0">
              <a:latin typeface="方正正大黑简体" panose="02000500000000000000" pitchFamily="2" charset="-122"/>
              <a:ea typeface="方正正大黑简体" panose="02000500000000000000" pitchFamily="2" charset="-122"/>
            </a:endParaRPr>
          </a:p>
        </p:txBody>
      </p:sp>
      <p:sp>
        <p:nvSpPr>
          <p:cNvPr id="93" name="矩形 92"/>
          <p:cNvSpPr/>
          <p:nvPr>
            <p:custDataLst>
              <p:tags r:id="rId22"/>
            </p:custDataLst>
          </p:nvPr>
        </p:nvSpPr>
        <p:spPr>
          <a:xfrm>
            <a:off x="3570827" y="1324746"/>
            <a:ext cx="868173" cy="12517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914" tIns="36457" rIns="72914" bIns="36457">
            <a:spAutoFit/>
          </a:bodyPr>
          <a:lstStyle/>
          <a:p>
            <a:r>
              <a:rPr lang="en-US" altLang="zh-CN" sz="7700" dirty="0">
                <a:solidFill>
                  <a:schemeClr val="bg1"/>
                </a:solidFill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0</a:t>
            </a:r>
            <a:endParaRPr lang="zh-CN" altLang="en-US" sz="7700" dirty="0">
              <a:latin typeface="方正正大黑简体" panose="02000500000000000000" pitchFamily="2" charset="-122"/>
              <a:ea typeface="方正正大黑简体" panose="02000500000000000000" pitchFamily="2" charset="-122"/>
            </a:endParaRPr>
          </a:p>
        </p:txBody>
      </p:sp>
      <p:sp>
        <p:nvSpPr>
          <p:cNvPr id="94" name="矩形 93"/>
          <p:cNvSpPr/>
          <p:nvPr>
            <p:custDataLst>
              <p:tags r:id="rId23"/>
            </p:custDataLst>
          </p:nvPr>
        </p:nvSpPr>
        <p:spPr>
          <a:xfrm>
            <a:off x="4708769" y="1324746"/>
            <a:ext cx="787400" cy="1257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914" tIns="36457" rIns="72914" bIns="36457">
            <a:spAutoFit/>
          </a:bodyPr>
          <a:lstStyle/>
          <a:p>
            <a:r>
              <a:rPr lang="en-US" altLang="zh-CN" sz="7700" dirty="0">
                <a:solidFill>
                  <a:schemeClr val="bg1"/>
                </a:solidFill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2</a:t>
            </a:r>
            <a:endParaRPr lang="zh-CN" altLang="en-US" sz="7700" dirty="0">
              <a:latin typeface="方正正大黑简体" panose="02000500000000000000" pitchFamily="2" charset="-122"/>
              <a:ea typeface="方正正大黑简体" panose="02000500000000000000" pitchFamily="2" charset="-122"/>
            </a:endParaRPr>
          </a:p>
        </p:txBody>
      </p:sp>
      <p:sp>
        <p:nvSpPr>
          <p:cNvPr id="95" name="矩形 94"/>
          <p:cNvSpPr/>
          <p:nvPr>
            <p:custDataLst>
              <p:tags r:id="rId24"/>
            </p:custDataLst>
          </p:nvPr>
        </p:nvSpPr>
        <p:spPr>
          <a:xfrm>
            <a:off x="5856283" y="1331285"/>
            <a:ext cx="1002665" cy="1257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914" tIns="36457" rIns="72914" bIns="36457">
            <a:spAutoFit/>
          </a:bodyPr>
          <a:lstStyle/>
          <a:p>
            <a:r>
              <a:rPr lang="en-US" altLang="zh-CN" sz="7700" dirty="0">
                <a:solidFill>
                  <a:schemeClr val="bg1"/>
                </a:solidFill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X</a:t>
            </a:r>
            <a:endParaRPr lang="en-US" altLang="zh-CN" sz="7700" dirty="0">
              <a:solidFill>
                <a:schemeClr val="bg1"/>
              </a:solidFill>
              <a:latin typeface="方正正大黑简体" panose="02000500000000000000" pitchFamily="2" charset="-122"/>
              <a:ea typeface="方正正大黑简体" panose="02000500000000000000" pitchFamily="2" charset="-122"/>
            </a:endParaRPr>
          </a:p>
        </p:txBody>
      </p:sp>
      <p:grpSp>
        <p:nvGrpSpPr>
          <p:cNvPr id="102" name="组合 101"/>
          <p:cNvGrpSpPr/>
          <p:nvPr>
            <p:custDataLst>
              <p:tags r:id="rId25"/>
            </p:custDataLst>
          </p:nvPr>
        </p:nvGrpSpPr>
        <p:grpSpPr>
          <a:xfrm>
            <a:off x="2409151" y="1208920"/>
            <a:ext cx="153809" cy="153820"/>
            <a:chOff x="3768359" y="1725446"/>
            <a:chExt cx="1930605" cy="1930605"/>
          </a:xfrm>
        </p:grpSpPr>
        <p:sp>
          <p:nvSpPr>
            <p:cNvPr id="103" name="Oval 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4" name="Oval 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EA6103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5" name="组合 104"/>
          <p:cNvGrpSpPr/>
          <p:nvPr>
            <p:custDataLst>
              <p:tags r:id="rId28"/>
            </p:custDataLst>
          </p:nvPr>
        </p:nvGrpSpPr>
        <p:grpSpPr>
          <a:xfrm>
            <a:off x="3285517" y="1013616"/>
            <a:ext cx="306723" cy="306745"/>
            <a:chOff x="3768359" y="1725446"/>
            <a:chExt cx="1930605" cy="1930605"/>
          </a:xfrm>
        </p:grpSpPr>
        <p:sp>
          <p:nvSpPr>
            <p:cNvPr id="106" name="Oval 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7" name="Oval 5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F7636B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8" name="组合 107"/>
          <p:cNvGrpSpPr/>
          <p:nvPr>
            <p:custDataLst>
              <p:tags r:id="rId31"/>
            </p:custDataLst>
          </p:nvPr>
        </p:nvGrpSpPr>
        <p:grpSpPr>
          <a:xfrm>
            <a:off x="3374512" y="2367828"/>
            <a:ext cx="214627" cy="214643"/>
            <a:chOff x="3768359" y="1725446"/>
            <a:chExt cx="1930605" cy="1930605"/>
          </a:xfrm>
        </p:grpSpPr>
        <p:sp>
          <p:nvSpPr>
            <p:cNvPr id="109" name="Oval 5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0" name="Oval 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00A2B3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4" name="组合 113"/>
          <p:cNvGrpSpPr/>
          <p:nvPr>
            <p:custDataLst>
              <p:tags r:id="rId34"/>
            </p:custDataLst>
          </p:nvPr>
        </p:nvGrpSpPr>
        <p:grpSpPr>
          <a:xfrm>
            <a:off x="4560003" y="1093947"/>
            <a:ext cx="241205" cy="241222"/>
            <a:chOff x="3768359" y="1725446"/>
            <a:chExt cx="1930605" cy="1930605"/>
          </a:xfrm>
        </p:grpSpPr>
        <p:sp>
          <p:nvSpPr>
            <p:cNvPr id="115" name="Oval 5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6" name="Oval 5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20" name="组合 119"/>
          <p:cNvGrpSpPr/>
          <p:nvPr>
            <p:custDataLst>
              <p:tags r:id="rId37"/>
            </p:custDataLst>
          </p:nvPr>
        </p:nvGrpSpPr>
        <p:grpSpPr>
          <a:xfrm>
            <a:off x="6933614" y="1788221"/>
            <a:ext cx="306723" cy="306745"/>
            <a:chOff x="3768359" y="1725446"/>
            <a:chExt cx="1930605" cy="1930605"/>
          </a:xfrm>
        </p:grpSpPr>
        <p:sp>
          <p:nvSpPr>
            <p:cNvPr id="121" name="Oval 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2" name="Oval 5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F7636B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7309820" y="1658635"/>
            <a:ext cx="214627" cy="214643"/>
            <a:chOff x="3768359" y="1725446"/>
            <a:chExt cx="1930605" cy="1930605"/>
          </a:xfrm>
        </p:grpSpPr>
        <p:sp>
          <p:nvSpPr>
            <p:cNvPr id="124" name="Oval 5"/>
            <p:cNvSpPr>
              <a:spLocks noChangeArrowheads="1"/>
            </p:cNvSpPr>
            <p:nvPr/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5" name="Oval 5"/>
            <p:cNvSpPr>
              <a:spLocks noChangeArrowheads="1"/>
            </p:cNvSpPr>
            <p:nvPr/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FDA93E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7626446" y="1843556"/>
            <a:ext cx="153809" cy="153820"/>
            <a:chOff x="3768359" y="1725446"/>
            <a:chExt cx="1930605" cy="1930605"/>
          </a:xfrm>
        </p:grpSpPr>
        <p:sp>
          <p:nvSpPr>
            <p:cNvPr id="127" name="Oval 5"/>
            <p:cNvSpPr>
              <a:spLocks noChangeArrowheads="1"/>
            </p:cNvSpPr>
            <p:nvPr/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8" name="Oval 5"/>
            <p:cNvSpPr>
              <a:spLocks noChangeArrowheads="1"/>
            </p:cNvSpPr>
            <p:nvPr/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0094A3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1" name="圆角矩形 50" descr="e7d195523061f1c0deeec63e560781cfd59afb0ea006f2a87ABB68BF51EA6619813959095094C18C62A12F549504892A4AAA8C1554C6663626E05CA27F281A14E6983772AFC3FB97135759321DEA3D70D3A1A6E5C304F5B70C2E70ECF3F85DB29B29CE85FC9BB385AFE6C82F84D9625C3F4F3BE9B93DA30402C7700BA80D8E0DC0A5AC58389B3DCF41FDDD4EED03E62B"/>
          <p:cNvSpPr/>
          <p:nvPr/>
        </p:nvSpPr>
        <p:spPr bwMode="auto">
          <a:xfrm flipH="1">
            <a:off x="1282065" y="3029585"/>
            <a:ext cx="6797675" cy="10725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0E0E0"/>
              </a:gs>
            </a:gsLst>
            <a:lin ang="5400000" scaled="1"/>
            <a:tileRect/>
          </a:gradFill>
          <a:ln>
            <a:gradFill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794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1407160" y="3181668"/>
            <a:ext cx="6329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400" b="1" dirty="0">
                <a:solidFill>
                  <a:srgbClr val="52BB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人力资源部招聘工作总结</a:t>
            </a:r>
            <a:endParaRPr lang="zh-CN" altLang="en-US" sz="4400" b="1" dirty="0">
              <a:solidFill>
                <a:srgbClr val="52BBA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haroni" panose="02010803020104030203" pitchFamily="2" charset="-79"/>
            </a:endParaRPr>
          </a:p>
        </p:txBody>
      </p:sp>
    </p:spTree>
    <p:custDataLst>
      <p:tags r:id="rId4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2000"/>
    </mc:Choice>
    <mc:Fallback>
      <p:transition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34" showWhenStopped="0">
                <p:cTn id="106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2" grpId="0" bldLvl="0" animBg="1"/>
      <p:bldP spid="73" grpId="0" bldLvl="0" animBg="1"/>
      <p:bldP spid="74" grpId="0" bldLvl="0" animBg="1"/>
      <p:bldP spid="79" grpId="0" bldLvl="0" animBg="1"/>
      <p:bldP spid="92" grpId="0" bldLvl="0" animBg="1"/>
      <p:bldP spid="93" grpId="0" bldLvl="0" animBg="1"/>
      <p:bldP spid="94" grpId="0" bldLvl="0" animBg="1"/>
      <p:bldP spid="95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3528521" y="879206"/>
            <a:ext cx="4101695" cy="599235"/>
            <a:chOff x="3710491" y="1059582"/>
            <a:chExt cx="4101695" cy="599235"/>
          </a:xfrm>
        </p:grpSpPr>
        <p:grpSp>
          <p:nvGrpSpPr>
            <p:cNvPr id="57" name="组合 56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65" name="圆角矩形 16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8000000" scaled="0"/>
                <a:tileRect/>
              </a:gradFill>
              <a:ln w="63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17400000" scaled="0"/>
                </a:gra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89983"/>
              </a:solidFill>
              <a:ln w="6350">
                <a:noFill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TextBox 18"/>
              <p:cNvSpPr txBox="1"/>
              <p:nvPr/>
            </p:nvSpPr>
            <p:spPr>
              <a:xfrm>
                <a:off x="4246444" y="1253634"/>
                <a:ext cx="504054" cy="413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89983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400" b="1" dirty="0">
                  <a:solidFill>
                    <a:srgbClr val="189983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9" name="TextBox 15"/>
            <p:cNvSpPr txBox="1"/>
            <p:nvPr/>
          </p:nvSpPr>
          <p:spPr>
            <a:xfrm>
              <a:off x="5047052" y="1187322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人力资源配置管理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3538993" y="2449271"/>
            <a:ext cx="4101695" cy="599235"/>
            <a:chOff x="3720963" y="2324915"/>
            <a:chExt cx="4101695" cy="599235"/>
          </a:xfrm>
        </p:grpSpPr>
        <p:grpSp>
          <p:nvGrpSpPr>
            <p:cNvPr id="71" name="组合 70"/>
            <p:cNvGrpSpPr/>
            <p:nvPr/>
          </p:nvGrpSpPr>
          <p:grpSpPr>
            <a:xfrm>
              <a:off x="3720963" y="2324915"/>
              <a:ext cx="4101695" cy="599235"/>
              <a:chOff x="4139952" y="1170041"/>
              <a:chExt cx="3672408" cy="536519"/>
            </a:xfrm>
          </p:grpSpPr>
          <p:sp>
            <p:nvSpPr>
              <p:cNvPr id="73" name="圆角矩形 22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8000000" scaled="0"/>
                <a:tileRect/>
              </a:gradFill>
              <a:ln w="63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17400000" scaled="0"/>
                </a:gra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89983"/>
              </a:solidFill>
              <a:ln w="6350">
                <a:noFill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TextBox 24"/>
              <p:cNvSpPr txBox="1"/>
              <p:nvPr/>
            </p:nvSpPr>
            <p:spPr>
              <a:xfrm>
                <a:off x="4246444" y="1253634"/>
                <a:ext cx="504054" cy="413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89983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189983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2" name="TextBox 21"/>
            <p:cNvSpPr txBox="1"/>
            <p:nvPr/>
          </p:nvSpPr>
          <p:spPr>
            <a:xfrm>
              <a:off x="5052944" y="2459745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人力资源工作亮点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3528521" y="3234305"/>
            <a:ext cx="4101695" cy="599235"/>
            <a:chOff x="3710491" y="3590249"/>
            <a:chExt cx="4101695" cy="599235"/>
          </a:xfrm>
        </p:grpSpPr>
        <p:grpSp>
          <p:nvGrpSpPr>
            <p:cNvPr id="86" name="组合 85"/>
            <p:cNvGrpSpPr/>
            <p:nvPr/>
          </p:nvGrpSpPr>
          <p:grpSpPr>
            <a:xfrm>
              <a:off x="3710491" y="3590249"/>
              <a:ext cx="4101695" cy="599235"/>
              <a:chOff x="4139952" y="1170041"/>
              <a:chExt cx="3672408" cy="536519"/>
            </a:xfrm>
          </p:grpSpPr>
          <p:sp>
            <p:nvSpPr>
              <p:cNvPr id="94" name="圆角矩形 28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8000000" scaled="0"/>
                <a:tileRect/>
              </a:gradFill>
              <a:ln w="63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17400000" scaled="0"/>
                </a:gra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D85737"/>
              </a:solidFill>
              <a:ln w="6350">
                <a:noFill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TextBox 30"/>
              <p:cNvSpPr txBox="1"/>
              <p:nvPr/>
            </p:nvSpPr>
            <p:spPr>
              <a:xfrm>
                <a:off x="4246444" y="1253634"/>
                <a:ext cx="504054" cy="413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89983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400" b="1" dirty="0">
                  <a:solidFill>
                    <a:srgbClr val="189983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3" name="TextBox 27"/>
            <p:cNvSpPr txBox="1"/>
            <p:nvPr/>
          </p:nvSpPr>
          <p:spPr>
            <a:xfrm>
              <a:off x="5052944" y="3731087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存在的主要问题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3528521" y="1664237"/>
            <a:ext cx="4101695" cy="599235"/>
            <a:chOff x="3710491" y="1059582"/>
            <a:chExt cx="4101695" cy="599235"/>
          </a:xfrm>
        </p:grpSpPr>
        <p:grpSp>
          <p:nvGrpSpPr>
            <p:cNvPr id="110" name="组合 109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112" name="圆角矩形 34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8000000" scaled="0"/>
                <a:tileRect/>
              </a:gradFill>
              <a:ln w="63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17400000" scaled="0"/>
                </a:gra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D85737"/>
              </a:solidFill>
              <a:ln w="6350">
                <a:noFill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TextBox 36"/>
              <p:cNvSpPr txBox="1"/>
              <p:nvPr/>
            </p:nvSpPr>
            <p:spPr>
              <a:xfrm>
                <a:off x="4246444" y="1253634"/>
                <a:ext cx="504054" cy="413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89983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>
                  <a:solidFill>
                    <a:srgbClr val="189983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1" name="TextBox 33"/>
            <p:cNvSpPr txBox="1"/>
            <p:nvPr/>
          </p:nvSpPr>
          <p:spPr>
            <a:xfrm>
              <a:off x="5047052" y="1187322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主要工作完成情况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202637" y="1770263"/>
            <a:ext cx="1197175" cy="11971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16" name="同心圆 3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8" name="TextBox 40"/>
          <p:cNvSpPr txBox="1"/>
          <p:nvPr/>
        </p:nvSpPr>
        <p:spPr>
          <a:xfrm>
            <a:off x="1159964" y="2151091"/>
            <a:ext cx="125735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200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Freeform 5"/>
          <p:cNvSpPr/>
          <p:nvPr/>
        </p:nvSpPr>
        <p:spPr bwMode="auto">
          <a:xfrm>
            <a:off x="2600325" y="880110"/>
            <a:ext cx="651510" cy="3747770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1270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17726" y="3923915"/>
            <a:ext cx="4101695" cy="599235"/>
            <a:chOff x="3710491" y="3590249"/>
            <a:chExt cx="4101695" cy="599235"/>
          </a:xfrm>
        </p:grpSpPr>
        <p:grpSp>
          <p:nvGrpSpPr>
            <p:cNvPr id="4" name="组合 3"/>
            <p:cNvGrpSpPr/>
            <p:nvPr/>
          </p:nvGrpSpPr>
          <p:grpSpPr>
            <a:xfrm>
              <a:off x="3710491" y="3590249"/>
              <a:ext cx="4101695" cy="599235"/>
              <a:chOff x="4139952" y="1170041"/>
              <a:chExt cx="3672408" cy="536519"/>
            </a:xfrm>
          </p:grpSpPr>
          <p:sp>
            <p:nvSpPr>
              <p:cNvPr id="5" name="圆角矩形 28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8000000" scaled="0"/>
                <a:tileRect/>
              </a:gradFill>
              <a:ln w="63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17400000" scaled="0"/>
                </a:gra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52BBAB"/>
              </a:solidFill>
              <a:ln w="6350">
                <a:noFill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TextBox 30"/>
              <p:cNvSpPr txBox="1"/>
              <p:nvPr/>
            </p:nvSpPr>
            <p:spPr>
              <a:xfrm>
                <a:off x="4246444" y="1253634"/>
                <a:ext cx="500316" cy="4121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89983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2400" b="1" dirty="0">
                  <a:solidFill>
                    <a:srgbClr val="189983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" name="TextBox 27"/>
            <p:cNvSpPr txBox="1"/>
            <p:nvPr/>
          </p:nvSpPr>
          <p:spPr>
            <a:xfrm>
              <a:off x="5052944" y="3731087"/>
              <a:ext cx="1960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明年的工作计划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1000">
        <p14:prism isInverted="1"/>
      </p:transition>
    </mc:Choice>
    <mc:Fallback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椭圆 91"/>
          <p:cNvSpPr/>
          <p:nvPr/>
        </p:nvSpPr>
        <p:spPr>
          <a:xfrm>
            <a:off x="7952460" y="3654813"/>
            <a:ext cx="147426" cy="147426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3608705" y="1093470"/>
            <a:ext cx="1344930" cy="16071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000" dirty="0">
                <a:solidFill>
                  <a:srgbClr val="189983"/>
                </a:solidFill>
                <a:latin typeface="Impact" panose="020B0806030902050204" pitchFamily="34" charset="0"/>
                <a:ea typeface="DFGothic-EB" panose="02010609010101010101" pitchFamily="1" charset="-128"/>
              </a:rPr>
              <a:t>PART </a:t>
            </a:r>
            <a:endParaRPr lang="zh-CN" altLang="en-US" sz="5000" dirty="0">
              <a:solidFill>
                <a:srgbClr val="189983"/>
              </a:solidFill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95" name="TextBox 10"/>
          <p:cNvSpPr txBox="1"/>
          <p:nvPr/>
        </p:nvSpPr>
        <p:spPr>
          <a:xfrm>
            <a:off x="2209091" y="3542965"/>
            <a:ext cx="5401211" cy="952185"/>
          </a:xfrm>
          <a:prstGeom prst="rect">
            <a:avLst/>
          </a:prstGeom>
        </p:spPr>
        <p:txBody>
          <a:bodyPr wrap="square" lIns="51435" tIns="25718" rIns="51435" bIns="25718" anchor="ctr" anchorCtr="1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6600">
                <a:solidFill>
                  <a:srgbClr val="F1907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4500" dirty="0">
                <a:solidFill>
                  <a:srgbClr val="D85737"/>
                </a:solidFill>
              </a:rPr>
              <a:t>人力资源配置管理</a:t>
            </a:r>
            <a:endParaRPr lang="zh-CN" altLang="en-US" sz="4500" dirty="0">
              <a:solidFill>
                <a:srgbClr val="D85737"/>
              </a:solidFill>
            </a:endParaRPr>
          </a:p>
        </p:txBody>
      </p:sp>
      <p:sp>
        <p:nvSpPr>
          <p:cNvPr id="14" name="椭圆 13" descr="e7d195523061f1c0deeec63e560781cfd59afb0ea006f2a87ABB68BF51EA6619813959095094C18C62A12F549504892A4AAA8C1554C6663626E05CA27F281A14E6983772AFC3FB97135759321DEA3D70CCCB10945EC5A0322096E752803368C2184698845E3CCD6DB7F651295A8E4F3FDC19EA64A2B4A4AC1434B55AAE41CF0BF61B375C23F3039959E085EE760725AA"/>
          <p:cNvSpPr/>
          <p:nvPr/>
        </p:nvSpPr>
        <p:spPr>
          <a:xfrm>
            <a:off x="3279140" y="808355"/>
            <a:ext cx="2602865" cy="260286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>
            <a:spLocks noChangeAspect="1"/>
          </p:cNvSpPr>
          <p:nvPr/>
        </p:nvSpPr>
        <p:spPr>
          <a:xfrm>
            <a:off x="3608070" y="776605"/>
            <a:ext cx="2602865" cy="2602865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C7C7C7"/>
              </a:gs>
            </a:gsLst>
            <a:lin ang="13200000" scaled="0"/>
          </a:gradFill>
          <a:ln w="22225">
            <a:solidFill>
              <a:schemeClr val="bg1"/>
            </a:solidFill>
          </a:ln>
          <a:effectLst>
            <a:outerShdw blurRad="3937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"/>
          <p:cNvSpPr txBox="1"/>
          <p:nvPr/>
        </p:nvSpPr>
        <p:spPr>
          <a:xfrm>
            <a:off x="4286885" y="1201420"/>
            <a:ext cx="1244600" cy="1391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r">
              <a:defRPr sz="8600">
                <a:ln w="28575">
                  <a:solidFill>
                    <a:schemeClr val="bg1"/>
                  </a:solidFill>
                </a:ln>
                <a:solidFill>
                  <a:srgbClr val="F1907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  <a:ea typeface="Microsoft YaHei UI" panose="020B0503020204020204" pitchFamily="34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dirty="0">
                <a:solidFill>
                  <a:srgbClr val="52BBAB"/>
                </a:solidFill>
              </a:rPr>
              <a:t>01</a:t>
            </a:r>
            <a:endParaRPr lang="en-US" altLang="zh-CN" dirty="0">
              <a:solidFill>
                <a:srgbClr val="52BBA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8000">
        <p15:prstTrans prst="wind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1.97531E-6 C 0.00173 0.03148 0.01007 0.02129 -0.00261 0.04444 C -0.01354 0.07315 0.02673 0.14136 0.0184 0.15648 C 0.01059 0.17222 0.00052 0.16728 -0.02466 0.20339 C -0.03299 0.23333 -0.05469 0.18611 -0.07986 0.22129 C -0.09497 0.23704 -0.08195 0.26204 -0.10052 0.29599 C -0.11893 0.32901 0.05017 0.39352 0.03784 0.41543 " pathEditMode="relative" rAng="0" ptsTypes="AAAAAAA">
                                      <p:cBhvr>
                                        <p:cTn id="25" dur="25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20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98" grpId="0"/>
      <p:bldP spid="95" grpId="0"/>
      <p:bldP spid="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12"/>
          <p:cNvSpPr txBox="1"/>
          <p:nvPr/>
        </p:nvSpPr>
        <p:spPr>
          <a:xfrm>
            <a:off x="3589020" y="155839"/>
            <a:ext cx="19659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52BB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招聘渠道比较</a:t>
            </a:r>
            <a:endParaRPr lang="zh-CN" altLang="en-US" sz="2400" b="1" dirty="0">
              <a:solidFill>
                <a:srgbClr val="52BB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77601" y="1268763"/>
            <a:ext cx="3408626" cy="30008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公司现有在岗人员主要分为三种途径：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452965" y="2062772"/>
            <a:ext cx="2546985" cy="28384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202X</a:t>
            </a: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年招聘渠道主要有以下：</a:t>
            </a:r>
            <a:endParaRPr lang="zh-CN" altLang="en-US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20009" y="2433441"/>
          <a:ext cx="6096000" cy="19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337491"/>
                <a:gridCol w="1323975"/>
                <a:gridCol w="996134"/>
              </a:tblGrid>
              <a:tr h="3894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 式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1899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 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D85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有效期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1899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 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D85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 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189983"/>
                    </a:solidFill>
                  </a:tcPr>
                </a:tc>
              </a:tr>
              <a:tr h="8097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网招聘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8888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截至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202X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日，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年有效期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发布职位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endParaRPr lang="en-US" altLang="zh-CN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查看简历数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8888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已开通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29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人才市场</a:t>
                      </a:r>
                      <a:endParaRPr lang="en-US" altLang="zh-CN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现场招聘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3888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截至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202X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日，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年有效期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全年不限次数</a:t>
                      </a:r>
                      <a:endParaRPr lang="en-US" altLang="zh-CN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每周三六开放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未开通</a:t>
                      </a:r>
                      <a:endParaRPr lang="zh-CN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661236" y="1057649"/>
            <a:ext cx="685800" cy="685800"/>
            <a:chOff x="4661236" y="1057649"/>
            <a:chExt cx="685800" cy="685800"/>
          </a:xfrm>
        </p:grpSpPr>
        <p:sp>
          <p:nvSpPr>
            <p:cNvPr id="49" name="矩形 48"/>
            <p:cNvSpPr/>
            <p:nvPr/>
          </p:nvSpPr>
          <p:spPr>
            <a:xfrm>
              <a:off x="4661236" y="1057649"/>
              <a:ext cx="685800" cy="68580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直角三角形 56"/>
            <p:cNvSpPr/>
            <p:nvPr/>
          </p:nvSpPr>
          <p:spPr>
            <a:xfrm rot="5400000">
              <a:off x="4661236" y="1057649"/>
              <a:ext cx="342900" cy="342900"/>
            </a:xfrm>
            <a:prstGeom prst="rtTriangle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777661" y="1213135"/>
              <a:ext cx="553097" cy="438581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1200" b="1" dirty="0">
                  <a:solidFill>
                    <a:srgbClr val="D857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网络招聘</a:t>
              </a:r>
              <a:endPara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868232" y="1057649"/>
            <a:ext cx="685800" cy="685800"/>
            <a:chOff x="5868232" y="1057649"/>
            <a:chExt cx="685800" cy="685800"/>
          </a:xfrm>
        </p:grpSpPr>
        <p:sp>
          <p:nvSpPr>
            <p:cNvPr id="52" name="矩形 51"/>
            <p:cNvSpPr/>
            <p:nvPr/>
          </p:nvSpPr>
          <p:spPr>
            <a:xfrm>
              <a:off x="5868232" y="1057649"/>
              <a:ext cx="685800" cy="68580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直角三角形 59"/>
            <p:cNvSpPr/>
            <p:nvPr/>
          </p:nvSpPr>
          <p:spPr>
            <a:xfrm rot="5400000">
              <a:off x="5868232" y="1057649"/>
              <a:ext cx="342900" cy="342900"/>
            </a:xfrm>
            <a:prstGeom prst="rtTriangle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6000935" y="1213135"/>
              <a:ext cx="553097" cy="438581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1200" b="1" dirty="0">
                  <a:solidFill>
                    <a:srgbClr val="18998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现场招聘</a:t>
              </a:r>
              <a:endParaRPr lang="zh-CN" altLang="en-US" sz="12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075228" y="1057649"/>
            <a:ext cx="685800" cy="685800"/>
            <a:chOff x="7075228" y="1057649"/>
            <a:chExt cx="685800" cy="685800"/>
          </a:xfrm>
        </p:grpSpPr>
        <p:sp>
          <p:nvSpPr>
            <p:cNvPr id="55" name="矩形 54"/>
            <p:cNvSpPr/>
            <p:nvPr/>
          </p:nvSpPr>
          <p:spPr>
            <a:xfrm>
              <a:off x="7075228" y="1057649"/>
              <a:ext cx="685800" cy="68580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直角三角形 62"/>
            <p:cNvSpPr/>
            <p:nvPr/>
          </p:nvSpPr>
          <p:spPr>
            <a:xfrm rot="5400000">
              <a:off x="7075228" y="1057649"/>
              <a:ext cx="342900" cy="342900"/>
            </a:xfrm>
            <a:prstGeom prst="rtTriangle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7221028" y="1213135"/>
              <a:ext cx="540000" cy="438581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1200" b="1" dirty="0">
                  <a:solidFill>
                    <a:srgbClr val="D857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内部介绍</a:t>
              </a:r>
              <a:endPara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十字形 5"/>
          <p:cNvSpPr/>
          <p:nvPr/>
        </p:nvSpPr>
        <p:spPr>
          <a:xfrm>
            <a:off x="5416399" y="1257468"/>
            <a:ext cx="349914" cy="349914"/>
          </a:xfrm>
          <a:prstGeom prst="plus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十字形 35"/>
          <p:cNvSpPr/>
          <p:nvPr/>
        </p:nvSpPr>
        <p:spPr>
          <a:xfrm>
            <a:off x="6623257" y="1257468"/>
            <a:ext cx="349914" cy="349914"/>
          </a:xfrm>
          <a:prstGeom prst="plus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9000">
        <p15:prstTrans prst="pageCurlDouble"/>
      </p:transition>
    </mc:Choice>
    <mc:Fallback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49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49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49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49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49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6" grpId="0"/>
      <p:bldP spid="47" grpId="0"/>
      <p:bldP spid="6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284219" y="141325"/>
            <a:ext cx="25755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周边招聘市场比较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241687" y="1196862"/>
          <a:ext cx="6660625" cy="3019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125"/>
                <a:gridCol w="1332125"/>
                <a:gridCol w="1332125"/>
                <a:gridCol w="1332125"/>
                <a:gridCol w="1332125"/>
              </a:tblGrid>
              <a:tr h="4222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人才市场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1899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主要对象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D85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费用及期限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1899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提供服务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D85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 置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rgbClr val="189983"/>
                    </a:solidFill>
                  </a:tcPr>
                </a:tc>
              </a:tr>
              <a:tr h="877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人才市场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销售、客服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一年期：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8000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全年不限次数，每天开放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97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人才市场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销售、客服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半年期：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3888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全年不限次数，每天开放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597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人才市场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所有类别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一年期：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888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全年不限次数，每天开放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4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2827021" y="146405"/>
            <a:ext cx="34899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各部门入职及离职总人数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17711" y="1034152"/>
          <a:ext cx="3915000" cy="28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4721607" y="1034152"/>
          <a:ext cx="3915000" cy="28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矩形 24"/>
          <p:cNvSpPr/>
          <p:nvPr/>
        </p:nvSpPr>
        <p:spPr>
          <a:xfrm>
            <a:off x="3332160" y="3997414"/>
            <a:ext cx="2464435" cy="28384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年度总入职</a:t>
            </a:r>
            <a:r>
              <a:rPr lang="en-US" altLang="zh-CN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178</a:t>
            </a: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人，离职</a:t>
            </a:r>
            <a:r>
              <a:rPr lang="en-US" altLang="zh-CN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6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Graphic spid="2" grpId="0">
        <p:bldAsOne/>
      </p:bldGraphic>
      <p:bldGraphic spid="4" grpId="0">
        <p:bldAsOne/>
      </p:bldGraphic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2676930" y="148812"/>
            <a:ext cx="37947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各部门每月入职及离职人数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428809" y="1271286"/>
          <a:ext cx="3995057" cy="31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4766471" y="1271286"/>
          <a:ext cx="3996000" cy="31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1623019" y="1077413"/>
            <a:ext cx="1215717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部门入职情况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33760" y="1077413"/>
            <a:ext cx="1215718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部门离职情况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6000">
        <p:blinds dir="vert"/>
      </p:transition>
    </mc:Choice>
    <mc:Fallback>
      <p:transition spd="slow" advTm="6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49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99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99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49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Graphic spid="2" grpId="0">
        <p:bldAsOne/>
      </p:bldGraphic>
      <p:bldGraphic spid="4" grpId="0">
        <p:bldAsOne/>
      </p:bldGraphic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2981730" y="144458"/>
            <a:ext cx="31851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人力资源各项指标统计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319952" y="1406271"/>
          <a:ext cx="4158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" name="矩形 23"/>
          <p:cNvSpPr/>
          <p:nvPr/>
        </p:nvSpPr>
        <p:spPr>
          <a:xfrm>
            <a:off x="1802555" y="1077413"/>
            <a:ext cx="856645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学历结构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17711" y="3994298"/>
            <a:ext cx="3727718" cy="54800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图表说明：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年本科及以上人员数量所占比例为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79.46%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年占比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88.20%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，占比提高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8.74%</a:t>
            </a:r>
            <a:endParaRPr lang="en-US" altLang="zh-CN" sz="1200" dirty="0">
              <a:solidFill>
                <a:srgbClr val="BC3E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4636314" y="1406271"/>
          <a:ext cx="4158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矩形 26"/>
          <p:cNvSpPr/>
          <p:nvPr/>
        </p:nvSpPr>
        <p:spPr>
          <a:xfrm>
            <a:off x="4795795" y="3986072"/>
            <a:ext cx="3727718" cy="54800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图表说明：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年营销人员占比最大，约为为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43.2%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年，营销人员同样占比最大，约为</a:t>
            </a:r>
            <a:r>
              <a:rPr lang="en-US" altLang="zh-CN" sz="1200" dirty="0">
                <a:solidFill>
                  <a:srgbClr val="BC3E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46.6%</a:t>
            </a:r>
            <a:endParaRPr lang="zh-CN" altLang="en-US" sz="1200" dirty="0">
              <a:solidFill>
                <a:srgbClr val="BC3E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51795" y="1077413"/>
            <a:ext cx="1215718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人员类别结构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1000">
        <p:split orient="vert"/>
      </p:transition>
    </mc:Choice>
    <mc:Fallback>
      <p:transition spd="slow" advTm="11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49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99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99"/>
                            </p:stCondLst>
                            <p:childTnLst>
                              <p:par>
                                <p:cTn id="21" presetID="4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Graphic spid="5" grpId="0">
        <p:bldAsOne/>
      </p:bldGraphic>
      <p:bldP spid="24" grpId="0"/>
      <p:bldP spid="25" grpId="1"/>
      <p:bldGraphic spid="6" grpId="0">
        <p:bldAsOne/>
      </p:bldGraphic>
      <p:bldP spid="27" grpId="1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3286529" y="150990"/>
            <a:ext cx="25755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公司员工培训情况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367238" y="1330779"/>
            <a:ext cx="1328057" cy="1240972"/>
          </a:xfrm>
          <a:prstGeom prst="rect">
            <a:avLst/>
          </a:prstGeom>
          <a:solidFill>
            <a:srgbClr val="D8573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1024338" y="1608364"/>
            <a:ext cx="685800" cy="685800"/>
          </a:xfrm>
          <a:prstGeom prst="ellipse">
            <a:avLst/>
          </a:prstGeom>
          <a:solidFill>
            <a:srgbClr val="D8573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1721024" y="1546719"/>
            <a:ext cx="902434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培训总人次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11"/>
          <p:cNvSpPr txBox="1"/>
          <p:nvPr>
            <p:custDataLst>
              <p:tags r:id="rId4"/>
            </p:custDataLst>
          </p:nvPr>
        </p:nvSpPr>
        <p:spPr>
          <a:xfrm>
            <a:off x="1767792" y="1767742"/>
            <a:ext cx="743585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3798</a:t>
            </a:r>
            <a:endParaRPr lang="zh-CN" altLang="en-US" sz="2400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Impact" panose="020B080603090205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1980370" y="2188976"/>
            <a:ext cx="418560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6430828" y="1311729"/>
            <a:ext cx="1328057" cy="1240972"/>
          </a:xfrm>
          <a:prstGeom prst="rect">
            <a:avLst/>
          </a:prstGeom>
          <a:solidFill>
            <a:srgbClr val="189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7"/>
            </p:custDataLst>
          </p:nvPr>
        </p:nvSpPr>
        <p:spPr>
          <a:xfrm>
            <a:off x="7416347" y="1589314"/>
            <a:ext cx="685800" cy="685800"/>
          </a:xfrm>
          <a:prstGeom prst="ellipse">
            <a:avLst/>
          </a:prstGeom>
          <a:solidFill>
            <a:srgbClr val="189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6534247" y="1527669"/>
            <a:ext cx="902434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培训总课时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1"/>
          <p:cNvSpPr txBox="1"/>
          <p:nvPr>
            <p:custDataLst>
              <p:tags r:id="rId9"/>
            </p:custDataLst>
          </p:nvPr>
        </p:nvSpPr>
        <p:spPr>
          <a:xfrm>
            <a:off x="6585777" y="1748692"/>
            <a:ext cx="7340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8194</a:t>
            </a:r>
            <a:endParaRPr lang="zh-CN" altLang="en-US" sz="2400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Impact" panose="020B080603090205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6779078" y="2169926"/>
            <a:ext cx="611983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2756743" y="1639640"/>
            <a:ext cx="1711960" cy="6223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外训人次：</a:t>
            </a:r>
            <a:r>
              <a:rPr lang="en-US" altLang="zh-CN" sz="1800" dirty="0">
                <a:solidFill>
                  <a:srgbClr val="D8573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78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内训人次：</a:t>
            </a:r>
            <a:r>
              <a:rPr lang="en-US" altLang="zh-CN" sz="1800" dirty="0">
                <a:solidFill>
                  <a:srgbClr val="D8573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3720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4545940" y="1639640"/>
            <a:ext cx="1843405" cy="6223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外训课时：</a:t>
            </a:r>
            <a:r>
              <a:rPr lang="en-US" altLang="zh-CN" sz="1800" dirty="0">
                <a:solidFill>
                  <a:srgbClr val="18998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297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内训课时：</a:t>
            </a:r>
            <a:r>
              <a:rPr lang="en-US" altLang="zh-CN" sz="1800" dirty="0">
                <a:solidFill>
                  <a:srgbClr val="189983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7897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7238" y="2907846"/>
            <a:ext cx="3154652" cy="1478742"/>
          </a:xfrm>
          <a:prstGeom prst="rect">
            <a:avLst/>
          </a:prstGeom>
          <a:ln w="57150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矩形-1"/>
          <p:cNvSpPr/>
          <p:nvPr>
            <p:custDataLst>
              <p:tags r:id="rId14"/>
            </p:custDataLst>
          </p:nvPr>
        </p:nvSpPr>
        <p:spPr bwMode="auto">
          <a:xfrm>
            <a:off x="1265716" y="1833094"/>
            <a:ext cx="295917" cy="269775"/>
          </a:xfrm>
          <a:custGeom>
            <a:avLst/>
            <a:gdLst>
              <a:gd name="T0" fmla="*/ 493597 w 1939925"/>
              <a:gd name="T1" fmla="*/ 1733079 h 1768475"/>
              <a:gd name="T2" fmla="*/ 432444 w 1939925"/>
              <a:gd name="T3" fmla="*/ 1731256 h 1768475"/>
              <a:gd name="T4" fmla="*/ 382481 w 1939925"/>
              <a:gd name="T5" fmla="*/ 1692447 h 1768475"/>
              <a:gd name="T6" fmla="*/ 366347 w 1939925"/>
              <a:gd name="T7" fmla="*/ 1634364 h 1768475"/>
              <a:gd name="T8" fmla="*/ 388987 w 1939925"/>
              <a:gd name="T9" fmla="*/ 1577845 h 1768475"/>
              <a:gd name="T10" fmla="*/ 978135 w 1939925"/>
              <a:gd name="T11" fmla="*/ 1097558 h 1768475"/>
              <a:gd name="T12" fmla="*/ 1023934 w 1939925"/>
              <a:gd name="T13" fmla="*/ 1140795 h 1768475"/>
              <a:gd name="T14" fmla="*/ 1033823 w 1939925"/>
              <a:gd name="T15" fmla="*/ 1199919 h 1768475"/>
              <a:gd name="T16" fmla="*/ 1005459 w 1939925"/>
              <a:gd name="T17" fmla="*/ 1254615 h 1768475"/>
              <a:gd name="T18" fmla="*/ 907874 w 1939925"/>
              <a:gd name="T19" fmla="*/ 1091828 h 1768475"/>
              <a:gd name="T20" fmla="*/ 1354102 w 1939925"/>
              <a:gd name="T21" fmla="*/ 401443 h 1768475"/>
              <a:gd name="T22" fmla="*/ 1253373 w 1939925"/>
              <a:gd name="T23" fmla="*/ 436780 h 1768475"/>
              <a:gd name="T24" fmla="*/ 1166143 w 1939925"/>
              <a:gd name="T25" fmla="*/ 503817 h 1768475"/>
              <a:gd name="T26" fmla="*/ 1105912 w 1939925"/>
              <a:gd name="T27" fmla="*/ 593460 h 1768475"/>
              <a:gd name="T28" fmla="*/ 1079172 w 1939925"/>
              <a:gd name="T29" fmla="*/ 694015 h 1768475"/>
              <a:gd name="T30" fmla="*/ 1084624 w 1939925"/>
              <a:gd name="T31" fmla="*/ 797429 h 1768475"/>
              <a:gd name="T32" fmla="*/ 1123047 w 1939925"/>
              <a:gd name="T33" fmla="*/ 895126 h 1768475"/>
              <a:gd name="T34" fmla="*/ 1194440 w 1939925"/>
              <a:gd name="T35" fmla="*/ 979052 h 1768475"/>
              <a:gd name="T36" fmla="*/ 1287641 w 1939925"/>
              <a:gd name="T37" fmla="*/ 1035436 h 1768475"/>
              <a:gd name="T38" fmla="*/ 1390967 w 1939925"/>
              <a:gd name="T39" fmla="*/ 1059341 h 1768475"/>
              <a:gd name="T40" fmla="*/ 1496370 w 1939925"/>
              <a:gd name="T41" fmla="*/ 1051286 h 1768475"/>
              <a:gd name="T42" fmla="*/ 1595282 w 1939925"/>
              <a:gd name="T43" fmla="*/ 1011011 h 1768475"/>
              <a:gd name="T44" fmla="*/ 1679656 w 1939925"/>
              <a:gd name="T45" fmla="*/ 939297 h 1768475"/>
              <a:gd name="T46" fmla="*/ 1734434 w 1939925"/>
              <a:gd name="T47" fmla="*/ 847576 h 1768475"/>
              <a:gd name="T48" fmla="*/ 1756501 w 1939925"/>
              <a:gd name="T49" fmla="*/ 745722 h 1768475"/>
              <a:gd name="T50" fmla="*/ 1745858 w 1939925"/>
              <a:gd name="T51" fmla="*/ 643087 h 1768475"/>
              <a:gd name="T52" fmla="*/ 1701983 w 1939925"/>
              <a:gd name="T53" fmla="*/ 546950 h 1768475"/>
              <a:gd name="T54" fmla="*/ 1626436 w 1939925"/>
              <a:gd name="T55" fmla="*/ 466141 h 1768475"/>
              <a:gd name="T56" fmla="*/ 1531417 w 1939925"/>
              <a:gd name="T57" fmla="*/ 414954 h 1768475"/>
              <a:gd name="T58" fmla="*/ 1427053 w 1939925"/>
              <a:gd name="T59" fmla="*/ 395727 h 1768475"/>
              <a:gd name="T60" fmla="*/ 1512985 w 1939925"/>
              <a:gd name="T61" fmla="*/ 260353 h 1768475"/>
              <a:gd name="T62" fmla="*/ 1657070 w 1939925"/>
              <a:gd name="T63" fmla="*/ 312580 h 1768475"/>
              <a:gd name="T64" fmla="*/ 1781425 w 1939925"/>
              <a:gd name="T65" fmla="*/ 410277 h 1768475"/>
              <a:gd name="T66" fmla="*/ 1865799 w 1939925"/>
              <a:gd name="T67" fmla="*/ 540454 h 1768475"/>
              <a:gd name="T68" fmla="*/ 1903182 w 1939925"/>
              <a:gd name="T69" fmla="*/ 684921 h 1768475"/>
              <a:gd name="T70" fmla="*/ 1893317 w 1939925"/>
              <a:gd name="T71" fmla="*/ 833285 h 1768475"/>
              <a:gd name="T72" fmla="*/ 1836202 w 1939925"/>
              <a:gd name="T73" fmla="*/ 972816 h 1768475"/>
              <a:gd name="T74" fmla="*/ 1732358 w 1939925"/>
              <a:gd name="T75" fmla="*/ 1092339 h 1768475"/>
              <a:gd name="T76" fmla="*/ 1598138 w 1939925"/>
              <a:gd name="T77" fmla="*/ 1171069 h 1768475"/>
              <a:gd name="T78" fmla="*/ 1449639 w 1939925"/>
              <a:gd name="T79" fmla="*/ 1204327 h 1768475"/>
              <a:gd name="T80" fmla="*/ 1298285 w 1939925"/>
              <a:gd name="T81" fmla="*/ 1190816 h 1768475"/>
              <a:gd name="T82" fmla="*/ 1156537 w 1939925"/>
              <a:gd name="T83" fmla="*/ 1131574 h 1768475"/>
              <a:gd name="T84" fmla="*/ 1036855 w 1939925"/>
              <a:gd name="T85" fmla="*/ 1027122 h 1768475"/>
              <a:gd name="T86" fmla="*/ 959751 w 1939925"/>
              <a:gd name="T87" fmla="*/ 894346 h 1768475"/>
              <a:gd name="T88" fmla="*/ 929636 w 1939925"/>
              <a:gd name="T89" fmla="*/ 748060 h 1768475"/>
              <a:gd name="T90" fmla="*/ 946770 w 1939925"/>
              <a:gd name="T91" fmla="*/ 600475 h 1768475"/>
              <a:gd name="T92" fmla="*/ 1011154 w 1939925"/>
              <a:gd name="T93" fmla="*/ 463023 h 1768475"/>
              <a:gd name="T94" fmla="*/ 1120711 w 1939925"/>
              <a:gd name="T95" fmla="*/ 348696 h 1768475"/>
              <a:gd name="T96" fmla="*/ 1258305 w 1939925"/>
              <a:gd name="T97" fmla="*/ 276463 h 1768475"/>
              <a:gd name="T98" fmla="*/ 1408102 w 1939925"/>
              <a:gd name="T99" fmla="*/ 250999 h 1768475"/>
              <a:gd name="T100" fmla="*/ 1083489 w 1939925"/>
              <a:gd name="T101" fmla="*/ 222937 h 1768475"/>
              <a:gd name="T102" fmla="*/ 944546 w 1939925"/>
              <a:gd name="T103" fmla="*/ 340381 h 1768475"/>
              <a:gd name="T104" fmla="*/ 856506 w 1939925"/>
              <a:gd name="T105" fmla="*/ 472636 h 1768475"/>
              <a:gd name="T106" fmla="*/ 807682 w 1939925"/>
              <a:gd name="T107" fmla="*/ 618663 h 1768475"/>
              <a:gd name="T108" fmla="*/ 798333 w 1939925"/>
              <a:gd name="T109" fmla="*/ 770666 h 1768475"/>
              <a:gd name="T110" fmla="*/ 828198 w 1939925"/>
              <a:gd name="T111" fmla="*/ 920849 h 1768475"/>
              <a:gd name="T112" fmla="*/ 7532 w 1939925"/>
              <a:gd name="T113" fmla="*/ 162136 h 1768475"/>
              <a:gd name="T114" fmla="*/ 43371 w 1939925"/>
              <a:gd name="T115" fmla="*/ 49888 h 1768475"/>
              <a:gd name="T116" fmla="*/ 126736 w 1939925"/>
              <a:gd name="T117" fmla="*/ 5977 h 1768475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1939925" h="1768475">
                <a:moveTo>
                  <a:pt x="829650" y="1186581"/>
                </a:moveTo>
                <a:lnTo>
                  <a:pt x="972217" y="1327678"/>
                </a:lnTo>
                <a:lnTo>
                  <a:pt x="545575" y="1739831"/>
                </a:lnTo>
                <a:lnTo>
                  <a:pt x="541865" y="1743544"/>
                </a:lnTo>
                <a:lnTo>
                  <a:pt x="537890" y="1746727"/>
                </a:lnTo>
                <a:lnTo>
                  <a:pt x="533650" y="1749645"/>
                </a:lnTo>
                <a:lnTo>
                  <a:pt x="529675" y="1752297"/>
                </a:lnTo>
                <a:lnTo>
                  <a:pt x="525435" y="1755214"/>
                </a:lnTo>
                <a:lnTo>
                  <a:pt x="520930" y="1757601"/>
                </a:lnTo>
                <a:lnTo>
                  <a:pt x="516425" y="1759458"/>
                </a:lnTo>
                <a:lnTo>
                  <a:pt x="511921" y="1761314"/>
                </a:lnTo>
                <a:lnTo>
                  <a:pt x="507416" y="1763171"/>
                </a:lnTo>
                <a:lnTo>
                  <a:pt x="502646" y="1764762"/>
                </a:lnTo>
                <a:lnTo>
                  <a:pt x="497876" y="1765823"/>
                </a:lnTo>
                <a:lnTo>
                  <a:pt x="493106" y="1766619"/>
                </a:lnTo>
                <a:lnTo>
                  <a:pt x="488336" y="1767680"/>
                </a:lnTo>
                <a:lnTo>
                  <a:pt x="483566" y="1768210"/>
                </a:lnTo>
                <a:lnTo>
                  <a:pt x="478531" y="1768475"/>
                </a:lnTo>
                <a:lnTo>
                  <a:pt x="473761" y="1768475"/>
                </a:lnTo>
                <a:lnTo>
                  <a:pt x="468991" y="1768475"/>
                </a:lnTo>
                <a:lnTo>
                  <a:pt x="463956" y="1767945"/>
                </a:lnTo>
                <a:lnTo>
                  <a:pt x="459186" y="1767414"/>
                </a:lnTo>
                <a:lnTo>
                  <a:pt x="454417" y="1766619"/>
                </a:lnTo>
                <a:lnTo>
                  <a:pt x="449647" y="1765558"/>
                </a:lnTo>
                <a:lnTo>
                  <a:pt x="444877" y="1764232"/>
                </a:lnTo>
                <a:lnTo>
                  <a:pt x="440372" y="1762906"/>
                </a:lnTo>
                <a:lnTo>
                  <a:pt x="435602" y="1761049"/>
                </a:lnTo>
                <a:lnTo>
                  <a:pt x="431097" y="1758927"/>
                </a:lnTo>
                <a:lnTo>
                  <a:pt x="426857" y="1756805"/>
                </a:lnTo>
                <a:lnTo>
                  <a:pt x="422352" y="1754419"/>
                </a:lnTo>
                <a:lnTo>
                  <a:pt x="418112" y="1751766"/>
                </a:lnTo>
                <a:lnTo>
                  <a:pt x="413872" y="1749114"/>
                </a:lnTo>
                <a:lnTo>
                  <a:pt x="410162" y="1745931"/>
                </a:lnTo>
                <a:lnTo>
                  <a:pt x="406187" y="1742484"/>
                </a:lnTo>
                <a:lnTo>
                  <a:pt x="402212" y="1739036"/>
                </a:lnTo>
                <a:lnTo>
                  <a:pt x="398768" y="1735323"/>
                </a:lnTo>
                <a:lnTo>
                  <a:pt x="395323" y="1731610"/>
                </a:lnTo>
                <a:lnTo>
                  <a:pt x="392143" y="1727366"/>
                </a:lnTo>
                <a:lnTo>
                  <a:pt x="389493" y="1723388"/>
                </a:lnTo>
                <a:lnTo>
                  <a:pt x="386843" y="1719409"/>
                </a:lnTo>
                <a:lnTo>
                  <a:pt x="384458" y="1714901"/>
                </a:lnTo>
                <a:lnTo>
                  <a:pt x="382338" y="1710657"/>
                </a:lnTo>
                <a:lnTo>
                  <a:pt x="380218" y="1706148"/>
                </a:lnTo>
                <a:lnTo>
                  <a:pt x="378363" y="1701640"/>
                </a:lnTo>
                <a:lnTo>
                  <a:pt x="377038" y="1696866"/>
                </a:lnTo>
                <a:lnTo>
                  <a:pt x="375713" y="1692357"/>
                </a:lnTo>
                <a:lnTo>
                  <a:pt x="374918" y="1687583"/>
                </a:lnTo>
                <a:lnTo>
                  <a:pt x="373858" y="1682809"/>
                </a:lnTo>
                <a:lnTo>
                  <a:pt x="373328" y="1678565"/>
                </a:lnTo>
                <a:lnTo>
                  <a:pt x="373063" y="1673791"/>
                </a:lnTo>
                <a:lnTo>
                  <a:pt x="373063" y="1669017"/>
                </a:lnTo>
                <a:lnTo>
                  <a:pt x="373063" y="1664243"/>
                </a:lnTo>
                <a:lnTo>
                  <a:pt x="373593" y="1659469"/>
                </a:lnTo>
                <a:lnTo>
                  <a:pt x="374388" y="1654695"/>
                </a:lnTo>
                <a:lnTo>
                  <a:pt x="374918" y="1649921"/>
                </a:lnTo>
                <a:lnTo>
                  <a:pt x="375978" y="1645413"/>
                </a:lnTo>
                <a:lnTo>
                  <a:pt x="377303" y="1640639"/>
                </a:lnTo>
                <a:lnTo>
                  <a:pt x="379158" y="1636130"/>
                </a:lnTo>
                <a:lnTo>
                  <a:pt x="380483" y="1631621"/>
                </a:lnTo>
                <a:lnTo>
                  <a:pt x="382603" y="1627113"/>
                </a:lnTo>
                <a:lnTo>
                  <a:pt x="384988" y="1622869"/>
                </a:lnTo>
                <a:lnTo>
                  <a:pt x="387373" y="1618625"/>
                </a:lnTo>
                <a:lnTo>
                  <a:pt x="390023" y="1614382"/>
                </a:lnTo>
                <a:lnTo>
                  <a:pt x="392938" y="1610404"/>
                </a:lnTo>
                <a:lnTo>
                  <a:pt x="396118" y="1606690"/>
                </a:lnTo>
                <a:lnTo>
                  <a:pt x="399563" y="1602712"/>
                </a:lnTo>
                <a:lnTo>
                  <a:pt x="403272" y="1599264"/>
                </a:lnTo>
                <a:lnTo>
                  <a:pt x="829650" y="1186581"/>
                </a:lnTo>
                <a:close/>
                <a:moveTo>
                  <a:pt x="953403" y="1108075"/>
                </a:moveTo>
                <a:lnTo>
                  <a:pt x="958173" y="1108340"/>
                </a:lnTo>
                <a:lnTo>
                  <a:pt x="963208" y="1108606"/>
                </a:lnTo>
                <a:lnTo>
                  <a:pt x="967978" y="1109136"/>
                </a:lnTo>
                <a:lnTo>
                  <a:pt x="972747" y="1109932"/>
                </a:lnTo>
                <a:lnTo>
                  <a:pt x="977517" y="1110993"/>
                </a:lnTo>
                <a:lnTo>
                  <a:pt x="982287" y="1112053"/>
                </a:lnTo>
                <a:lnTo>
                  <a:pt x="986792" y="1113910"/>
                </a:lnTo>
                <a:lnTo>
                  <a:pt x="991562" y="1115501"/>
                </a:lnTo>
                <a:lnTo>
                  <a:pt x="996067" y="1117623"/>
                </a:lnTo>
                <a:lnTo>
                  <a:pt x="1000307" y="1119480"/>
                </a:lnTo>
                <a:lnTo>
                  <a:pt x="1004547" y="1121867"/>
                </a:lnTo>
                <a:lnTo>
                  <a:pt x="1009052" y="1124784"/>
                </a:lnTo>
                <a:lnTo>
                  <a:pt x="1013292" y="1127701"/>
                </a:lnTo>
                <a:lnTo>
                  <a:pt x="1017002" y="1130619"/>
                </a:lnTo>
                <a:lnTo>
                  <a:pt x="1020977" y="1133802"/>
                </a:lnTo>
                <a:lnTo>
                  <a:pt x="1024952" y="1137515"/>
                </a:lnTo>
                <a:lnTo>
                  <a:pt x="1028396" y="1140963"/>
                </a:lnTo>
                <a:lnTo>
                  <a:pt x="1031576" y="1144941"/>
                </a:lnTo>
                <a:lnTo>
                  <a:pt x="1034756" y="1149184"/>
                </a:lnTo>
                <a:lnTo>
                  <a:pt x="1037671" y="1152897"/>
                </a:lnTo>
                <a:lnTo>
                  <a:pt x="1040321" y="1157141"/>
                </a:lnTo>
                <a:lnTo>
                  <a:pt x="1042706" y="1161650"/>
                </a:lnTo>
                <a:lnTo>
                  <a:pt x="1044826" y="1165893"/>
                </a:lnTo>
                <a:lnTo>
                  <a:pt x="1046946" y="1170402"/>
                </a:lnTo>
                <a:lnTo>
                  <a:pt x="1048801" y="1174646"/>
                </a:lnTo>
                <a:lnTo>
                  <a:pt x="1049861" y="1179420"/>
                </a:lnTo>
                <a:lnTo>
                  <a:pt x="1051451" y="1183928"/>
                </a:lnTo>
                <a:lnTo>
                  <a:pt x="1052246" y="1188702"/>
                </a:lnTo>
                <a:lnTo>
                  <a:pt x="1053041" y="1193476"/>
                </a:lnTo>
                <a:lnTo>
                  <a:pt x="1053836" y="1197985"/>
                </a:lnTo>
                <a:lnTo>
                  <a:pt x="1054101" y="1202759"/>
                </a:lnTo>
                <a:lnTo>
                  <a:pt x="1054101" y="1207533"/>
                </a:lnTo>
                <a:lnTo>
                  <a:pt x="1053836" y="1212307"/>
                </a:lnTo>
                <a:lnTo>
                  <a:pt x="1053571" y="1217081"/>
                </a:lnTo>
                <a:lnTo>
                  <a:pt x="1052776" y="1221855"/>
                </a:lnTo>
                <a:lnTo>
                  <a:pt x="1051981" y="1226629"/>
                </a:lnTo>
                <a:lnTo>
                  <a:pt x="1051186" y="1231138"/>
                </a:lnTo>
                <a:lnTo>
                  <a:pt x="1049596" y="1235912"/>
                </a:lnTo>
                <a:lnTo>
                  <a:pt x="1048006" y="1240420"/>
                </a:lnTo>
                <a:lnTo>
                  <a:pt x="1046416" y="1244929"/>
                </a:lnTo>
                <a:lnTo>
                  <a:pt x="1044561" y="1249438"/>
                </a:lnTo>
                <a:lnTo>
                  <a:pt x="1042176" y="1253681"/>
                </a:lnTo>
                <a:lnTo>
                  <a:pt x="1039791" y="1257925"/>
                </a:lnTo>
                <a:lnTo>
                  <a:pt x="1037141" y="1262168"/>
                </a:lnTo>
                <a:lnTo>
                  <a:pt x="1033961" y="1266147"/>
                </a:lnTo>
                <a:lnTo>
                  <a:pt x="1031046" y="1269860"/>
                </a:lnTo>
                <a:lnTo>
                  <a:pt x="1027601" y="1273838"/>
                </a:lnTo>
                <a:lnTo>
                  <a:pt x="1023892" y="1277551"/>
                </a:lnTo>
                <a:lnTo>
                  <a:pt x="1018592" y="1282856"/>
                </a:lnTo>
                <a:lnTo>
                  <a:pt x="876024" y="1141758"/>
                </a:lnTo>
                <a:lnTo>
                  <a:pt x="881589" y="1136719"/>
                </a:lnTo>
                <a:lnTo>
                  <a:pt x="885299" y="1133006"/>
                </a:lnTo>
                <a:lnTo>
                  <a:pt x="889274" y="1129823"/>
                </a:lnTo>
                <a:lnTo>
                  <a:pt x="893514" y="1126641"/>
                </a:lnTo>
                <a:lnTo>
                  <a:pt x="897489" y="1123988"/>
                </a:lnTo>
                <a:lnTo>
                  <a:pt x="901729" y="1121336"/>
                </a:lnTo>
                <a:lnTo>
                  <a:pt x="906234" y="1118949"/>
                </a:lnTo>
                <a:lnTo>
                  <a:pt x="910738" y="1116827"/>
                </a:lnTo>
                <a:lnTo>
                  <a:pt x="915243" y="1115236"/>
                </a:lnTo>
                <a:lnTo>
                  <a:pt x="919748" y="1113380"/>
                </a:lnTo>
                <a:lnTo>
                  <a:pt x="924518" y="1111788"/>
                </a:lnTo>
                <a:lnTo>
                  <a:pt x="929288" y="1110727"/>
                </a:lnTo>
                <a:lnTo>
                  <a:pt x="934058" y="1109666"/>
                </a:lnTo>
                <a:lnTo>
                  <a:pt x="938828" y="1108871"/>
                </a:lnTo>
                <a:lnTo>
                  <a:pt x="943598" y="1108606"/>
                </a:lnTo>
                <a:lnTo>
                  <a:pt x="948633" y="1108340"/>
                </a:lnTo>
                <a:lnTo>
                  <a:pt x="953403" y="1108075"/>
                </a:lnTo>
                <a:close/>
                <a:moveTo>
                  <a:pt x="1428629" y="402961"/>
                </a:moveTo>
                <a:lnTo>
                  <a:pt x="1420169" y="403755"/>
                </a:lnTo>
                <a:lnTo>
                  <a:pt x="1411974" y="404284"/>
                </a:lnTo>
                <a:lnTo>
                  <a:pt x="1403514" y="405078"/>
                </a:lnTo>
                <a:lnTo>
                  <a:pt x="1395318" y="406136"/>
                </a:lnTo>
                <a:lnTo>
                  <a:pt x="1387123" y="407194"/>
                </a:lnTo>
                <a:lnTo>
                  <a:pt x="1378927" y="408782"/>
                </a:lnTo>
                <a:lnTo>
                  <a:pt x="1370467" y="410105"/>
                </a:lnTo>
                <a:lnTo>
                  <a:pt x="1362536" y="411957"/>
                </a:lnTo>
                <a:lnTo>
                  <a:pt x="1354605" y="414074"/>
                </a:lnTo>
                <a:lnTo>
                  <a:pt x="1346409" y="416190"/>
                </a:lnTo>
                <a:lnTo>
                  <a:pt x="1338478" y="418571"/>
                </a:lnTo>
                <a:lnTo>
                  <a:pt x="1330547" y="421217"/>
                </a:lnTo>
                <a:lnTo>
                  <a:pt x="1322352" y="423863"/>
                </a:lnTo>
                <a:lnTo>
                  <a:pt x="1314685" y="426774"/>
                </a:lnTo>
                <a:lnTo>
                  <a:pt x="1307018" y="430213"/>
                </a:lnTo>
                <a:lnTo>
                  <a:pt x="1299351" y="433388"/>
                </a:lnTo>
                <a:lnTo>
                  <a:pt x="1291420" y="436828"/>
                </a:lnTo>
                <a:lnTo>
                  <a:pt x="1283753" y="440796"/>
                </a:lnTo>
                <a:lnTo>
                  <a:pt x="1276351" y="444765"/>
                </a:lnTo>
                <a:lnTo>
                  <a:pt x="1268948" y="448734"/>
                </a:lnTo>
                <a:lnTo>
                  <a:pt x="1261546" y="452967"/>
                </a:lnTo>
                <a:lnTo>
                  <a:pt x="1254408" y="457465"/>
                </a:lnTo>
                <a:lnTo>
                  <a:pt x="1247270" y="462228"/>
                </a:lnTo>
                <a:lnTo>
                  <a:pt x="1240132" y="466990"/>
                </a:lnTo>
                <a:lnTo>
                  <a:pt x="1232994" y="472282"/>
                </a:lnTo>
                <a:lnTo>
                  <a:pt x="1226120" y="477309"/>
                </a:lnTo>
                <a:lnTo>
                  <a:pt x="1219246" y="483130"/>
                </a:lnTo>
                <a:lnTo>
                  <a:pt x="1212637" y="488686"/>
                </a:lnTo>
                <a:lnTo>
                  <a:pt x="1206292" y="494771"/>
                </a:lnTo>
                <a:lnTo>
                  <a:pt x="1199683" y="500592"/>
                </a:lnTo>
                <a:lnTo>
                  <a:pt x="1193338" y="506942"/>
                </a:lnTo>
                <a:lnTo>
                  <a:pt x="1187522" y="513028"/>
                </a:lnTo>
                <a:lnTo>
                  <a:pt x="1181441" y="519642"/>
                </a:lnTo>
                <a:lnTo>
                  <a:pt x="1175889" y="526257"/>
                </a:lnTo>
                <a:lnTo>
                  <a:pt x="1170338" y="532871"/>
                </a:lnTo>
                <a:lnTo>
                  <a:pt x="1165050" y="539486"/>
                </a:lnTo>
                <a:lnTo>
                  <a:pt x="1160027" y="546365"/>
                </a:lnTo>
                <a:lnTo>
                  <a:pt x="1155004" y="553509"/>
                </a:lnTo>
                <a:lnTo>
                  <a:pt x="1150245" y="560388"/>
                </a:lnTo>
                <a:lnTo>
                  <a:pt x="1145751" y="567532"/>
                </a:lnTo>
                <a:lnTo>
                  <a:pt x="1141785" y="574940"/>
                </a:lnTo>
                <a:lnTo>
                  <a:pt x="1137555" y="582084"/>
                </a:lnTo>
                <a:lnTo>
                  <a:pt x="1133590" y="589492"/>
                </a:lnTo>
                <a:lnTo>
                  <a:pt x="1129889" y="596901"/>
                </a:lnTo>
                <a:lnTo>
                  <a:pt x="1126187" y="604309"/>
                </a:lnTo>
                <a:lnTo>
                  <a:pt x="1123015" y="612246"/>
                </a:lnTo>
                <a:lnTo>
                  <a:pt x="1119843" y="619919"/>
                </a:lnTo>
                <a:lnTo>
                  <a:pt x="1116934" y="627328"/>
                </a:lnTo>
                <a:lnTo>
                  <a:pt x="1114291" y="635265"/>
                </a:lnTo>
                <a:lnTo>
                  <a:pt x="1111647" y="643203"/>
                </a:lnTo>
                <a:lnTo>
                  <a:pt x="1109532" y="650876"/>
                </a:lnTo>
                <a:lnTo>
                  <a:pt x="1107153" y="658813"/>
                </a:lnTo>
                <a:lnTo>
                  <a:pt x="1105302" y="666486"/>
                </a:lnTo>
                <a:lnTo>
                  <a:pt x="1103716" y="674688"/>
                </a:lnTo>
                <a:lnTo>
                  <a:pt x="1102130" y="682626"/>
                </a:lnTo>
                <a:lnTo>
                  <a:pt x="1100808" y="690828"/>
                </a:lnTo>
                <a:lnTo>
                  <a:pt x="1099750" y="698765"/>
                </a:lnTo>
                <a:lnTo>
                  <a:pt x="1098957" y="706703"/>
                </a:lnTo>
                <a:lnTo>
                  <a:pt x="1097900" y="715169"/>
                </a:lnTo>
                <a:lnTo>
                  <a:pt x="1097371" y="723107"/>
                </a:lnTo>
                <a:lnTo>
                  <a:pt x="1097107" y="731044"/>
                </a:lnTo>
                <a:lnTo>
                  <a:pt x="1097107" y="739246"/>
                </a:lnTo>
                <a:lnTo>
                  <a:pt x="1097107" y="747449"/>
                </a:lnTo>
                <a:lnTo>
                  <a:pt x="1097371" y="755651"/>
                </a:lnTo>
                <a:lnTo>
                  <a:pt x="1097635" y="763588"/>
                </a:lnTo>
                <a:lnTo>
                  <a:pt x="1098164" y="771526"/>
                </a:lnTo>
                <a:lnTo>
                  <a:pt x="1099221" y="779992"/>
                </a:lnTo>
                <a:lnTo>
                  <a:pt x="1100279" y="787930"/>
                </a:lnTo>
                <a:lnTo>
                  <a:pt x="1101601" y="796132"/>
                </a:lnTo>
                <a:lnTo>
                  <a:pt x="1102923" y="804069"/>
                </a:lnTo>
                <a:lnTo>
                  <a:pt x="1104509" y="812007"/>
                </a:lnTo>
                <a:lnTo>
                  <a:pt x="1106360" y="819944"/>
                </a:lnTo>
                <a:lnTo>
                  <a:pt x="1108475" y="827882"/>
                </a:lnTo>
                <a:lnTo>
                  <a:pt x="1110854" y="835819"/>
                </a:lnTo>
                <a:lnTo>
                  <a:pt x="1113233" y="843757"/>
                </a:lnTo>
                <a:lnTo>
                  <a:pt x="1115877" y="851430"/>
                </a:lnTo>
                <a:lnTo>
                  <a:pt x="1118521" y="859103"/>
                </a:lnTo>
                <a:lnTo>
                  <a:pt x="1121429" y="866776"/>
                </a:lnTo>
                <a:lnTo>
                  <a:pt x="1124601" y="874449"/>
                </a:lnTo>
                <a:lnTo>
                  <a:pt x="1128302" y="882121"/>
                </a:lnTo>
                <a:lnTo>
                  <a:pt x="1131739" y="889530"/>
                </a:lnTo>
                <a:lnTo>
                  <a:pt x="1135705" y="896938"/>
                </a:lnTo>
                <a:lnTo>
                  <a:pt x="1139670" y="904346"/>
                </a:lnTo>
                <a:lnTo>
                  <a:pt x="1143636" y="911490"/>
                </a:lnTo>
                <a:lnTo>
                  <a:pt x="1148130" y="918634"/>
                </a:lnTo>
                <a:lnTo>
                  <a:pt x="1152889" y="925778"/>
                </a:lnTo>
                <a:lnTo>
                  <a:pt x="1157648" y="932921"/>
                </a:lnTo>
                <a:lnTo>
                  <a:pt x="1162671" y="939801"/>
                </a:lnTo>
                <a:lnTo>
                  <a:pt x="1167958" y="946680"/>
                </a:lnTo>
                <a:lnTo>
                  <a:pt x="1173510" y="953294"/>
                </a:lnTo>
                <a:lnTo>
                  <a:pt x="1178798" y="959909"/>
                </a:lnTo>
                <a:lnTo>
                  <a:pt x="1184878" y="966524"/>
                </a:lnTo>
                <a:lnTo>
                  <a:pt x="1190694" y="972874"/>
                </a:lnTo>
                <a:lnTo>
                  <a:pt x="1197039" y="979224"/>
                </a:lnTo>
                <a:lnTo>
                  <a:pt x="1203120" y="985309"/>
                </a:lnTo>
                <a:lnTo>
                  <a:pt x="1209729" y="991130"/>
                </a:lnTo>
                <a:lnTo>
                  <a:pt x="1216338" y="996951"/>
                </a:lnTo>
                <a:lnTo>
                  <a:pt x="1223212" y="1002507"/>
                </a:lnTo>
                <a:lnTo>
                  <a:pt x="1230086" y="1007799"/>
                </a:lnTo>
                <a:lnTo>
                  <a:pt x="1236695" y="1013090"/>
                </a:lnTo>
                <a:lnTo>
                  <a:pt x="1243833" y="1017853"/>
                </a:lnTo>
                <a:lnTo>
                  <a:pt x="1250971" y="1022615"/>
                </a:lnTo>
                <a:lnTo>
                  <a:pt x="1258109" y="1027378"/>
                </a:lnTo>
                <a:lnTo>
                  <a:pt x="1265776" y="1031876"/>
                </a:lnTo>
                <a:lnTo>
                  <a:pt x="1273178" y="1036109"/>
                </a:lnTo>
                <a:lnTo>
                  <a:pt x="1280581" y="1040078"/>
                </a:lnTo>
                <a:lnTo>
                  <a:pt x="1287983" y="1043782"/>
                </a:lnTo>
                <a:lnTo>
                  <a:pt x="1295650" y="1047486"/>
                </a:lnTo>
                <a:lnTo>
                  <a:pt x="1303317" y="1050926"/>
                </a:lnTo>
                <a:lnTo>
                  <a:pt x="1311248" y="1054365"/>
                </a:lnTo>
                <a:lnTo>
                  <a:pt x="1318915" y="1057276"/>
                </a:lnTo>
                <a:lnTo>
                  <a:pt x="1326846" y="1060186"/>
                </a:lnTo>
                <a:lnTo>
                  <a:pt x="1334513" y="1062832"/>
                </a:lnTo>
                <a:lnTo>
                  <a:pt x="1342708" y="1065213"/>
                </a:lnTo>
                <a:lnTo>
                  <a:pt x="1350639" y="1067330"/>
                </a:lnTo>
                <a:lnTo>
                  <a:pt x="1358835" y="1069446"/>
                </a:lnTo>
                <a:lnTo>
                  <a:pt x="1367030" y="1071563"/>
                </a:lnTo>
                <a:lnTo>
                  <a:pt x="1374962" y="1072886"/>
                </a:lnTo>
                <a:lnTo>
                  <a:pt x="1383422" y="1074738"/>
                </a:lnTo>
                <a:lnTo>
                  <a:pt x="1391353" y="1076061"/>
                </a:lnTo>
                <a:lnTo>
                  <a:pt x="1399813" y="1077119"/>
                </a:lnTo>
                <a:lnTo>
                  <a:pt x="1408008" y="1078178"/>
                </a:lnTo>
                <a:lnTo>
                  <a:pt x="1416468" y="1078707"/>
                </a:lnTo>
                <a:lnTo>
                  <a:pt x="1424399" y="1079236"/>
                </a:lnTo>
                <a:lnTo>
                  <a:pt x="1432859" y="1079501"/>
                </a:lnTo>
                <a:lnTo>
                  <a:pt x="1441055" y="1079765"/>
                </a:lnTo>
                <a:lnTo>
                  <a:pt x="1449515" y="1079501"/>
                </a:lnTo>
                <a:lnTo>
                  <a:pt x="1457710" y="1079501"/>
                </a:lnTo>
                <a:lnTo>
                  <a:pt x="1465906" y="1078971"/>
                </a:lnTo>
                <a:lnTo>
                  <a:pt x="1474366" y="1078442"/>
                </a:lnTo>
                <a:lnTo>
                  <a:pt x="1482561" y="1077384"/>
                </a:lnTo>
                <a:lnTo>
                  <a:pt x="1490757" y="1076590"/>
                </a:lnTo>
                <a:lnTo>
                  <a:pt x="1498952" y="1075267"/>
                </a:lnTo>
                <a:lnTo>
                  <a:pt x="1507412" y="1073944"/>
                </a:lnTo>
                <a:lnTo>
                  <a:pt x="1515343" y="1072357"/>
                </a:lnTo>
                <a:lnTo>
                  <a:pt x="1523803" y="1070505"/>
                </a:lnTo>
                <a:lnTo>
                  <a:pt x="1531734" y="1068653"/>
                </a:lnTo>
                <a:lnTo>
                  <a:pt x="1539666" y="1066536"/>
                </a:lnTo>
                <a:lnTo>
                  <a:pt x="1547861" y="1064155"/>
                </a:lnTo>
                <a:lnTo>
                  <a:pt x="1555792" y="1061509"/>
                </a:lnTo>
                <a:lnTo>
                  <a:pt x="1563459" y="1058599"/>
                </a:lnTo>
                <a:lnTo>
                  <a:pt x="1571655" y="1055688"/>
                </a:lnTo>
                <a:lnTo>
                  <a:pt x="1579321" y="1052513"/>
                </a:lnTo>
                <a:lnTo>
                  <a:pt x="1586988" y="1049074"/>
                </a:lnTo>
                <a:lnTo>
                  <a:pt x="1594655" y="1045634"/>
                </a:lnTo>
                <a:lnTo>
                  <a:pt x="1602322" y="1041930"/>
                </a:lnTo>
                <a:lnTo>
                  <a:pt x="1609988" y="1037961"/>
                </a:lnTo>
                <a:lnTo>
                  <a:pt x="1617391" y="1033728"/>
                </a:lnTo>
                <a:lnTo>
                  <a:pt x="1624529" y="1029494"/>
                </a:lnTo>
                <a:lnTo>
                  <a:pt x="1631931" y="1024996"/>
                </a:lnTo>
                <a:lnTo>
                  <a:pt x="1639069" y="1020234"/>
                </a:lnTo>
                <a:lnTo>
                  <a:pt x="1646208" y="1015471"/>
                </a:lnTo>
                <a:lnTo>
                  <a:pt x="1653081" y="1010180"/>
                </a:lnTo>
                <a:lnTo>
                  <a:pt x="1659955" y="1005153"/>
                </a:lnTo>
                <a:lnTo>
                  <a:pt x="1666829" y="999596"/>
                </a:lnTo>
                <a:lnTo>
                  <a:pt x="1673438" y="993776"/>
                </a:lnTo>
                <a:lnTo>
                  <a:pt x="1680047" y="987955"/>
                </a:lnTo>
                <a:lnTo>
                  <a:pt x="1686392" y="981869"/>
                </a:lnTo>
                <a:lnTo>
                  <a:pt x="1692473" y="975784"/>
                </a:lnTo>
                <a:lnTo>
                  <a:pt x="1698818" y="969434"/>
                </a:lnTo>
                <a:lnTo>
                  <a:pt x="1704898" y="962819"/>
                </a:lnTo>
                <a:lnTo>
                  <a:pt x="1710450" y="956469"/>
                </a:lnTo>
                <a:lnTo>
                  <a:pt x="1715737" y="949855"/>
                </a:lnTo>
                <a:lnTo>
                  <a:pt x="1721025" y="942976"/>
                </a:lnTo>
                <a:lnTo>
                  <a:pt x="1726048" y="936096"/>
                </a:lnTo>
                <a:lnTo>
                  <a:pt x="1731335" y="929217"/>
                </a:lnTo>
                <a:lnTo>
                  <a:pt x="1735565" y="922074"/>
                </a:lnTo>
                <a:lnTo>
                  <a:pt x="1740060" y="914930"/>
                </a:lnTo>
                <a:lnTo>
                  <a:pt x="1744554" y="907786"/>
                </a:lnTo>
                <a:lnTo>
                  <a:pt x="1748784" y="900378"/>
                </a:lnTo>
                <a:lnTo>
                  <a:pt x="1752750" y="892969"/>
                </a:lnTo>
                <a:lnTo>
                  <a:pt x="1756186" y="885561"/>
                </a:lnTo>
                <a:lnTo>
                  <a:pt x="1759888" y="878153"/>
                </a:lnTo>
                <a:lnTo>
                  <a:pt x="1763060" y="870480"/>
                </a:lnTo>
                <a:lnTo>
                  <a:pt x="1766232" y="863071"/>
                </a:lnTo>
                <a:lnTo>
                  <a:pt x="1769405" y="855134"/>
                </a:lnTo>
                <a:lnTo>
                  <a:pt x="1772049" y="847461"/>
                </a:lnTo>
                <a:lnTo>
                  <a:pt x="1774428" y="839524"/>
                </a:lnTo>
                <a:lnTo>
                  <a:pt x="1776807" y="831851"/>
                </a:lnTo>
                <a:lnTo>
                  <a:pt x="1778922" y="823649"/>
                </a:lnTo>
                <a:lnTo>
                  <a:pt x="1780773" y="815976"/>
                </a:lnTo>
                <a:lnTo>
                  <a:pt x="1782624" y="808038"/>
                </a:lnTo>
                <a:lnTo>
                  <a:pt x="1784210" y="799836"/>
                </a:lnTo>
                <a:lnTo>
                  <a:pt x="1785267" y="791899"/>
                </a:lnTo>
                <a:lnTo>
                  <a:pt x="1786589" y="783961"/>
                </a:lnTo>
                <a:lnTo>
                  <a:pt x="1787382" y="775759"/>
                </a:lnTo>
                <a:lnTo>
                  <a:pt x="1788440" y="767821"/>
                </a:lnTo>
                <a:lnTo>
                  <a:pt x="1788704" y="759355"/>
                </a:lnTo>
                <a:lnTo>
                  <a:pt x="1789233" y="751417"/>
                </a:lnTo>
                <a:lnTo>
                  <a:pt x="1789233" y="743480"/>
                </a:lnTo>
                <a:lnTo>
                  <a:pt x="1789233" y="735278"/>
                </a:lnTo>
                <a:lnTo>
                  <a:pt x="1788968" y="727076"/>
                </a:lnTo>
                <a:lnTo>
                  <a:pt x="1788704" y="718874"/>
                </a:lnTo>
                <a:lnTo>
                  <a:pt x="1787647" y="710936"/>
                </a:lnTo>
                <a:lnTo>
                  <a:pt x="1787118" y="702999"/>
                </a:lnTo>
                <a:lnTo>
                  <a:pt x="1786060" y="694796"/>
                </a:lnTo>
                <a:lnTo>
                  <a:pt x="1784739" y="686594"/>
                </a:lnTo>
                <a:lnTo>
                  <a:pt x="1783152" y="678392"/>
                </a:lnTo>
                <a:lnTo>
                  <a:pt x="1781830" y="670719"/>
                </a:lnTo>
                <a:lnTo>
                  <a:pt x="1779715" y="662782"/>
                </a:lnTo>
                <a:lnTo>
                  <a:pt x="1777865" y="654844"/>
                </a:lnTo>
                <a:lnTo>
                  <a:pt x="1775486" y="646907"/>
                </a:lnTo>
                <a:lnTo>
                  <a:pt x="1773106" y="638969"/>
                </a:lnTo>
                <a:lnTo>
                  <a:pt x="1770462" y="631296"/>
                </a:lnTo>
                <a:lnTo>
                  <a:pt x="1767554" y="623359"/>
                </a:lnTo>
                <a:lnTo>
                  <a:pt x="1764646" y="615686"/>
                </a:lnTo>
                <a:lnTo>
                  <a:pt x="1761209" y="608278"/>
                </a:lnTo>
                <a:lnTo>
                  <a:pt x="1758037" y="600605"/>
                </a:lnTo>
                <a:lnTo>
                  <a:pt x="1754336" y="593196"/>
                </a:lnTo>
                <a:lnTo>
                  <a:pt x="1750634" y="585788"/>
                </a:lnTo>
                <a:lnTo>
                  <a:pt x="1746405" y="578380"/>
                </a:lnTo>
                <a:lnTo>
                  <a:pt x="1742175" y="571236"/>
                </a:lnTo>
                <a:lnTo>
                  <a:pt x="1737680" y="564092"/>
                </a:lnTo>
                <a:lnTo>
                  <a:pt x="1733186" y="556949"/>
                </a:lnTo>
                <a:lnTo>
                  <a:pt x="1728427" y="549805"/>
                </a:lnTo>
                <a:lnTo>
                  <a:pt x="1723404" y="542926"/>
                </a:lnTo>
                <a:lnTo>
                  <a:pt x="1718117" y="536046"/>
                </a:lnTo>
                <a:lnTo>
                  <a:pt x="1712829" y="529167"/>
                </a:lnTo>
                <a:lnTo>
                  <a:pt x="1707278" y="522553"/>
                </a:lnTo>
                <a:lnTo>
                  <a:pt x="1701461" y="516203"/>
                </a:lnTo>
                <a:lnTo>
                  <a:pt x="1695381" y="509853"/>
                </a:lnTo>
                <a:lnTo>
                  <a:pt x="1689300" y="503238"/>
                </a:lnTo>
                <a:lnTo>
                  <a:pt x="1682691" y="497417"/>
                </a:lnTo>
                <a:lnTo>
                  <a:pt x="1676346" y="491332"/>
                </a:lnTo>
                <a:lnTo>
                  <a:pt x="1669737" y="485776"/>
                </a:lnTo>
                <a:lnTo>
                  <a:pt x="1663127" y="479955"/>
                </a:lnTo>
                <a:lnTo>
                  <a:pt x="1656254" y="474663"/>
                </a:lnTo>
                <a:lnTo>
                  <a:pt x="1649116" y="469371"/>
                </a:lnTo>
                <a:lnTo>
                  <a:pt x="1642242" y="464609"/>
                </a:lnTo>
                <a:lnTo>
                  <a:pt x="1635104" y="459846"/>
                </a:lnTo>
                <a:lnTo>
                  <a:pt x="1627966" y="455084"/>
                </a:lnTo>
                <a:lnTo>
                  <a:pt x="1620563" y="450586"/>
                </a:lnTo>
                <a:lnTo>
                  <a:pt x="1613161" y="446353"/>
                </a:lnTo>
                <a:lnTo>
                  <a:pt x="1605759" y="442649"/>
                </a:lnTo>
                <a:lnTo>
                  <a:pt x="1598356" y="438680"/>
                </a:lnTo>
                <a:lnTo>
                  <a:pt x="1590689" y="435240"/>
                </a:lnTo>
                <a:lnTo>
                  <a:pt x="1582758" y="431536"/>
                </a:lnTo>
                <a:lnTo>
                  <a:pt x="1575091" y="428361"/>
                </a:lnTo>
                <a:lnTo>
                  <a:pt x="1567425" y="425451"/>
                </a:lnTo>
                <a:lnTo>
                  <a:pt x="1559493" y="422540"/>
                </a:lnTo>
                <a:lnTo>
                  <a:pt x="1551298" y="419894"/>
                </a:lnTo>
                <a:lnTo>
                  <a:pt x="1543631" y="417249"/>
                </a:lnTo>
                <a:lnTo>
                  <a:pt x="1535436" y="415132"/>
                </a:lnTo>
                <a:lnTo>
                  <a:pt x="1527240" y="413015"/>
                </a:lnTo>
                <a:lnTo>
                  <a:pt x="1519309" y="411163"/>
                </a:lnTo>
                <a:lnTo>
                  <a:pt x="1511113" y="409576"/>
                </a:lnTo>
                <a:lnTo>
                  <a:pt x="1502918" y="407988"/>
                </a:lnTo>
                <a:lnTo>
                  <a:pt x="1494458" y="406665"/>
                </a:lnTo>
                <a:lnTo>
                  <a:pt x="1486527" y="405342"/>
                </a:lnTo>
                <a:lnTo>
                  <a:pt x="1478331" y="404549"/>
                </a:lnTo>
                <a:lnTo>
                  <a:pt x="1469871" y="404019"/>
                </a:lnTo>
                <a:lnTo>
                  <a:pt x="1461676" y="403226"/>
                </a:lnTo>
                <a:lnTo>
                  <a:pt x="1453216" y="402961"/>
                </a:lnTo>
                <a:lnTo>
                  <a:pt x="1445020" y="402961"/>
                </a:lnTo>
                <a:lnTo>
                  <a:pt x="1436560" y="402961"/>
                </a:lnTo>
                <a:lnTo>
                  <a:pt x="1428629" y="402961"/>
                </a:lnTo>
                <a:close/>
                <a:moveTo>
                  <a:pt x="1433917" y="255588"/>
                </a:moveTo>
                <a:lnTo>
                  <a:pt x="1445813" y="255588"/>
                </a:lnTo>
                <a:lnTo>
                  <a:pt x="1457710" y="255853"/>
                </a:lnTo>
                <a:lnTo>
                  <a:pt x="1469871" y="256117"/>
                </a:lnTo>
                <a:lnTo>
                  <a:pt x="1481768" y="256911"/>
                </a:lnTo>
                <a:lnTo>
                  <a:pt x="1493665" y="257969"/>
                </a:lnTo>
                <a:lnTo>
                  <a:pt x="1505297" y="259292"/>
                </a:lnTo>
                <a:lnTo>
                  <a:pt x="1517194" y="260880"/>
                </a:lnTo>
                <a:lnTo>
                  <a:pt x="1529091" y="262732"/>
                </a:lnTo>
                <a:lnTo>
                  <a:pt x="1540723" y="265113"/>
                </a:lnTo>
                <a:lnTo>
                  <a:pt x="1552620" y="267494"/>
                </a:lnTo>
                <a:lnTo>
                  <a:pt x="1564252" y="270140"/>
                </a:lnTo>
                <a:lnTo>
                  <a:pt x="1575620" y="273051"/>
                </a:lnTo>
                <a:lnTo>
                  <a:pt x="1587252" y="276226"/>
                </a:lnTo>
                <a:lnTo>
                  <a:pt x="1598885" y="279930"/>
                </a:lnTo>
                <a:lnTo>
                  <a:pt x="1610253" y="283634"/>
                </a:lnTo>
                <a:lnTo>
                  <a:pt x="1621621" y="287603"/>
                </a:lnTo>
                <a:lnTo>
                  <a:pt x="1632725" y="292101"/>
                </a:lnTo>
                <a:lnTo>
                  <a:pt x="1643828" y="296863"/>
                </a:lnTo>
                <a:lnTo>
                  <a:pt x="1654932" y="301626"/>
                </a:lnTo>
                <a:lnTo>
                  <a:pt x="1665771" y="306917"/>
                </a:lnTo>
                <a:lnTo>
                  <a:pt x="1676875" y="312209"/>
                </a:lnTo>
                <a:lnTo>
                  <a:pt x="1687450" y="318294"/>
                </a:lnTo>
                <a:lnTo>
                  <a:pt x="1698024" y="324115"/>
                </a:lnTo>
                <a:lnTo>
                  <a:pt x="1708599" y="330465"/>
                </a:lnTo>
                <a:lnTo>
                  <a:pt x="1719174" y="337080"/>
                </a:lnTo>
                <a:lnTo>
                  <a:pt x="1729220" y="343694"/>
                </a:lnTo>
                <a:lnTo>
                  <a:pt x="1739266" y="350838"/>
                </a:lnTo>
                <a:lnTo>
                  <a:pt x="1749048" y="358511"/>
                </a:lnTo>
                <a:lnTo>
                  <a:pt x="1758830" y="366184"/>
                </a:lnTo>
                <a:lnTo>
                  <a:pt x="1768612" y="374121"/>
                </a:lnTo>
                <a:lnTo>
                  <a:pt x="1778129" y="382588"/>
                </a:lnTo>
                <a:lnTo>
                  <a:pt x="1787382" y="391055"/>
                </a:lnTo>
                <a:lnTo>
                  <a:pt x="1796635" y="399786"/>
                </a:lnTo>
                <a:lnTo>
                  <a:pt x="1805624" y="409046"/>
                </a:lnTo>
                <a:lnTo>
                  <a:pt x="1814084" y="417778"/>
                </a:lnTo>
                <a:lnTo>
                  <a:pt x="1822544" y="427303"/>
                </a:lnTo>
                <a:lnTo>
                  <a:pt x="1830475" y="436828"/>
                </a:lnTo>
                <a:lnTo>
                  <a:pt x="1838142" y="446353"/>
                </a:lnTo>
                <a:lnTo>
                  <a:pt x="1845808" y="456407"/>
                </a:lnTo>
                <a:lnTo>
                  <a:pt x="1852947" y="466461"/>
                </a:lnTo>
                <a:lnTo>
                  <a:pt x="1859556" y="476515"/>
                </a:lnTo>
                <a:lnTo>
                  <a:pt x="1866430" y="486569"/>
                </a:lnTo>
                <a:lnTo>
                  <a:pt x="1872774" y="497153"/>
                </a:lnTo>
                <a:lnTo>
                  <a:pt x="1878591" y="507471"/>
                </a:lnTo>
                <a:lnTo>
                  <a:pt x="1884671" y="517790"/>
                </a:lnTo>
                <a:lnTo>
                  <a:pt x="1889959" y="528638"/>
                </a:lnTo>
                <a:lnTo>
                  <a:pt x="1895246" y="539221"/>
                </a:lnTo>
                <a:lnTo>
                  <a:pt x="1900005" y="550334"/>
                </a:lnTo>
                <a:lnTo>
                  <a:pt x="1904764" y="560917"/>
                </a:lnTo>
                <a:lnTo>
                  <a:pt x="1908993" y="572294"/>
                </a:lnTo>
                <a:lnTo>
                  <a:pt x="1913223" y="583407"/>
                </a:lnTo>
                <a:lnTo>
                  <a:pt x="1916925" y="594519"/>
                </a:lnTo>
                <a:lnTo>
                  <a:pt x="1920361" y="605632"/>
                </a:lnTo>
                <a:lnTo>
                  <a:pt x="1923534" y="617009"/>
                </a:lnTo>
                <a:lnTo>
                  <a:pt x="1926442" y="628651"/>
                </a:lnTo>
                <a:lnTo>
                  <a:pt x="1929350" y="639763"/>
                </a:lnTo>
                <a:lnTo>
                  <a:pt x="1931729" y="651405"/>
                </a:lnTo>
                <a:lnTo>
                  <a:pt x="1933580" y="662782"/>
                </a:lnTo>
                <a:lnTo>
                  <a:pt x="1935431" y="674424"/>
                </a:lnTo>
                <a:lnTo>
                  <a:pt x="1937017" y="686065"/>
                </a:lnTo>
                <a:lnTo>
                  <a:pt x="1938074" y="697442"/>
                </a:lnTo>
                <a:lnTo>
                  <a:pt x="1939132" y="709084"/>
                </a:lnTo>
                <a:lnTo>
                  <a:pt x="1939661" y="720726"/>
                </a:lnTo>
                <a:lnTo>
                  <a:pt x="1939925" y="732632"/>
                </a:lnTo>
                <a:lnTo>
                  <a:pt x="1939925" y="744274"/>
                </a:lnTo>
                <a:lnTo>
                  <a:pt x="1939925" y="755915"/>
                </a:lnTo>
                <a:lnTo>
                  <a:pt x="1939396" y="767557"/>
                </a:lnTo>
                <a:lnTo>
                  <a:pt x="1938339" y="779199"/>
                </a:lnTo>
                <a:lnTo>
                  <a:pt x="1937546" y="790576"/>
                </a:lnTo>
                <a:lnTo>
                  <a:pt x="1935959" y="802217"/>
                </a:lnTo>
                <a:lnTo>
                  <a:pt x="1934638" y="813859"/>
                </a:lnTo>
                <a:lnTo>
                  <a:pt x="1932523" y="825501"/>
                </a:lnTo>
                <a:lnTo>
                  <a:pt x="1930408" y="837142"/>
                </a:lnTo>
                <a:lnTo>
                  <a:pt x="1928028" y="848519"/>
                </a:lnTo>
                <a:lnTo>
                  <a:pt x="1925120" y="859632"/>
                </a:lnTo>
                <a:lnTo>
                  <a:pt x="1922212" y="871009"/>
                </a:lnTo>
                <a:lnTo>
                  <a:pt x="1918775" y="882386"/>
                </a:lnTo>
                <a:lnTo>
                  <a:pt x="1915338" y="893499"/>
                </a:lnTo>
                <a:lnTo>
                  <a:pt x="1911373" y="904876"/>
                </a:lnTo>
                <a:lnTo>
                  <a:pt x="1907143" y="915988"/>
                </a:lnTo>
                <a:lnTo>
                  <a:pt x="1902648" y="926836"/>
                </a:lnTo>
                <a:lnTo>
                  <a:pt x="1898154" y="937684"/>
                </a:lnTo>
                <a:lnTo>
                  <a:pt x="1892867" y="948532"/>
                </a:lnTo>
                <a:lnTo>
                  <a:pt x="1887579" y="959380"/>
                </a:lnTo>
                <a:lnTo>
                  <a:pt x="1882028" y="969699"/>
                </a:lnTo>
                <a:lnTo>
                  <a:pt x="1875947" y="980282"/>
                </a:lnTo>
                <a:lnTo>
                  <a:pt x="1869866" y="990601"/>
                </a:lnTo>
                <a:lnTo>
                  <a:pt x="1863521" y="1000919"/>
                </a:lnTo>
                <a:lnTo>
                  <a:pt x="1856648" y="1011238"/>
                </a:lnTo>
                <a:lnTo>
                  <a:pt x="1849510" y="1021028"/>
                </a:lnTo>
                <a:lnTo>
                  <a:pt x="1842372" y="1031082"/>
                </a:lnTo>
                <a:lnTo>
                  <a:pt x="1834705" y="1040607"/>
                </a:lnTo>
                <a:lnTo>
                  <a:pt x="1827038" y="1050396"/>
                </a:lnTo>
                <a:lnTo>
                  <a:pt x="1818578" y="1059657"/>
                </a:lnTo>
                <a:lnTo>
                  <a:pt x="1810383" y="1068917"/>
                </a:lnTo>
                <a:lnTo>
                  <a:pt x="1801658" y="1078178"/>
                </a:lnTo>
                <a:lnTo>
                  <a:pt x="1792405" y="1086909"/>
                </a:lnTo>
                <a:lnTo>
                  <a:pt x="1783152" y="1095640"/>
                </a:lnTo>
                <a:lnTo>
                  <a:pt x="1774164" y="1103842"/>
                </a:lnTo>
                <a:lnTo>
                  <a:pt x="1764118" y="1112309"/>
                </a:lnTo>
                <a:lnTo>
                  <a:pt x="1754600" y="1119982"/>
                </a:lnTo>
                <a:lnTo>
                  <a:pt x="1744554" y="1127655"/>
                </a:lnTo>
                <a:lnTo>
                  <a:pt x="1734772" y="1134799"/>
                </a:lnTo>
                <a:lnTo>
                  <a:pt x="1724726" y="1141942"/>
                </a:lnTo>
                <a:lnTo>
                  <a:pt x="1714416" y="1148821"/>
                </a:lnTo>
                <a:lnTo>
                  <a:pt x="1703841" y="1155171"/>
                </a:lnTo>
                <a:lnTo>
                  <a:pt x="1693266" y="1161257"/>
                </a:lnTo>
                <a:lnTo>
                  <a:pt x="1682426" y="1167342"/>
                </a:lnTo>
                <a:lnTo>
                  <a:pt x="1671852" y="1172899"/>
                </a:lnTo>
                <a:lnTo>
                  <a:pt x="1660748" y="1178190"/>
                </a:lnTo>
                <a:lnTo>
                  <a:pt x="1649644" y="1183482"/>
                </a:lnTo>
                <a:lnTo>
                  <a:pt x="1638805" y="1188244"/>
                </a:lnTo>
                <a:lnTo>
                  <a:pt x="1627437" y="1192478"/>
                </a:lnTo>
                <a:lnTo>
                  <a:pt x="1616069" y="1196976"/>
                </a:lnTo>
                <a:lnTo>
                  <a:pt x="1604965" y="1200944"/>
                </a:lnTo>
                <a:lnTo>
                  <a:pt x="1593597" y="1204384"/>
                </a:lnTo>
                <a:lnTo>
                  <a:pt x="1581965" y="1208088"/>
                </a:lnTo>
                <a:lnTo>
                  <a:pt x="1570333" y="1210999"/>
                </a:lnTo>
                <a:lnTo>
                  <a:pt x="1558700" y="1213909"/>
                </a:lnTo>
                <a:lnTo>
                  <a:pt x="1546804" y="1216819"/>
                </a:lnTo>
                <a:lnTo>
                  <a:pt x="1535436" y="1218671"/>
                </a:lnTo>
                <a:lnTo>
                  <a:pt x="1523539" y="1220788"/>
                </a:lnTo>
                <a:lnTo>
                  <a:pt x="1511906" y="1222640"/>
                </a:lnTo>
                <a:lnTo>
                  <a:pt x="1500010" y="1224228"/>
                </a:lnTo>
                <a:lnTo>
                  <a:pt x="1488113" y="1225286"/>
                </a:lnTo>
                <a:lnTo>
                  <a:pt x="1476216" y="1226344"/>
                </a:lnTo>
                <a:lnTo>
                  <a:pt x="1464319" y="1226874"/>
                </a:lnTo>
                <a:lnTo>
                  <a:pt x="1452423" y="1227138"/>
                </a:lnTo>
                <a:lnTo>
                  <a:pt x="1440526" y="1227138"/>
                </a:lnTo>
                <a:lnTo>
                  <a:pt x="1428365" y="1227138"/>
                </a:lnTo>
                <a:lnTo>
                  <a:pt x="1416468" y="1226609"/>
                </a:lnTo>
                <a:lnTo>
                  <a:pt x="1404571" y="1225815"/>
                </a:lnTo>
                <a:lnTo>
                  <a:pt x="1392675" y="1224757"/>
                </a:lnTo>
                <a:lnTo>
                  <a:pt x="1380778" y="1223434"/>
                </a:lnTo>
                <a:lnTo>
                  <a:pt x="1369145" y="1221846"/>
                </a:lnTo>
                <a:lnTo>
                  <a:pt x="1357249" y="1219994"/>
                </a:lnTo>
                <a:lnTo>
                  <a:pt x="1345352" y="1217878"/>
                </a:lnTo>
                <a:lnTo>
                  <a:pt x="1333720" y="1215496"/>
                </a:lnTo>
                <a:lnTo>
                  <a:pt x="1322087" y="1212586"/>
                </a:lnTo>
                <a:lnTo>
                  <a:pt x="1310455" y="1209676"/>
                </a:lnTo>
                <a:lnTo>
                  <a:pt x="1298822" y="1206236"/>
                </a:lnTo>
                <a:lnTo>
                  <a:pt x="1287454" y="1203061"/>
                </a:lnTo>
                <a:lnTo>
                  <a:pt x="1276086" y="1199092"/>
                </a:lnTo>
                <a:lnTo>
                  <a:pt x="1264718" y="1194859"/>
                </a:lnTo>
                <a:lnTo>
                  <a:pt x="1253350" y="1190626"/>
                </a:lnTo>
                <a:lnTo>
                  <a:pt x="1242511" y="1186128"/>
                </a:lnTo>
                <a:lnTo>
                  <a:pt x="1231143" y="1181101"/>
                </a:lnTo>
                <a:lnTo>
                  <a:pt x="1220568" y="1175809"/>
                </a:lnTo>
                <a:lnTo>
                  <a:pt x="1209465" y="1170253"/>
                </a:lnTo>
                <a:lnTo>
                  <a:pt x="1198625" y="1164696"/>
                </a:lnTo>
                <a:lnTo>
                  <a:pt x="1188051" y="1158346"/>
                </a:lnTo>
                <a:lnTo>
                  <a:pt x="1177740" y="1152261"/>
                </a:lnTo>
                <a:lnTo>
                  <a:pt x="1167165" y="1145646"/>
                </a:lnTo>
                <a:lnTo>
                  <a:pt x="1157119" y="1138767"/>
                </a:lnTo>
                <a:lnTo>
                  <a:pt x="1147073" y="1131624"/>
                </a:lnTo>
                <a:lnTo>
                  <a:pt x="1137027" y="1124215"/>
                </a:lnTo>
                <a:lnTo>
                  <a:pt x="1127509" y="1116542"/>
                </a:lnTo>
                <a:lnTo>
                  <a:pt x="1117463" y="1108340"/>
                </a:lnTo>
                <a:lnTo>
                  <a:pt x="1107946" y="1100403"/>
                </a:lnTo>
                <a:lnTo>
                  <a:pt x="1098957" y="1091671"/>
                </a:lnTo>
                <a:lnTo>
                  <a:pt x="1089704" y="1082940"/>
                </a:lnTo>
                <a:lnTo>
                  <a:pt x="1080715" y="1073944"/>
                </a:lnTo>
                <a:lnTo>
                  <a:pt x="1071991" y="1064684"/>
                </a:lnTo>
                <a:lnTo>
                  <a:pt x="1063796" y="1055159"/>
                </a:lnTo>
                <a:lnTo>
                  <a:pt x="1055864" y="1045899"/>
                </a:lnTo>
                <a:lnTo>
                  <a:pt x="1047933" y="1036109"/>
                </a:lnTo>
                <a:lnTo>
                  <a:pt x="1040531" y="1026319"/>
                </a:lnTo>
                <a:lnTo>
                  <a:pt x="1033393" y="1016530"/>
                </a:lnTo>
                <a:lnTo>
                  <a:pt x="1026519" y="1006476"/>
                </a:lnTo>
                <a:lnTo>
                  <a:pt x="1019645" y="995892"/>
                </a:lnTo>
                <a:lnTo>
                  <a:pt x="1013565" y="985838"/>
                </a:lnTo>
                <a:lnTo>
                  <a:pt x="1007484" y="975519"/>
                </a:lnTo>
                <a:lnTo>
                  <a:pt x="1001668" y="964671"/>
                </a:lnTo>
                <a:lnTo>
                  <a:pt x="996381" y="954088"/>
                </a:lnTo>
                <a:lnTo>
                  <a:pt x="990829" y="943240"/>
                </a:lnTo>
                <a:lnTo>
                  <a:pt x="986070" y="932657"/>
                </a:lnTo>
                <a:lnTo>
                  <a:pt x="981312" y="921544"/>
                </a:lnTo>
                <a:lnTo>
                  <a:pt x="977346" y="910696"/>
                </a:lnTo>
                <a:lnTo>
                  <a:pt x="973116" y="899319"/>
                </a:lnTo>
                <a:lnTo>
                  <a:pt x="969150" y="888207"/>
                </a:lnTo>
                <a:lnTo>
                  <a:pt x="965714" y="876830"/>
                </a:lnTo>
                <a:lnTo>
                  <a:pt x="962805" y="865717"/>
                </a:lnTo>
                <a:lnTo>
                  <a:pt x="959633" y="854340"/>
                </a:lnTo>
                <a:lnTo>
                  <a:pt x="956989" y="842699"/>
                </a:lnTo>
                <a:lnTo>
                  <a:pt x="954610" y="831321"/>
                </a:lnTo>
                <a:lnTo>
                  <a:pt x="952495" y="819944"/>
                </a:lnTo>
                <a:lnTo>
                  <a:pt x="950909" y="808303"/>
                </a:lnTo>
                <a:lnTo>
                  <a:pt x="949322" y="796661"/>
                </a:lnTo>
                <a:lnTo>
                  <a:pt x="948001" y="785019"/>
                </a:lnTo>
                <a:lnTo>
                  <a:pt x="947207" y="773378"/>
                </a:lnTo>
                <a:lnTo>
                  <a:pt x="946679" y="761736"/>
                </a:lnTo>
                <a:lnTo>
                  <a:pt x="946414" y="750094"/>
                </a:lnTo>
                <a:lnTo>
                  <a:pt x="946150" y="738188"/>
                </a:lnTo>
                <a:lnTo>
                  <a:pt x="946414" y="726811"/>
                </a:lnTo>
                <a:lnTo>
                  <a:pt x="946943" y="715169"/>
                </a:lnTo>
                <a:lnTo>
                  <a:pt x="947472" y="703528"/>
                </a:lnTo>
                <a:lnTo>
                  <a:pt x="948794" y="691886"/>
                </a:lnTo>
                <a:lnTo>
                  <a:pt x="949851" y="680244"/>
                </a:lnTo>
                <a:lnTo>
                  <a:pt x="951702" y="668603"/>
                </a:lnTo>
                <a:lnTo>
                  <a:pt x="953552" y="657226"/>
                </a:lnTo>
                <a:lnTo>
                  <a:pt x="955932" y="645849"/>
                </a:lnTo>
                <a:lnTo>
                  <a:pt x="958311" y="634207"/>
                </a:lnTo>
                <a:lnTo>
                  <a:pt x="960955" y="622830"/>
                </a:lnTo>
                <a:lnTo>
                  <a:pt x="964127" y="611453"/>
                </a:lnTo>
                <a:lnTo>
                  <a:pt x="967564" y="600340"/>
                </a:lnTo>
                <a:lnTo>
                  <a:pt x="971001" y="588963"/>
                </a:lnTo>
                <a:lnTo>
                  <a:pt x="974967" y="577851"/>
                </a:lnTo>
                <a:lnTo>
                  <a:pt x="978932" y="566738"/>
                </a:lnTo>
                <a:lnTo>
                  <a:pt x="983426" y="555890"/>
                </a:lnTo>
                <a:lnTo>
                  <a:pt x="988185" y="545042"/>
                </a:lnTo>
                <a:lnTo>
                  <a:pt x="993208" y="534194"/>
                </a:lnTo>
                <a:lnTo>
                  <a:pt x="998760" y="523611"/>
                </a:lnTo>
                <a:lnTo>
                  <a:pt x="1004312" y="512763"/>
                </a:lnTo>
                <a:lnTo>
                  <a:pt x="1010128" y="502444"/>
                </a:lnTo>
                <a:lnTo>
                  <a:pt x="1016473" y="491861"/>
                </a:lnTo>
                <a:lnTo>
                  <a:pt x="1022818" y="481542"/>
                </a:lnTo>
                <a:lnTo>
                  <a:pt x="1029692" y="471488"/>
                </a:lnTo>
                <a:lnTo>
                  <a:pt x="1036830" y="461699"/>
                </a:lnTo>
                <a:lnTo>
                  <a:pt x="1043968" y="451909"/>
                </a:lnTo>
                <a:lnTo>
                  <a:pt x="1051634" y="442119"/>
                </a:lnTo>
                <a:lnTo>
                  <a:pt x="1059301" y="432594"/>
                </a:lnTo>
                <a:lnTo>
                  <a:pt x="1067761" y="423069"/>
                </a:lnTo>
                <a:lnTo>
                  <a:pt x="1075957" y="413809"/>
                </a:lnTo>
                <a:lnTo>
                  <a:pt x="1084681" y="404549"/>
                </a:lnTo>
                <a:lnTo>
                  <a:pt x="1093670" y="395553"/>
                </a:lnTo>
                <a:lnTo>
                  <a:pt x="1102923" y="387086"/>
                </a:lnTo>
                <a:lnTo>
                  <a:pt x="1112176" y="378619"/>
                </a:lnTo>
                <a:lnTo>
                  <a:pt x="1121693" y="370682"/>
                </a:lnTo>
                <a:lnTo>
                  <a:pt x="1131475" y="362480"/>
                </a:lnTo>
                <a:lnTo>
                  <a:pt x="1141257" y="355071"/>
                </a:lnTo>
                <a:lnTo>
                  <a:pt x="1151567" y="347663"/>
                </a:lnTo>
                <a:lnTo>
                  <a:pt x="1161613" y="340519"/>
                </a:lnTo>
                <a:lnTo>
                  <a:pt x="1171924" y="333905"/>
                </a:lnTo>
                <a:lnTo>
                  <a:pt x="1182499" y="327555"/>
                </a:lnTo>
                <a:lnTo>
                  <a:pt x="1193074" y="321205"/>
                </a:lnTo>
                <a:lnTo>
                  <a:pt x="1203913" y="315384"/>
                </a:lnTo>
                <a:lnTo>
                  <a:pt x="1214488" y="309563"/>
                </a:lnTo>
                <a:lnTo>
                  <a:pt x="1225591" y="304271"/>
                </a:lnTo>
                <a:lnTo>
                  <a:pt x="1236431" y="299244"/>
                </a:lnTo>
                <a:lnTo>
                  <a:pt x="1247534" y="294482"/>
                </a:lnTo>
                <a:lnTo>
                  <a:pt x="1258902" y="289984"/>
                </a:lnTo>
                <a:lnTo>
                  <a:pt x="1270006" y="285751"/>
                </a:lnTo>
                <a:lnTo>
                  <a:pt x="1281374" y="281517"/>
                </a:lnTo>
                <a:lnTo>
                  <a:pt x="1292742" y="278078"/>
                </a:lnTo>
                <a:lnTo>
                  <a:pt x="1304374" y="274638"/>
                </a:lnTo>
                <a:lnTo>
                  <a:pt x="1316007" y="271463"/>
                </a:lnTo>
                <a:lnTo>
                  <a:pt x="1327375" y="268553"/>
                </a:lnTo>
                <a:lnTo>
                  <a:pt x="1339007" y="266171"/>
                </a:lnTo>
                <a:lnTo>
                  <a:pt x="1350904" y="263790"/>
                </a:lnTo>
                <a:lnTo>
                  <a:pt x="1362801" y="261674"/>
                </a:lnTo>
                <a:lnTo>
                  <a:pt x="1374433" y="259821"/>
                </a:lnTo>
                <a:lnTo>
                  <a:pt x="1386330" y="258499"/>
                </a:lnTo>
                <a:lnTo>
                  <a:pt x="1398226" y="257176"/>
                </a:lnTo>
                <a:lnTo>
                  <a:pt x="1410123" y="256382"/>
                </a:lnTo>
                <a:lnTo>
                  <a:pt x="1422020" y="255853"/>
                </a:lnTo>
                <a:lnTo>
                  <a:pt x="1433917" y="255588"/>
                </a:lnTo>
                <a:close/>
                <a:moveTo>
                  <a:pt x="200465" y="0"/>
                </a:moveTo>
                <a:lnTo>
                  <a:pt x="213953" y="0"/>
                </a:lnTo>
                <a:lnTo>
                  <a:pt x="227970" y="0"/>
                </a:lnTo>
                <a:lnTo>
                  <a:pt x="574420" y="2381"/>
                </a:lnTo>
                <a:lnTo>
                  <a:pt x="711943" y="177536"/>
                </a:lnTo>
                <a:lnTo>
                  <a:pt x="1193800" y="180711"/>
                </a:lnTo>
                <a:lnTo>
                  <a:pt x="1180577" y="186531"/>
                </a:lnTo>
                <a:lnTo>
                  <a:pt x="1167353" y="192352"/>
                </a:lnTo>
                <a:lnTo>
                  <a:pt x="1154130" y="198967"/>
                </a:lnTo>
                <a:lnTo>
                  <a:pt x="1141436" y="205581"/>
                </a:lnTo>
                <a:lnTo>
                  <a:pt x="1128477" y="212461"/>
                </a:lnTo>
                <a:lnTo>
                  <a:pt x="1115782" y="219340"/>
                </a:lnTo>
                <a:lnTo>
                  <a:pt x="1103353" y="227013"/>
                </a:lnTo>
                <a:lnTo>
                  <a:pt x="1090923" y="234950"/>
                </a:lnTo>
                <a:lnTo>
                  <a:pt x="1078757" y="242888"/>
                </a:lnTo>
                <a:lnTo>
                  <a:pt x="1066327" y="251619"/>
                </a:lnTo>
                <a:lnTo>
                  <a:pt x="1054426" y="260350"/>
                </a:lnTo>
                <a:lnTo>
                  <a:pt x="1043054" y="269346"/>
                </a:lnTo>
                <a:lnTo>
                  <a:pt x="1031418" y="278607"/>
                </a:lnTo>
                <a:lnTo>
                  <a:pt x="1019781" y="288396"/>
                </a:lnTo>
                <a:lnTo>
                  <a:pt x="1008409" y="298715"/>
                </a:lnTo>
                <a:lnTo>
                  <a:pt x="997566" y="309034"/>
                </a:lnTo>
                <a:lnTo>
                  <a:pt x="988310" y="318294"/>
                </a:lnTo>
                <a:lnTo>
                  <a:pt x="979318" y="327554"/>
                </a:lnTo>
                <a:lnTo>
                  <a:pt x="970326" y="337079"/>
                </a:lnTo>
                <a:lnTo>
                  <a:pt x="961863" y="346604"/>
                </a:lnTo>
                <a:lnTo>
                  <a:pt x="953665" y="356129"/>
                </a:lnTo>
                <a:lnTo>
                  <a:pt x="945466" y="365919"/>
                </a:lnTo>
                <a:lnTo>
                  <a:pt x="937532" y="375973"/>
                </a:lnTo>
                <a:lnTo>
                  <a:pt x="929863" y="385763"/>
                </a:lnTo>
                <a:lnTo>
                  <a:pt x="922722" y="396082"/>
                </a:lnTo>
                <a:lnTo>
                  <a:pt x="915582" y="406400"/>
                </a:lnTo>
                <a:lnTo>
                  <a:pt x="908441" y="416719"/>
                </a:lnTo>
                <a:lnTo>
                  <a:pt x="902094" y="427038"/>
                </a:lnTo>
                <a:lnTo>
                  <a:pt x="895482" y="437886"/>
                </a:lnTo>
                <a:lnTo>
                  <a:pt x="889400" y="448469"/>
                </a:lnTo>
                <a:lnTo>
                  <a:pt x="883581" y="459317"/>
                </a:lnTo>
                <a:lnTo>
                  <a:pt x="877499" y="470165"/>
                </a:lnTo>
                <a:lnTo>
                  <a:pt x="872209" y="481277"/>
                </a:lnTo>
                <a:lnTo>
                  <a:pt x="866920" y="492390"/>
                </a:lnTo>
                <a:lnTo>
                  <a:pt x="861895" y="503238"/>
                </a:lnTo>
                <a:lnTo>
                  <a:pt x="857135" y="514615"/>
                </a:lnTo>
                <a:lnTo>
                  <a:pt x="852639" y="525992"/>
                </a:lnTo>
                <a:lnTo>
                  <a:pt x="848407" y="537105"/>
                </a:lnTo>
                <a:lnTo>
                  <a:pt x="844176" y="548482"/>
                </a:lnTo>
                <a:lnTo>
                  <a:pt x="840473" y="560123"/>
                </a:lnTo>
                <a:lnTo>
                  <a:pt x="836771" y="571765"/>
                </a:lnTo>
                <a:lnTo>
                  <a:pt x="833597" y="583407"/>
                </a:lnTo>
                <a:lnTo>
                  <a:pt x="830688" y="595048"/>
                </a:lnTo>
                <a:lnTo>
                  <a:pt x="827514" y="606425"/>
                </a:lnTo>
                <a:lnTo>
                  <a:pt x="824870" y="618067"/>
                </a:lnTo>
                <a:lnTo>
                  <a:pt x="822490" y="629973"/>
                </a:lnTo>
                <a:lnTo>
                  <a:pt x="820374" y="641880"/>
                </a:lnTo>
                <a:lnTo>
                  <a:pt x="818523" y="653521"/>
                </a:lnTo>
                <a:lnTo>
                  <a:pt x="816936" y="665428"/>
                </a:lnTo>
                <a:lnTo>
                  <a:pt x="815349" y="677334"/>
                </a:lnTo>
                <a:lnTo>
                  <a:pt x="814291" y="689240"/>
                </a:lnTo>
                <a:lnTo>
                  <a:pt x="812969" y="701146"/>
                </a:lnTo>
                <a:lnTo>
                  <a:pt x="812440" y="713053"/>
                </a:lnTo>
                <a:lnTo>
                  <a:pt x="811911" y="725223"/>
                </a:lnTo>
                <a:lnTo>
                  <a:pt x="811646" y="737130"/>
                </a:lnTo>
                <a:lnTo>
                  <a:pt x="811646" y="749036"/>
                </a:lnTo>
                <a:lnTo>
                  <a:pt x="811911" y="760942"/>
                </a:lnTo>
                <a:lnTo>
                  <a:pt x="812175" y="772848"/>
                </a:lnTo>
                <a:lnTo>
                  <a:pt x="812969" y="784755"/>
                </a:lnTo>
                <a:lnTo>
                  <a:pt x="814027" y="796926"/>
                </a:lnTo>
                <a:lnTo>
                  <a:pt x="815085" y="808832"/>
                </a:lnTo>
                <a:lnTo>
                  <a:pt x="816671" y="820738"/>
                </a:lnTo>
                <a:lnTo>
                  <a:pt x="817994" y="832380"/>
                </a:lnTo>
                <a:lnTo>
                  <a:pt x="819845" y="844286"/>
                </a:lnTo>
                <a:lnTo>
                  <a:pt x="821961" y="856192"/>
                </a:lnTo>
                <a:lnTo>
                  <a:pt x="824341" y="868098"/>
                </a:lnTo>
                <a:lnTo>
                  <a:pt x="826986" y="879740"/>
                </a:lnTo>
                <a:lnTo>
                  <a:pt x="829630" y="891117"/>
                </a:lnTo>
                <a:lnTo>
                  <a:pt x="833068" y="903024"/>
                </a:lnTo>
                <a:lnTo>
                  <a:pt x="836242" y="914665"/>
                </a:lnTo>
                <a:lnTo>
                  <a:pt x="839680" y="926042"/>
                </a:lnTo>
                <a:lnTo>
                  <a:pt x="843382" y="937684"/>
                </a:lnTo>
                <a:lnTo>
                  <a:pt x="847614" y="949326"/>
                </a:lnTo>
                <a:lnTo>
                  <a:pt x="851581" y="960438"/>
                </a:lnTo>
                <a:lnTo>
                  <a:pt x="856077" y="971815"/>
                </a:lnTo>
                <a:lnTo>
                  <a:pt x="860837" y="983192"/>
                </a:lnTo>
                <a:lnTo>
                  <a:pt x="865862" y="994040"/>
                </a:lnTo>
                <a:lnTo>
                  <a:pt x="871151" y="1005153"/>
                </a:lnTo>
                <a:lnTo>
                  <a:pt x="876705" y="1016265"/>
                </a:lnTo>
                <a:lnTo>
                  <a:pt x="882259" y="1027113"/>
                </a:lnTo>
                <a:lnTo>
                  <a:pt x="0" y="1021292"/>
                </a:lnTo>
                <a:lnTo>
                  <a:pt x="5289" y="214313"/>
                </a:lnTo>
                <a:lnTo>
                  <a:pt x="5818" y="196850"/>
                </a:lnTo>
                <a:lnTo>
                  <a:pt x="6347" y="180446"/>
                </a:lnTo>
                <a:lnTo>
                  <a:pt x="7670" y="165100"/>
                </a:lnTo>
                <a:lnTo>
                  <a:pt x="9256" y="150284"/>
                </a:lnTo>
                <a:lnTo>
                  <a:pt x="10843" y="136525"/>
                </a:lnTo>
                <a:lnTo>
                  <a:pt x="13223" y="123296"/>
                </a:lnTo>
                <a:lnTo>
                  <a:pt x="15868" y="111390"/>
                </a:lnTo>
                <a:lnTo>
                  <a:pt x="19306" y="100277"/>
                </a:lnTo>
                <a:lnTo>
                  <a:pt x="22744" y="89429"/>
                </a:lnTo>
                <a:lnTo>
                  <a:pt x="26711" y="79640"/>
                </a:lnTo>
                <a:lnTo>
                  <a:pt x="31207" y="70644"/>
                </a:lnTo>
                <a:lnTo>
                  <a:pt x="33587" y="66146"/>
                </a:lnTo>
                <a:lnTo>
                  <a:pt x="36232" y="62177"/>
                </a:lnTo>
                <a:lnTo>
                  <a:pt x="38612" y="58208"/>
                </a:lnTo>
                <a:lnTo>
                  <a:pt x="41257" y="54240"/>
                </a:lnTo>
                <a:lnTo>
                  <a:pt x="44166" y="50800"/>
                </a:lnTo>
                <a:lnTo>
                  <a:pt x="47075" y="47625"/>
                </a:lnTo>
                <a:lnTo>
                  <a:pt x="50249" y="43921"/>
                </a:lnTo>
                <a:lnTo>
                  <a:pt x="53158" y="41011"/>
                </a:lnTo>
                <a:lnTo>
                  <a:pt x="56331" y="38100"/>
                </a:lnTo>
                <a:lnTo>
                  <a:pt x="60034" y="34925"/>
                </a:lnTo>
                <a:lnTo>
                  <a:pt x="66910" y="29633"/>
                </a:lnTo>
                <a:lnTo>
                  <a:pt x="74315" y="24871"/>
                </a:lnTo>
                <a:lnTo>
                  <a:pt x="82249" y="20638"/>
                </a:lnTo>
                <a:lnTo>
                  <a:pt x="90712" y="16933"/>
                </a:lnTo>
                <a:lnTo>
                  <a:pt x="99439" y="13494"/>
                </a:lnTo>
                <a:lnTo>
                  <a:pt x="108696" y="10583"/>
                </a:lnTo>
                <a:lnTo>
                  <a:pt x="118481" y="8202"/>
                </a:lnTo>
                <a:lnTo>
                  <a:pt x="129059" y="6086"/>
                </a:lnTo>
                <a:lnTo>
                  <a:pt x="139638" y="4498"/>
                </a:lnTo>
                <a:lnTo>
                  <a:pt x="150746" y="2911"/>
                </a:lnTo>
                <a:lnTo>
                  <a:pt x="162647" y="1588"/>
                </a:lnTo>
                <a:lnTo>
                  <a:pt x="174812" y="794"/>
                </a:lnTo>
                <a:lnTo>
                  <a:pt x="187242" y="265"/>
                </a:lnTo>
                <a:lnTo>
                  <a:pt x="20046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>
            <p:custDataLst>
              <p:tags r:id="rId15"/>
            </p:custDataLst>
          </p:nvPr>
        </p:nvGrpSpPr>
        <p:grpSpPr>
          <a:xfrm>
            <a:off x="7600064" y="1758226"/>
            <a:ext cx="318365" cy="305100"/>
            <a:chOff x="6161680" y="3929517"/>
            <a:chExt cx="318365" cy="305100"/>
          </a:xfrm>
        </p:grpSpPr>
        <p:sp>
          <p:nvSpPr>
            <p:cNvPr id="37" name="矩形-1"/>
            <p:cNvSpPr/>
            <p:nvPr>
              <p:custDataLst>
                <p:tags r:id="rId16"/>
              </p:custDataLst>
            </p:nvPr>
          </p:nvSpPr>
          <p:spPr bwMode="auto">
            <a:xfrm>
              <a:off x="6208108" y="4060843"/>
              <a:ext cx="122040" cy="173774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5" y="231"/>
                </a:cxn>
                <a:cxn ang="0">
                  <a:pos x="125" y="231"/>
                </a:cxn>
                <a:cxn ang="0">
                  <a:pos x="124" y="237"/>
                </a:cxn>
                <a:cxn ang="0">
                  <a:pos x="122" y="243"/>
                </a:cxn>
                <a:cxn ang="0">
                  <a:pos x="119" y="248"/>
                </a:cxn>
                <a:cxn ang="0">
                  <a:pos x="115" y="253"/>
                </a:cxn>
                <a:cxn ang="0">
                  <a:pos x="110" y="257"/>
                </a:cxn>
                <a:cxn ang="0">
                  <a:pos x="105" y="260"/>
                </a:cxn>
                <a:cxn ang="0">
                  <a:pos x="99" y="262"/>
                </a:cxn>
                <a:cxn ang="0">
                  <a:pos x="93" y="263"/>
                </a:cxn>
                <a:cxn ang="0">
                  <a:pos x="93" y="263"/>
                </a:cxn>
                <a:cxn ang="0">
                  <a:pos x="93" y="263"/>
                </a:cxn>
                <a:cxn ang="0">
                  <a:pos x="87" y="262"/>
                </a:cxn>
                <a:cxn ang="0">
                  <a:pos x="80" y="260"/>
                </a:cxn>
                <a:cxn ang="0">
                  <a:pos x="74" y="257"/>
                </a:cxn>
                <a:cxn ang="0">
                  <a:pos x="69" y="253"/>
                </a:cxn>
                <a:cxn ang="0">
                  <a:pos x="66" y="248"/>
                </a:cxn>
                <a:cxn ang="0">
                  <a:pos x="63" y="243"/>
                </a:cxn>
                <a:cxn ang="0">
                  <a:pos x="61" y="237"/>
                </a:cxn>
                <a:cxn ang="0">
                  <a:pos x="61" y="231"/>
                </a:cxn>
                <a:cxn ang="0">
                  <a:pos x="61" y="101"/>
                </a:cxn>
                <a:cxn ang="0">
                  <a:pos x="16" y="101"/>
                </a:cxn>
                <a:cxn ang="0">
                  <a:pos x="16" y="101"/>
                </a:cxn>
                <a:cxn ang="0">
                  <a:pos x="10" y="100"/>
                </a:cxn>
                <a:cxn ang="0">
                  <a:pos x="5" y="99"/>
                </a:cxn>
                <a:cxn ang="0">
                  <a:pos x="1" y="95"/>
                </a:cxn>
                <a:cxn ang="0">
                  <a:pos x="0" y="91"/>
                </a:cxn>
                <a:cxn ang="0">
                  <a:pos x="0" y="87"/>
                </a:cxn>
                <a:cxn ang="0">
                  <a:pos x="0" y="82"/>
                </a:cxn>
                <a:cxn ang="0">
                  <a:pos x="3" y="77"/>
                </a:cxn>
                <a:cxn ang="0">
                  <a:pos x="7" y="73"/>
                </a:cxn>
                <a:cxn ang="0">
                  <a:pos x="69" y="11"/>
                </a:cxn>
                <a:cxn ang="0">
                  <a:pos x="69" y="11"/>
                </a:cxn>
                <a:cxn ang="0">
                  <a:pos x="75" y="6"/>
                </a:cxn>
                <a:cxn ang="0">
                  <a:pos x="80" y="2"/>
                </a:cxn>
                <a:cxn ang="0">
                  <a:pos x="87" y="0"/>
                </a:cxn>
                <a:cxn ang="0">
                  <a:pos x="93" y="0"/>
                </a:cxn>
                <a:cxn ang="0">
                  <a:pos x="98" y="0"/>
                </a:cxn>
                <a:cxn ang="0">
                  <a:pos x="104" y="2"/>
                </a:cxn>
                <a:cxn ang="0">
                  <a:pos x="110" y="6"/>
                </a:cxn>
                <a:cxn ang="0">
                  <a:pos x="115" y="11"/>
                </a:cxn>
                <a:cxn ang="0">
                  <a:pos x="178" y="73"/>
                </a:cxn>
                <a:cxn ang="0">
                  <a:pos x="178" y="73"/>
                </a:cxn>
                <a:cxn ang="0">
                  <a:pos x="182" y="77"/>
                </a:cxn>
                <a:cxn ang="0">
                  <a:pos x="184" y="82"/>
                </a:cxn>
                <a:cxn ang="0">
                  <a:pos x="184" y="86"/>
                </a:cxn>
                <a:cxn ang="0">
                  <a:pos x="184" y="91"/>
                </a:cxn>
                <a:cxn ang="0">
                  <a:pos x="182" y="95"/>
                </a:cxn>
                <a:cxn ang="0">
                  <a:pos x="178" y="97"/>
                </a:cxn>
                <a:cxn ang="0">
                  <a:pos x="173" y="100"/>
                </a:cxn>
                <a:cxn ang="0">
                  <a:pos x="166" y="101"/>
                </a:cxn>
                <a:cxn ang="0">
                  <a:pos x="125" y="101"/>
                </a:cxn>
              </a:cxnLst>
              <a:rect l="0" t="0" r="r" b="b"/>
              <a:pathLst>
                <a:path w="184" h="263">
                  <a:moveTo>
                    <a:pt x="125" y="101"/>
                  </a:moveTo>
                  <a:lnTo>
                    <a:pt x="125" y="231"/>
                  </a:lnTo>
                  <a:lnTo>
                    <a:pt x="125" y="231"/>
                  </a:lnTo>
                  <a:lnTo>
                    <a:pt x="124" y="237"/>
                  </a:lnTo>
                  <a:lnTo>
                    <a:pt x="122" y="243"/>
                  </a:lnTo>
                  <a:lnTo>
                    <a:pt x="119" y="248"/>
                  </a:lnTo>
                  <a:lnTo>
                    <a:pt x="115" y="253"/>
                  </a:lnTo>
                  <a:lnTo>
                    <a:pt x="110" y="257"/>
                  </a:lnTo>
                  <a:lnTo>
                    <a:pt x="105" y="260"/>
                  </a:lnTo>
                  <a:lnTo>
                    <a:pt x="99" y="262"/>
                  </a:lnTo>
                  <a:lnTo>
                    <a:pt x="93" y="263"/>
                  </a:lnTo>
                  <a:lnTo>
                    <a:pt x="93" y="263"/>
                  </a:lnTo>
                  <a:lnTo>
                    <a:pt x="93" y="263"/>
                  </a:lnTo>
                  <a:lnTo>
                    <a:pt x="87" y="262"/>
                  </a:lnTo>
                  <a:lnTo>
                    <a:pt x="80" y="260"/>
                  </a:lnTo>
                  <a:lnTo>
                    <a:pt x="74" y="257"/>
                  </a:lnTo>
                  <a:lnTo>
                    <a:pt x="69" y="253"/>
                  </a:lnTo>
                  <a:lnTo>
                    <a:pt x="66" y="248"/>
                  </a:lnTo>
                  <a:lnTo>
                    <a:pt x="63" y="243"/>
                  </a:lnTo>
                  <a:lnTo>
                    <a:pt x="61" y="237"/>
                  </a:lnTo>
                  <a:lnTo>
                    <a:pt x="61" y="231"/>
                  </a:lnTo>
                  <a:lnTo>
                    <a:pt x="61" y="101"/>
                  </a:lnTo>
                  <a:lnTo>
                    <a:pt x="16" y="101"/>
                  </a:lnTo>
                  <a:lnTo>
                    <a:pt x="16" y="101"/>
                  </a:lnTo>
                  <a:lnTo>
                    <a:pt x="10" y="100"/>
                  </a:lnTo>
                  <a:lnTo>
                    <a:pt x="5" y="99"/>
                  </a:lnTo>
                  <a:lnTo>
                    <a:pt x="1" y="95"/>
                  </a:lnTo>
                  <a:lnTo>
                    <a:pt x="0" y="91"/>
                  </a:lnTo>
                  <a:lnTo>
                    <a:pt x="0" y="87"/>
                  </a:lnTo>
                  <a:lnTo>
                    <a:pt x="0" y="82"/>
                  </a:lnTo>
                  <a:lnTo>
                    <a:pt x="3" y="77"/>
                  </a:lnTo>
                  <a:lnTo>
                    <a:pt x="7" y="73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5" y="6"/>
                  </a:lnTo>
                  <a:lnTo>
                    <a:pt x="80" y="2"/>
                  </a:lnTo>
                  <a:lnTo>
                    <a:pt x="87" y="0"/>
                  </a:lnTo>
                  <a:lnTo>
                    <a:pt x="93" y="0"/>
                  </a:lnTo>
                  <a:lnTo>
                    <a:pt x="98" y="0"/>
                  </a:lnTo>
                  <a:lnTo>
                    <a:pt x="104" y="2"/>
                  </a:lnTo>
                  <a:lnTo>
                    <a:pt x="110" y="6"/>
                  </a:lnTo>
                  <a:lnTo>
                    <a:pt x="115" y="11"/>
                  </a:lnTo>
                  <a:lnTo>
                    <a:pt x="178" y="73"/>
                  </a:lnTo>
                  <a:lnTo>
                    <a:pt x="178" y="73"/>
                  </a:lnTo>
                  <a:lnTo>
                    <a:pt x="182" y="77"/>
                  </a:lnTo>
                  <a:lnTo>
                    <a:pt x="184" y="82"/>
                  </a:lnTo>
                  <a:lnTo>
                    <a:pt x="184" y="86"/>
                  </a:lnTo>
                  <a:lnTo>
                    <a:pt x="184" y="91"/>
                  </a:lnTo>
                  <a:lnTo>
                    <a:pt x="182" y="95"/>
                  </a:lnTo>
                  <a:lnTo>
                    <a:pt x="178" y="97"/>
                  </a:lnTo>
                  <a:lnTo>
                    <a:pt x="173" y="100"/>
                  </a:lnTo>
                  <a:lnTo>
                    <a:pt x="166" y="101"/>
                  </a:lnTo>
                  <a:lnTo>
                    <a:pt x="125" y="10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 dirty="0">
                <a:latin typeface="+mn-ea"/>
              </a:endParaRPr>
            </a:p>
          </p:txBody>
        </p:sp>
        <p:sp>
          <p:nvSpPr>
            <p:cNvPr id="38" name="矩形-2"/>
            <p:cNvSpPr/>
            <p:nvPr>
              <p:custDataLst>
                <p:tags r:id="rId17"/>
              </p:custDataLst>
            </p:nvPr>
          </p:nvSpPr>
          <p:spPr bwMode="auto">
            <a:xfrm>
              <a:off x="6161680" y="3929517"/>
              <a:ext cx="318365" cy="222855"/>
            </a:xfrm>
            <a:custGeom>
              <a:avLst/>
              <a:gdLst/>
              <a:ahLst/>
              <a:cxnLst>
                <a:cxn ang="0">
                  <a:pos x="392" y="125"/>
                </a:cxn>
                <a:cxn ang="0">
                  <a:pos x="420" y="136"/>
                </a:cxn>
                <a:cxn ang="0">
                  <a:pos x="445" y="153"/>
                </a:cxn>
                <a:cxn ang="0">
                  <a:pos x="463" y="175"/>
                </a:cxn>
                <a:cxn ang="0">
                  <a:pos x="476" y="200"/>
                </a:cxn>
                <a:cxn ang="0">
                  <a:pos x="480" y="227"/>
                </a:cxn>
                <a:cxn ang="0">
                  <a:pos x="480" y="237"/>
                </a:cxn>
                <a:cxn ang="0">
                  <a:pos x="472" y="264"/>
                </a:cxn>
                <a:cxn ang="0">
                  <a:pos x="457" y="289"/>
                </a:cxn>
                <a:cxn ang="0">
                  <a:pos x="435" y="310"/>
                </a:cxn>
                <a:cxn ang="0">
                  <a:pos x="408" y="325"/>
                </a:cxn>
                <a:cxn ang="0">
                  <a:pos x="376" y="334"/>
                </a:cxn>
                <a:cxn ang="0">
                  <a:pos x="376" y="220"/>
                </a:cxn>
                <a:cxn ang="0">
                  <a:pos x="362" y="195"/>
                </a:cxn>
                <a:cxn ang="0">
                  <a:pos x="347" y="185"/>
                </a:cxn>
                <a:cxn ang="0">
                  <a:pos x="329" y="182"/>
                </a:cxn>
                <a:cxn ang="0">
                  <a:pos x="301" y="190"/>
                </a:cxn>
                <a:cxn ang="0">
                  <a:pos x="288" y="203"/>
                </a:cxn>
                <a:cxn ang="0">
                  <a:pos x="280" y="230"/>
                </a:cxn>
                <a:cxn ang="0">
                  <a:pos x="210" y="315"/>
                </a:cxn>
                <a:cxn ang="0">
                  <a:pos x="246" y="313"/>
                </a:cxn>
                <a:cxn ang="0">
                  <a:pos x="259" y="306"/>
                </a:cxn>
                <a:cxn ang="0">
                  <a:pos x="268" y="295"/>
                </a:cxn>
                <a:cxn ang="0">
                  <a:pos x="268" y="277"/>
                </a:cxn>
                <a:cxn ang="0">
                  <a:pos x="258" y="259"/>
                </a:cxn>
                <a:cxn ang="0">
                  <a:pos x="188" y="190"/>
                </a:cxn>
                <a:cxn ang="0">
                  <a:pos x="162" y="182"/>
                </a:cxn>
                <a:cxn ang="0">
                  <a:pos x="143" y="185"/>
                </a:cxn>
                <a:cxn ang="0">
                  <a:pos x="65" y="259"/>
                </a:cxn>
                <a:cxn ang="0">
                  <a:pos x="54" y="278"/>
                </a:cxn>
                <a:cxn ang="0">
                  <a:pos x="54" y="295"/>
                </a:cxn>
                <a:cxn ang="0">
                  <a:pos x="59" y="304"/>
                </a:cxn>
                <a:cxn ang="0">
                  <a:pos x="67" y="310"/>
                </a:cxn>
                <a:cxn ang="0">
                  <a:pos x="114" y="315"/>
                </a:cxn>
                <a:cxn ang="0">
                  <a:pos x="101" y="334"/>
                </a:cxn>
                <a:cxn ang="0">
                  <a:pos x="69" y="324"/>
                </a:cxn>
                <a:cxn ang="0">
                  <a:pos x="41" y="306"/>
                </a:cxn>
                <a:cxn ang="0">
                  <a:pos x="20" y="284"/>
                </a:cxn>
                <a:cxn ang="0">
                  <a:pos x="5" y="257"/>
                </a:cxn>
                <a:cxn ang="0">
                  <a:pos x="0" y="227"/>
                </a:cxn>
                <a:cxn ang="0">
                  <a:pos x="1" y="219"/>
                </a:cxn>
                <a:cxn ang="0">
                  <a:pos x="7" y="191"/>
                </a:cxn>
                <a:cxn ang="0">
                  <a:pos x="22" y="167"/>
                </a:cxn>
                <a:cxn ang="0">
                  <a:pos x="43" y="147"/>
                </a:cxn>
                <a:cxn ang="0">
                  <a:pos x="69" y="132"/>
                </a:cxn>
                <a:cxn ang="0">
                  <a:pos x="99" y="122"/>
                </a:cxn>
                <a:cxn ang="0">
                  <a:pos x="99" y="118"/>
                </a:cxn>
                <a:cxn ang="0">
                  <a:pos x="105" y="84"/>
                </a:cxn>
                <a:cxn ang="0">
                  <a:pos x="123" y="53"/>
                </a:cxn>
                <a:cxn ang="0">
                  <a:pos x="151" y="27"/>
                </a:cxn>
                <a:cxn ang="0">
                  <a:pos x="185" y="10"/>
                </a:cxn>
                <a:cxn ang="0">
                  <a:pos x="226" y="1"/>
                </a:cxn>
                <a:cxn ang="0">
                  <a:pos x="255" y="1"/>
                </a:cxn>
                <a:cxn ang="0">
                  <a:pos x="295" y="10"/>
                </a:cxn>
                <a:cxn ang="0">
                  <a:pos x="330" y="27"/>
                </a:cxn>
                <a:cxn ang="0">
                  <a:pos x="357" y="53"/>
                </a:cxn>
                <a:cxn ang="0">
                  <a:pos x="374" y="84"/>
                </a:cxn>
                <a:cxn ang="0">
                  <a:pos x="381" y="118"/>
                </a:cxn>
                <a:cxn ang="0">
                  <a:pos x="381" y="122"/>
                </a:cxn>
              </a:cxnLst>
              <a:rect l="0" t="0" r="r" b="b"/>
              <a:pathLst>
                <a:path w="480" h="336">
                  <a:moveTo>
                    <a:pt x="381" y="122"/>
                  </a:moveTo>
                  <a:lnTo>
                    <a:pt x="381" y="122"/>
                  </a:lnTo>
                  <a:lnTo>
                    <a:pt x="392" y="125"/>
                  </a:lnTo>
                  <a:lnTo>
                    <a:pt x="402" y="127"/>
                  </a:lnTo>
                  <a:lnTo>
                    <a:pt x="412" y="132"/>
                  </a:lnTo>
                  <a:lnTo>
                    <a:pt x="420" y="136"/>
                  </a:lnTo>
                  <a:lnTo>
                    <a:pt x="429" y="141"/>
                  </a:lnTo>
                  <a:lnTo>
                    <a:pt x="438" y="147"/>
                  </a:lnTo>
                  <a:lnTo>
                    <a:pt x="445" y="153"/>
                  </a:lnTo>
                  <a:lnTo>
                    <a:pt x="451" y="161"/>
                  </a:lnTo>
                  <a:lnTo>
                    <a:pt x="457" y="167"/>
                  </a:lnTo>
                  <a:lnTo>
                    <a:pt x="463" y="175"/>
                  </a:lnTo>
                  <a:lnTo>
                    <a:pt x="468" y="183"/>
                  </a:lnTo>
                  <a:lnTo>
                    <a:pt x="472" y="191"/>
                  </a:lnTo>
                  <a:lnTo>
                    <a:pt x="476" y="200"/>
                  </a:lnTo>
                  <a:lnTo>
                    <a:pt x="478" y="209"/>
                  </a:lnTo>
                  <a:lnTo>
                    <a:pt x="480" y="219"/>
                  </a:lnTo>
                  <a:lnTo>
                    <a:pt x="480" y="227"/>
                  </a:lnTo>
                  <a:lnTo>
                    <a:pt x="480" y="227"/>
                  </a:lnTo>
                  <a:lnTo>
                    <a:pt x="480" y="227"/>
                  </a:lnTo>
                  <a:lnTo>
                    <a:pt x="480" y="237"/>
                  </a:lnTo>
                  <a:lnTo>
                    <a:pt x="478" y="247"/>
                  </a:lnTo>
                  <a:lnTo>
                    <a:pt x="476" y="256"/>
                  </a:lnTo>
                  <a:lnTo>
                    <a:pt x="472" y="264"/>
                  </a:lnTo>
                  <a:lnTo>
                    <a:pt x="467" y="273"/>
                  </a:lnTo>
                  <a:lnTo>
                    <a:pt x="462" y="282"/>
                  </a:lnTo>
                  <a:lnTo>
                    <a:pt x="457" y="289"/>
                  </a:lnTo>
                  <a:lnTo>
                    <a:pt x="450" y="297"/>
                  </a:lnTo>
                  <a:lnTo>
                    <a:pt x="442" y="304"/>
                  </a:lnTo>
                  <a:lnTo>
                    <a:pt x="435" y="310"/>
                  </a:lnTo>
                  <a:lnTo>
                    <a:pt x="426" y="315"/>
                  </a:lnTo>
                  <a:lnTo>
                    <a:pt x="418" y="320"/>
                  </a:lnTo>
                  <a:lnTo>
                    <a:pt x="408" y="325"/>
                  </a:lnTo>
                  <a:lnTo>
                    <a:pt x="398" y="329"/>
                  </a:lnTo>
                  <a:lnTo>
                    <a:pt x="387" y="331"/>
                  </a:lnTo>
                  <a:lnTo>
                    <a:pt x="376" y="334"/>
                  </a:lnTo>
                  <a:lnTo>
                    <a:pt x="376" y="230"/>
                  </a:lnTo>
                  <a:lnTo>
                    <a:pt x="376" y="230"/>
                  </a:lnTo>
                  <a:lnTo>
                    <a:pt x="376" y="220"/>
                  </a:lnTo>
                  <a:lnTo>
                    <a:pt x="372" y="211"/>
                  </a:lnTo>
                  <a:lnTo>
                    <a:pt x="368" y="203"/>
                  </a:lnTo>
                  <a:lnTo>
                    <a:pt x="362" y="195"/>
                  </a:lnTo>
                  <a:lnTo>
                    <a:pt x="362" y="195"/>
                  </a:lnTo>
                  <a:lnTo>
                    <a:pt x="355" y="190"/>
                  </a:lnTo>
                  <a:lnTo>
                    <a:pt x="347" y="185"/>
                  </a:lnTo>
                  <a:lnTo>
                    <a:pt x="337" y="183"/>
                  </a:lnTo>
                  <a:lnTo>
                    <a:pt x="329" y="182"/>
                  </a:lnTo>
                  <a:lnTo>
                    <a:pt x="329" y="182"/>
                  </a:lnTo>
                  <a:lnTo>
                    <a:pt x="319" y="183"/>
                  </a:lnTo>
                  <a:lnTo>
                    <a:pt x="309" y="185"/>
                  </a:lnTo>
                  <a:lnTo>
                    <a:pt x="301" y="190"/>
                  </a:lnTo>
                  <a:lnTo>
                    <a:pt x="294" y="195"/>
                  </a:lnTo>
                  <a:lnTo>
                    <a:pt x="294" y="195"/>
                  </a:lnTo>
                  <a:lnTo>
                    <a:pt x="288" y="203"/>
                  </a:lnTo>
                  <a:lnTo>
                    <a:pt x="284" y="211"/>
                  </a:lnTo>
                  <a:lnTo>
                    <a:pt x="280" y="220"/>
                  </a:lnTo>
                  <a:lnTo>
                    <a:pt x="280" y="230"/>
                  </a:lnTo>
                  <a:lnTo>
                    <a:pt x="280" y="336"/>
                  </a:lnTo>
                  <a:lnTo>
                    <a:pt x="210" y="336"/>
                  </a:lnTo>
                  <a:lnTo>
                    <a:pt x="210" y="315"/>
                  </a:lnTo>
                  <a:lnTo>
                    <a:pt x="235" y="315"/>
                  </a:lnTo>
                  <a:lnTo>
                    <a:pt x="235" y="315"/>
                  </a:lnTo>
                  <a:lnTo>
                    <a:pt x="246" y="313"/>
                  </a:lnTo>
                  <a:lnTo>
                    <a:pt x="255" y="310"/>
                  </a:lnTo>
                  <a:lnTo>
                    <a:pt x="255" y="310"/>
                  </a:lnTo>
                  <a:lnTo>
                    <a:pt x="259" y="306"/>
                  </a:lnTo>
                  <a:lnTo>
                    <a:pt x="263" y="303"/>
                  </a:lnTo>
                  <a:lnTo>
                    <a:pt x="266" y="299"/>
                  </a:lnTo>
                  <a:lnTo>
                    <a:pt x="268" y="295"/>
                  </a:lnTo>
                  <a:lnTo>
                    <a:pt x="268" y="295"/>
                  </a:lnTo>
                  <a:lnTo>
                    <a:pt x="269" y="285"/>
                  </a:lnTo>
                  <a:lnTo>
                    <a:pt x="268" y="277"/>
                  </a:lnTo>
                  <a:lnTo>
                    <a:pt x="268" y="277"/>
                  </a:lnTo>
                  <a:lnTo>
                    <a:pt x="264" y="268"/>
                  </a:lnTo>
                  <a:lnTo>
                    <a:pt x="258" y="259"/>
                  </a:lnTo>
                  <a:lnTo>
                    <a:pt x="195" y="198"/>
                  </a:lnTo>
                  <a:lnTo>
                    <a:pt x="195" y="198"/>
                  </a:lnTo>
                  <a:lnTo>
                    <a:pt x="188" y="190"/>
                  </a:lnTo>
                  <a:lnTo>
                    <a:pt x="179" y="185"/>
                  </a:lnTo>
                  <a:lnTo>
                    <a:pt x="170" y="183"/>
                  </a:lnTo>
                  <a:lnTo>
                    <a:pt x="162" y="182"/>
                  </a:lnTo>
                  <a:lnTo>
                    <a:pt x="162" y="182"/>
                  </a:lnTo>
                  <a:lnTo>
                    <a:pt x="152" y="183"/>
                  </a:lnTo>
                  <a:lnTo>
                    <a:pt x="143" y="185"/>
                  </a:lnTo>
                  <a:lnTo>
                    <a:pt x="136" y="190"/>
                  </a:lnTo>
                  <a:lnTo>
                    <a:pt x="127" y="198"/>
                  </a:lnTo>
                  <a:lnTo>
                    <a:pt x="65" y="259"/>
                  </a:lnTo>
                  <a:lnTo>
                    <a:pt x="65" y="259"/>
                  </a:lnTo>
                  <a:lnTo>
                    <a:pt x="58" y="268"/>
                  </a:lnTo>
                  <a:lnTo>
                    <a:pt x="54" y="278"/>
                  </a:lnTo>
                  <a:lnTo>
                    <a:pt x="54" y="278"/>
                  </a:lnTo>
                  <a:lnTo>
                    <a:pt x="53" y="287"/>
                  </a:lnTo>
                  <a:lnTo>
                    <a:pt x="54" y="295"/>
                  </a:lnTo>
                  <a:lnTo>
                    <a:pt x="54" y="295"/>
                  </a:lnTo>
                  <a:lnTo>
                    <a:pt x="57" y="300"/>
                  </a:lnTo>
                  <a:lnTo>
                    <a:pt x="59" y="304"/>
                  </a:lnTo>
                  <a:lnTo>
                    <a:pt x="63" y="306"/>
                  </a:lnTo>
                  <a:lnTo>
                    <a:pt x="67" y="310"/>
                  </a:lnTo>
                  <a:lnTo>
                    <a:pt x="67" y="310"/>
                  </a:lnTo>
                  <a:lnTo>
                    <a:pt x="75" y="314"/>
                  </a:lnTo>
                  <a:lnTo>
                    <a:pt x="85" y="315"/>
                  </a:lnTo>
                  <a:lnTo>
                    <a:pt x="114" y="315"/>
                  </a:lnTo>
                  <a:lnTo>
                    <a:pt x="114" y="335"/>
                  </a:lnTo>
                  <a:lnTo>
                    <a:pt x="114" y="335"/>
                  </a:lnTo>
                  <a:lnTo>
                    <a:pt x="101" y="334"/>
                  </a:lnTo>
                  <a:lnTo>
                    <a:pt x="90" y="331"/>
                  </a:lnTo>
                  <a:lnTo>
                    <a:pt x="79" y="327"/>
                  </a:lnTo>
                  <a:lnTo>
                    <a:pt x="69" y="324"/>
                  </a:lnTo>
                  <a:lnTo>
                    <a:pt x="59" y="319"/>
                  </a:lnTo>
                  <a:lnTo>
                    <a:pt x="49" y="313"/>
                  </a:lnTo>
                  <a:lnTo>
                    <a:pt x="41" y="306"/>
                  </a:lnTo>
                  <a:lnTo>
                    <a:pt x="33" y="300"/>
                  </a:lnTo>
                  <a:lnTo>
                    <a:pt x="26" y="292"/>
                  </a:lnTo>
                  <a:lnTo>
                    <a:pt x="20" y="284"/>
                  </a:lnTo>
                  <a:lnTo>
                    <a:pt x="13" y="275"/>
                  </a:lnTo>
                  <a:lnTo>
                    <a:pt x="8" y="267"/>
                  </a:lnTo>
                  <a:lnTo>
                    <a:pt x="5" y="257"/>
                  </a:lnTo>
                  <a:lnTo>
                    <a:pt x="2" y="248"/>
                  </a:lnTo>
                  <a:lnTo>
                    <a:pt x="1" y="23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1" y="219"/>
                  </a:lnTo>
                  <a:lnTo>
                    <a:pt x="2" y="209"/>
                  </a:lnTo>
                  <a:lnTo>
                    <a:pt x="5" y="200"/>
                  </a:lnTo>
                  <a:lnTo>
                    <a:pt x="7" y="191"/>
                  </a:lnTo>
                  <a:lnTo>
                    <a:pt x="12" y="183"/>
                  </a:lnTo>
                  <a:lnTo>
                    <a:pt x="16" y="175"/>
                  </a:lnTo>
                  <a:lnTo>
                    <a:pt x="22" y="167"/>
                  </a:lnTo>
                  <a:lnTo>
                    <a:pt x="28" y="161"/>
                  </a:lnTo>
                  <a:lnTo>
                    <a:pt x="36" y="153"/>
                  </a:lnTo>
                  <a:lnTo>
                    <a:pt x="43" y="147"/>
                  </a:lnTo>
                  <a:lnTo>
                    <a:pt x="50" y="141"/>
                  </a:lnTo>
                  <a:lnTo>
                    <a:pt x="59" y="136"/>
                  </a:lnTo>
                  <a:lnTo>
                    <a:pt x="69" y="132"/>
                  </a:lnTo>
                  <a:lnTo>
                    <a:pt x="79" y="127"/>
                  </a:lnTo>
                  <a:lnTo>
                    <a:pt x="89" y="125"/>
                  </a:lnTo>
                  <a:lnTo>
                    <a:pt x="99" y="122"/>
                  </a:lnTo>
                  <a:lnTo>
                    <a:pt x="99" y="122"/>
                  </a:lnTo>
                  <a:lnTo>
                    <a:pt x="99" y="118"/>
                  </a:lnTo>
                  <a:lnTo>
                    <a:pt x="99" y="118"/>
                  </a:lnTo>
                  <a:lnTo>
                    <a:pt x="100" y="107"/>
                  </a:lnTo>
                  <a:lnTo>
                    <a:pt x="101" y="95"/>
                  </a:lnTo>
                  <a:lnTo>
                    <a:pt x="105" y="84"/>
                  </a:lnTo>
                  <a:lnTo>
                    <a:pt x="110" y="73"/>
                  </a:lnTo>
                  <a:lnTo>
                    <a:pt x="116" y="63"/>
                  </a:lnTo>
                  <a:lnTo>
                    <a:pt x="123" y="53"/>
                  </a:lnTo>
                  <a:lnTo>
                    <a:pt x="131" y="43"/>
                  </a:lnTo>
                  <a:lnTo>
                    <a:pt x="141" y="36"/>
                  </a:lnTo>
                  <a:lnTo>
                    <a:pt x="151" y="27"/>
                  </a:lnTo>
                  <a:lnTo>
                    <a:pt x="161" y="21"/>
                  </a:lnTo>
                  <a:lnTo>
                    <a:pt x="173" y="15"/>
                  </a:lnTo>
                  <a:lnTo>
                    <a:pt x="185" y="10"/>
                  </a:lnTo>
                  <a:lnTo>
                    <a:pt x="198" y="6"/>
                  </a:lnTo>
                  <a:lnTo>
                    <a:pt x="211" y="2"/>
                  </a:lnTo>
                  <a:lnTo>
                    <a:pt x="226" y="1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55" y="1"/>
                  </a:lnTo>
                  <a:lnTo>
                    <a:pt x="268" y="2"/>
                  </a:lnTo>
                  <a:lnTo>
                    <a:pt x="282" y="6"/>
                  </a:lnTo>
                  <a:lnTo>
                    <a:pt x="295" y="10"/>
                  </a:lnTo>
                  <a:lnTo>
                    <a:pt x="308" y="15"/>
                  </a:lnTo>
                  <a:lnTo>
                    <a:pt x="319" y="21"/>
                  </a:lnTo>
                  <a:lnTo>
                    <a:pt x="330" y="27"/>
                  </a:lnTo>
                  <a:lnTo>
                    <a:pt x="340" y="36"/>
                  </a:lnTo>
                  <a:lnTo>
                    <a:pt x="348" y="43"/>
                  </a:lnTo>
                  <a:lnTo>
                    <a:pt x="357" y="53"/>
                  </a:lnTo>
                  <a:lnTo>
                    <a:pt x="365" y="63"/>
                  </a:lnTo>
                  <a:lnTo>
                    <a:pt x="369" y="73"/>
                  </a:lnTo>
                  <a:lnTo>
                    <a:pt x="374" y="84"/>
                  </a:lnTo>
                  <a:lnTo>
                    <a:pt x="378" y="95"/>
                  </a:lnTo>
                  <a:lnTo>
                    <a:pt x="381" y="107"/>
                  </a:lnTo>
                  <a:lnTo>
                    <a:pt x="381" y="118"/>
                  </a:lnTo>
                  <a:lnTo>
                    <a:pt x="381" y="118"/>
                  </a:lnTo>
                  <a:lnTo>
                    <a:pt x="381" y="122"/>
                  </a:lnTo>
                  <a:lnTo>
                    <a:pt x="381" y="1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 dirty="0">
                <a:latin typeface="+mn-ea"/>
              </a:endParaRPr>
            </a:p>
          </p:txBody>
        </p:sp>
        <p:sp>
          <p:nvSpPr>
            <p:cNvPr id="43" name="矩形-3"/>
            <p:cNvSpPr/>
            <p:nvPr>
              <p:custDataLst>
                <p:tags r:id="rId18"/>
              </p:custDataLst>
            </p:nvPr>
          </p:nvSpPr>
          <p:spPr bwMode="auto">
            <a:xfrm>
              <a:off x="6318209" y="4060843"/>
              <a:ext cx="123367" cy="173774"/>
            </a:xfrm>
            <a:custGeom>
              <a:avLst/>
              <a:gdLst/>
              <a:ahLst/>
              <a:cxnLst>
                <a:cxn ang="0">
                  <a:pos x="126" y="162"/>
                </a:cxn>
                <a:cxn ang="0">
                  <a:pos x="126" y="32"/>
                </a:cxn>
                <a:cxn ang="0">
                  <a:pos x="126" y="32"/>
                </a:cxn>
                <a:cxn ang="0">
                  <a:pos x="125" y="26"/>
                </a:cxn>
                <a:cxn ang="0">
                  <a:pos x="123" y="19"/>
                </a:cxn>
                <a:cxn ang="0">
                  <a:pos x="120" y="13"/>
                </a:cxn>
                <a:cxn ang="0">
                  <a:pos x="116" y="8"/>
                </a:cxn>
                <a:cxn ang="0">
                  <a:pos x="111" y="5"/>
                </a:cxn>
                <a:cxn ang="0">
                  <a:pos x="106" y="2"/>
                </a:cxn>
                <a:cxn ang="0">
                  <a:pos x="100" y="0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6" y="0"/>
                </a:cxn>
                <a:cxn ang="0">
                  <a:pos x="80" y="2"/>
                </a:cxn>
                <a:cxn ang="0">
                  <a:pos x="75" y="5"/>
                </a:cxn>
                <a:cxn ang="0">
                  <a:pos x="70" y="8"/>
                </a:cxn>
                <a:cxn ang="0">
                  <a:pos x="66" y="13"/>
                </a:cxn>
                <a:cxn ang="0">
                  <a:pos x="64" y="19"/>
                </a:cxn>
                <a:cxn ang="0">
                  <a:pos x="62" y="26"/>
                </a:cxn>
                <a:cxn ang="0">
                  <a:pos x="62" y="32"/>
                </a:cxn>
                <a:cxn ang="0">
                  <a:pos x="62" y="162"/>
                </a:cxn>
                <a:cxn ang="0">
                  <a:pos x="17" y="162"/>
                </a:cxn>
                <a:cxn ang="0">
                  <a:pos x="17" y="162"/>
                </a:cxn>
                <a:cxn ang="0">
                  <a:pos x="11" y="162"/>
                </a:cxn>
                <a:cxn ang="0">
                  <a:pos x="6" y="164"/>
                </a:cxn>
                <a:cxn ang="0">
                  <a:pos x="2" y="167"/>
                </a:cxn>
                <a:cxn ang="0">
                  <a:pos x="1" y="170"/>
                </a:cxn>
                <a:cxn ang="0">
                  <a:pos x="0" y="175"/>
                </a:cxn>
                <a:cxn ang="0">
                  <a:pos x="1" y="179"/>
                </a:cxn>
                <a:cxn ang="0">
                  <a:pos x="3" y="184"/>
                </a:cxn>
                <a:cxn ang="0">
                  <a:pos x="7" y="189"/>
                </a:cxn>
                <a:cxn ang="0">
                  <a:pos x="70" y="251"/>
                </a:cxn>
                <a:cxn ang="0">
                  <a:pos x="70" y="251"/>
                </a:cxn>
                <a:cxn ang="0">
                  <a:pos x="76" y="256"/>
                </a:cxn>
                <a:cxn ang="0">
                  <a:pos x="81" y="259"/>
                </a:cxn>
                <a:cxn ang="0">
                  <a:pos x="88" y="262"/>
                </a:cxn>
                <a:cxn ang="0">
                  <a:pos x="92" y="263"/>
                </a:cxn>
                <a:cxn ang="0">
                  <a:pos x="99" y="262"/>
                </a:cxn>
                <a:cxn ang="0">
                  <a:pos x="105" y="259"/>
                </a:cxn>
                <a:cxn ang="0">
                  <a:pos x="110" y="256"/>
                </a:cxn>
                <a:cxn ang="0">
                  <a:pos x="116" y="251"/>
                </a:cxn>
                <a:cxn ang="0">
                  <a:pos x="179" y="189"/>
                </a:cxn>
                <a:cxn ang="0">
                  <a:pos x="179" y="189"/>
                </a:cxn>
                <a:cxn ang="0">
                  <a:pos x="183" y="185"/>
                </a:cxn>
                <a:cxn ang="0">
                  <a:pos x="184" y="180"/>
                </a:cxn>
                <a:cxn ang="0">
                  <a:pos x="185" y="175"/>
                </a:cxn>
                <a:cxn ang="0">
                  <a:pos x="185" y="171"/>
                </a:cxn>
                <a:cxn ang="0">
                  <a:pos x="183" y="168"/>
                </a:cxn>
                <a:cxn ang="0">
                  <a:pos x="179" y="164"/>
                </a:cxn>
                <a:cxn ang="0">
                  <a:pos x="173" y="162"/>
                </a:cxn>
                <a:cxn ang="0">
                  <a:pos x="165" y="162"/>
                </a:cxn>
                <a:cxn ang="0">
                  <a:pos x="126" y="162"/>
                </a:cxn>
              </a:cxnLst>
              <a:rect l="0" t="0" r="r" b="b"/>
              <a:pathLst>
                <a:path w="185" h="263">
                  <a:moveTo>
                    <a:pt x="126" y="162"/>
                  </a:moveTo>
                  <a:lnTo>
                    <a:pt x="126" y="32"/>
                  </a:lnTo>
                  <a:lnTo>
                    <a:pt x="126" y="32"/>
                  </a:lnTo>
                  <a:lnTo>
                    <a:pt x="125" y="26"/>
                  </a:lnTo>
                  <a:lnTo>
                    <a:pt x="123" y="19"/>
                  </a:lnTo>
                  <a:lnTo>
                    <a:pt x="120" y="13"/>
                  </a:lnTo>
                  <a:lnTo>
                    <a:pt x="116" y="8"/>
                  </a:lnTo>
                  <a:lnTo>
                    <a:pt x="111" y="5"/>
                  </a:lnTo>
                  <a:lnTo>
                    <a:pt x="106" y="2"/>
                  </a:lnTo>
                  <a:lnTo>
                    <a:pt x="100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0" y="8"/>
                  </a:lnTo>
                  <a:lnTo>
                    <a:pt x="66" y="13"/>
                  </a:lnTo>
                  <a:lnTo>
                    <a:pt x="64" y="19"/>
                  </a:lnTo>
                  <a:lnTo>
                    <a:pt x="62" y="26"/>
                  </a:lnTo>
                  <a:lnTo>
                    <a:pt x="62" y="32"/>
                  </a:lnTo>
                  <a:lnTo>
                    <a:pt x="62" y="162"/>
                  </a:lnTo>
                  <a:lnTo>
                    <a:pt x="17" y="162"/>
                  </a:lnTo>
                  <a:lnTo>
                    <a:pt x="17" y="162"/>
                  </a:lnTo>
                  <a:lnTo>
                    <a:pt x="11" y="162"/>
                  </a:lnTo>
                  <a:lnTo>
                    <a:pt x="6" y="164"/>
                  </a:lnTo>
                  <a:lnTo>
                    <a:pt x="2" y="167"/>
                  </a:lnTo>
                  <a:lnTo>
                    <a:pt x="1" y="170"/>
                  </a:lnTo>
                  <a:lnTo>
                    <a:pt x="0" y="175"/>
                  </a:lnTo>
                  <a:lnTo>
                    <a:pt x="1" y="179"/>
                  </a:lnTo>
                  <a:lnTo>
                    <a:pt x="3" y="184"/>
                  </a:lnTo>
                  <a:lnTo>
                    <a:pt x="7" y="189"/>
                  </a:lnTo>
                  <a:lnTo>
                    <a:pt x="70" y="251"/>
                  </a:lnTo>
                  <a:lnTo>
                    <a:pt x="70" y="251"/>
                  </a:lnTo>
                  <a:lnTo>
                    <a:pt x="76" y="256"/>
                  </a:lnTo>
                  <a:lnTo>
                    <a:pt x="81" y="259"/>
                  </a:lnTo>
                  <a:lnTo>
                    <a:pt x="88" y="262"/>
                  </a:lnTo>
                  <a:lnTo>
                    <a:pt x="92" y="263"/>
                  </a:lnTo>
                  <a:lnTo>
                    <a:pt x="99" y="262"/>
                  </a:lnTo>
                  <a:lnTo>
                    <a:pt x="105" y="259"/>
                  </a:lnTo>
                  <a:lnTo>
                    <a:pt x="110" y="256"/>
                  </a:lnTo>
                  <a:lnTo>
                    <a:pt x="116" y="251"/>
                  </a:lnTo>
                  <a:lnTo>
                    <a:pt x="179" y="189"/>
                  </a:lnTo>
                  <a:lnTo>
                    <a:pt x="179" y="189"/>
                  </a:lnTo>
                  <a:lnTo>
                    <a:pt x="183" y="185"/>
                  </a:lnTo>
                  <a:lnTo>
                    <a:pt x="184" y="180"/>
                  </a:lnTo>
                  <a:lnTo>
                    <a:pt x="185" y="175"/>
                  </a:lnTo>
                  <a:lnTo>
                    <a:pt x="185" y="171"/>
                  </a:lnTo>
                  <a:lnTo>
                    <a:pt x="183" y="168"/>
                  </a:lnTo>
                  <a:lnTo>
                    <a:pt x="179" y="164"/>
                  </a:lnTo>
                  <a:lnTo>
                    <a:pt x="173" y="162"/>
                  </a:lnTo>
                  <a:lnTo>
                    <a:pt x="165" y="162"/>
                  </a:lnTo>
                  <a:lnTo>
                    <a:pt x="126" y="16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 dirty="0">
                <a:latin typeface="+mn-ea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4768656" y="3148042"/>
            <a:ext cx="3278313" cy="11074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r>
              <a:rPr lang="en-US" altLang="zh-CN" sz="16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人均受训学时为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小时，比去年同期增长</a:t>
            </a:r>
            <a:r>
              <a:rPr lang="en-US" altLang="zh-CN" sz="1800" dirty="0">
                <a:solidFill>
                  <a:srgbClr val="D8573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53</a:t>
            </a:r>
            <a:r>
              <a:rPr lang="en-US" altLang="zh-CN" sz="1800" dirty="0">
                <a:solidFill>
                  <a:srgbClr val="D8573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.1%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，人均培训费用支出约为</a:t>
            </a:r>
            <a:r>
              <a:rPr lang="en-US" altLang="zh-CN" sz="1800" dirty="0">
                <a:solidFill>
                  <a:srgbClr val="D8573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</a:rPr>
              <a:t>2600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9000">
        <p14:flip dir="r"/>
      </p:transition>
    </mc:Choice>
    <mc:Fallback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35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850"/>
                            </p:stCondLst>
                            <p:childTnLst>
                              <p:par>
                                <p:cTn id="3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3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8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35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50"/>
                            </p:stCondLst>
                            <p:childTnLst>
                              <p:par>
                                <p:cTn id="6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85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" grpId="0" animBg="1"/>
      <p:bldP spid="3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4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椭圆 91"/>
          <p:cNvSpPr/>
          <p:nvPr/>
        </p:nvSpPr>
        <p:spPr>
          <a:xfrm>
            <a:off x="7952460" y="3654813"/>
            <a:ext cx="147426" cy="147426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3608705" y="1093470"/>
            <a:ext cx="1344930" cy="16071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000" dirty="0">
                <a:solidFill>
                  <a:srgbClr val="189983"/>
                </a:solidFill>
                <a:latin typeface="Impact" panose="020B0806030902050204" pitchFamily="34" charset="0"/>
                <a:ea typeface="DFGothic-EB" panose="02010609010101010101" pitchFamily="1" charset="-128"/>
              </a:rPr>
              <a:t>PART </a:t>
            </a:r>
            <a:endParaRPr lang="zh-CN" altLang="en-US" sz="5000" dirty="0">
              <a:solidFill>
                <a:srgbClr val="189983"/>
              </a:solidFill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14" name="椭圆 13" descr="e7d195523061f1c0deeec63e560781cfd59afb0ea006f2a87ABB68BF51EA6619813959095094C18C62A12F549504892A4AAA8C1554C6663626E05CA27F281A14E6983772AFC3FB97135759321DEA3D70CCCB10945EC5A0322096E752803368C2184698845E3CCD6DB7F651295A8E4F3FDC19EA64A2B4A4AC1434B55AAE41CF0BF61B375C23F3039959E085EE760725AA"/>
          <p:cNvSpPr/>
          <p:nvPr/>
        </p:nvSpPr>
        <p:spPr>
          <a:xfrm>
            <a:off x="3279140" y="808355"/>
            <a:ext cx="2602865" cy="260286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>
            <a:spLocks noChangeAspect="1"/>
          </p:cNvSpPr>
          <p:nvPr/>
        </p:nvSpPr>
        <p:spPr>
          <a:xfrm>
            <a:off x="3608070" y="776605"/>
            <a:ext cx="2602865" cy="2602865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C7C7C7"/>
              </a:gs>
            </a:gsLst>
            <a:lin ang="13200000" scaled="0"/>
          </a:gradFill>
          <a:ln w="22225">
            <a:solidFill>
              <a:schemeClr val="bg1"/>
            </a:solidFill>
          </a:ln>
          <a:effectLst>
            <a:outerShdw blurRad="3937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"/>
          <p:cNvSpPr txBox="1"/>
          <p:nvPr/>
        </p:nvSpPr>
        <p:spPr>
          <a:xfrm>
            <a:off x="3853815" y="1201420"/>
            <a:ext cx="1677670" cy="1391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r">
              <a:defRPr sz="8600">
                <a:ln w="28575">
                  <a:solidFill>
                    <a:schemeClr val="bg1"/>
                  </a:solidFill>
                </a:ln>
                <a:solidFill>
                  <a:srgbClr val="F1907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  <a:ea typeface="Microsoft YaHei UI" panose="020B0503020204020204" pitchFamily="34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dirty="0">
                <a:solidFill>
                  <a:srgbClr val="52BBAB"/>
                </a:solidFill>
              </a:rPr>
              <a:t>02</a:t>
            </a:r>
            <a:endParaRPr lang="en-US" altLang="zh-CN" dirty="0">
              <a:solidFill>
                <a:srgbClr val="52BBAB"/>
              </a:solidFill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1991786" y="3654758"/>
            <a:ext cx="5401211" cy="861584"/>
          </a:xfrm>
          <a:prstGeom prst="rect">
            <a:avLst/>
          </a:prstGeom>
        </p:spPr>
        <p:txBody>
          <a:bodyPr wrap="square" lIns="51435" tIns="25718" rIns="51435" bIns="25718" anchor="ctr" anchorCtr="1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6600">
                <a:solidFill>
                  <a:srgbClr val="F1907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4500" dirty="0">
                <a:solidFill>
                  <a:srgbClr val="D85737"/>
                </a:solidFill>
              </a:rPr>
              <a:t>主要工作完成情况</a:t>
            </a:r>
            <a:endParaRPr lang="zh-CN" altLang="en-US" sz="4500" dirty="0">
              <a:solidFill>
                <a:srgbClr val="D8573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8000">
        <p15:prstTrans prst="wind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1.97531E-6 C 0.00173 0.03148 0.01007 0.02129 -0.00261 0.04444 C -0.01354 0.07315 0.02673 0.14136 0.0184 0.15648 C 0.01059 0.17222 0.00052 0.16728 -0.02466 0.20339 C -0.03299 0.23333 -0.05469 0.18611 -0.07986 0.22129 C -0.09497 0.23704 -0.08195 0.26204 -0.10052 0.29599 C -0.11893 0.32901 0.05017 0.39352 0.03784 0.41543 " pathEditMode="relative" rAng="0" ptsTypes="AAAAAAA">
                                      <p:cBhvr>
                                        <p:cTn id="19" dur="25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20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ldLvl="0" animBg="1"/>
      <p:bldP spid="92" grpId="1" bldLvl="0" animBg="1"/>
      <p:bldP spid="98" grpId="0"/>
      <p:bldP spid="97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5521304" y="1384163"/>
            <a:ext cx="2483023" cy="432000"/>
          </a:xfrm>
          <a:prstGeom prst="rect">
            <a:avLst/>
          </a:prstGeom>
          <a:solidFill>
            <a:srgbClr val="F190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521304" y="3323402"/>
            <a:ext cx="2483023" cy="432000"/>
          </a:xfrm>
          <a:prstGeom prst="rect">
            <a:avLst/>
          </a:prstGeom>
          <a:solidFill>
            <a:srgbClr val="F190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3896129" y="140104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招聘工作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0" name="环形箭头 19"/>
          <p:cNvSpPr/>
          <p:nvPr/>
        </p:nvSpPr>
        <p:spPr>
          <a:xfrm>
            <a:off x="3913536" y="1128159"/>
            <a:ext cx="1570822" cy="1571064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12500"/>
            </a:avLst>
          </a:prstGeom>
          <a:solidFill>
            <a:srgbClr val="D8573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形状 20"/>
          <p:cNvSpPr/>
          <p:nvPr/>
        </p:nvSpPr>
        <p:spPr>
          <a:xfrm>
            <a:off x="3476691" y="2056646"/>
            <a:ext cx="1570822" cy="1571064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2500"/>
            </a:avLst>
          </a:prstGeom>
          <a:solidFill>
            <a:srgbClr val="18998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空心弧 21"/>
          <p:cNvSpPr/>
          <p:nvPr/>
        </p:nvSpPr>
        <p:spPr>
          <a:xfrm>
            <a:off x="4035995" y="3104242"/>
            <a:ext cx="1349582" cy="1350125"/>
          </a:xfrm>
          <a:prstGeom prst="blockArc">
            <a:avLst>
              <a:gd name="adj1" fmla="val 13500000"/>
              <a:gd name="adj2" fmla="val 10800000"/>
              <a:gd name="adj3" fmla="val 12740"/>
            </a:avLst>
          </a:prstGeom>
          <a:solidFill>
            <a:srgbClr val="D8573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3" name="矩形-4"/>
          <p:cNvSpPr/>
          <p:nvPr/>
        </p:nvSpPr>
        <p:spPr bwMode="auto">
          <a:xfrm>
            <a:off x="4476753" y="1678918"/>
            <a:ext cx="444388" cy="377728"/>
          </a:xfrm>
          <a:custGeom>
            <a:avLst/>
            <a:gdLst>
              <a:gd name="T0" fmla="*/ 1221908 w 2276475"/>
              <a:gd name="T1" fmla="*/ 1328927 h 1936751"/>
              <a:gd name="T2" fmla="*/ 1196654 w 2276475"/>
              <a:gd name="T3" fmla="*/ 1388292 h 1936751"/>
              <a:gd name="T4" fmla="*/ 691864 w 2276475"/>
              <a:gd name="T5" fmla="*/ 1376845 h 1936751"/>
              <a:gd name="T6" fmla="*/ 695585 w 2276475"/>
              <a:gd name="T7" fmla="*/ 1314285 h 1936751"/>
              <a:gd name="T8" fmla="*/ 1104489 w 2276475"/>
              <a:gd name="T9" fmla="*/ 1115137 h 1936751"/>
              <a:gd name="T10" fmla="*/ 1117497 w 2276475"/>
              <a:gd name="T11" fmla="*/ 1168850 h 1936751"/>
              <a:gd name="T12" fmla="*/ 811396 w 2276475"/>
              <a:gd name="T13" fmla="*/ 1188695 h 1936751"/>
              <a:gd name="T14" fmla="*/ 783254 w 2276475"/>
              <a:gd name="T15" fmla="*/ 1141068 h 1936751"/>
              <a:gd name="T16" fmla="*/ 309026 w 2276475"/>
              <a:gd name="T17" fmla="*/ 898551 h 1936751"/>
              <a:gd name="T18" fmla="*/ 798665 w 2276475"/>
              <a:gd name="T19" fmla="*/ 935449 h 1936751"/>
              <a:gd name="T20" fmla="*/ 759855 w 2276475"/>
              <a:gd name="T21" fmla="*/ 989335 h 1936751"/>
              <a:gd name="T22" fmla="*/ 259317 w 2276475"/>
              <a:gd name="T23" fmla="*/ 967303 h 1936751"/>
              <a:gd name="T24" fmla="*/ 277393 w 2276475"/>
              <a:gd name="T25" fmla="*/ 906514 h 1936751"/>
              <a:gd name="T26" fmla="*/ 1086287 w 2276475"/>
              <a:gd name="T27" fmla="*/ 817903 h 1936751"/>
              <a:gd name="T28" fmla="*/ 1028372 w 2276475"/>
              <a:gd name="T29" fmla="*/ 919230 h 1936751"/>
              <a:gd name="T30" fmla="*/ 999280 w 2276475"/>
              <a:gd name="T31" fmla="*/ 917630 h 1936751"/>
              <a:gd name="T32" fmla="*/ 289574 w 2276475"/>
              <a:gd name="T33" fmla="*/ 706099 h 1936751"/>
              <a:gd name="T34" fmla="*/ 590631 w 2276475"/>
              <a:gd name="T35" fmla="*/ 735033 h 1936751"/>
              <a:gd name="T36" fmla="*/ 567535 w 2276475"/>
              <a:gd name="T37" fmla="*/ 784938 h 1936751"/>
              <a:gd name="T38" fmla="*/ 259309 w 2276475"/>
              <a:gd name="T39" fmla="*/ 770073 h 1936751"/>
              <a:gd name="T40" fmla="*/ 267273 w 2276475"/>
              <a:gd name="T41" fmla="*/ 715124 h 1936751"/>
              <a:gd name="T42" fmla="*/ 836933 w 2276475"/>
              <a:gd name="T43" fmla="*/ 505684 h 1936751"/>
              <a:gd name="T44" fmla="*/ 846494 w 2276475"/>
              <a:gd name="T45" fmla="*/ 574170 h 1936751"/>
              <a:gd name="T46" fmla="*/ 268069 w 2276475"/>
              <a:gd name="T47" fmla="*/ 592752 h 1936751"/>
              <a:gd name="T48" fmla="*/ 238855 w 2276475"/>
              <a:gd name="T49" fmla="*/ 530105 h 1936751"/>
              <a:gd name="T50" fmla="*/ 1467818 w 2276475"/>
              <a:gd name="T51" fmla="*/ 344025 h 1936751"/>
              <a:gd name="T52" fmla="*/ 1566759 w 2276475"/>
              <a:gd name="T53" fmla="*/ 428438 h 1936751"/>
              <a:gd name="T54" fmla="*/ 1578461 w 2276475"/>
              <a:gd name="T55" fmla="*/ 479936 h 1936751"/>
              <a:gd name="T56" fmla="*/ 1197862 w 2276475"/>
              <a:gd name="T57" fmla="*/ 846789 h 1936751"/>
              <a:gd name="T58" fmla="*/ 1138817 w 2276475"/>
              <a:gd name="T59" fmla="*/ 842806 h 1936751"/>
              <a:gd name="T60" fmla="*/ 1093869 w 2276475"/>
              <a:gd name="T61" fmla="*/ 799538 h 1936751"/>
              <a:gd name="T62" fmla="*/ 1075782 w 2276475"/>
              <a:gd name="T63" fmla="*/ 737423 h 1936751"/>
              <a:gd name="T64" fmla="*/ 1456382 w 2276475"/>
              <a:gd name="T65" fmla="*/ 344821 h 1936751"/>
              <a:gd name="T66" fmla="*/ 199469 w 2276475"/>
              <a:gd name="T67" fmla="*/ 367345 h 1936751"/>
              <a:gd name="T68" fmla="*/ 114475 w 2276475"/>
              <a:gd name="T69" fmla="*/ 448541 h 1936751"/>
              <a:gd name="T70" fmla="*/ 103321 w 2276475"/>
              <a:gd name="T71" fmla="*/ 1407238 h 1936751"/>
              <a:gd name="T72" fmla="*/ 171315 w 2276475"/>
              <a:gd name="T73" fmla="*/ 1503559 h 1936751"/>
              <a:gd name="T74" fmla="*/ 1382734 w 2276475"/>
              <a:gd name="T75" fmla="*/ 1530890 h 1936751"/>
              <a:gd name="T76" fmla="*/ 1488975 w 2276475"/>
              <a:gd name="T77" fmla="*/ 1477289 h 1936751"/>
              <a:gd name="T78" fmla="*/ 1531737 w 2276475"/>
              <a:gd name="T79" fmla="*/ 1365845 h 1936751"/>
              <a:gd name="T80" fmla="*/ 1605841 w 2276475"/>
              <a:gd name="T81" fmla="*/ 1539381 h 1936751"/>
              <a:gd name="T82" fmla="*/ 1513146 w 2276475"/>
              <a:gd name="T83" fmla="*/ 1611821 h 1936751"/>
              <a:gd name="T84" fmla="*/ 101461 w 2276475"/>
              <a:gd name="T85" fmla="*/ 1605982 h 1936751"/>
              <a:gd name="T86" fmla="*/ 16468 w 2276475"/>
              <a:gd name="T87" fmla="*/ 1525317 h 1936751"/>
              <a:gd name="T88" fmla="*/ 5312 w 2276475"/>
              <a:gd name="T89" fmla="*/ 391226 h 1936751"/>
              <a:gd name="T90" fmla="*/ 73307 w 2276475"/>
              <a:gd name="T91" fmla="*/ 295170 h 1936751"/>
              <a:gd name="T92" fmla="*/ 1746529 w 2276475"/>
              <a:gd name="T93" fmla="*/ 88926 h 1936751"/>
              <a:gd name="T94" fmla="*/ 1805153 w 2276475"/>
              <a:gd name="T95" fmla="*/ 114614 h 1936751"/>
              <a:gd name="T96" fmla="*/ 1838312 w 2276475"/>
              <a:gd name="T97" fmla="*/ 176846 h 1936751"/>
              <a:gd name="T98" fmla="*/ 1821600 w 2276475"/>
              <a:gd name="T99" fmla="*/ 237490 h 1936751"/>
              <a:gd name="T100" fmla="*/ 1620792 w 2276475"/>
              <a:gd name="T101" fmla="*/ 421806 h 1936751"/>
              <a:gd name="T102" fmla="*/ 1543068 w 2276475"/>
              <a:gd name="T103" fmla="*/ 339447 h 1936751"/>
              <a:gd name="T104" fmla="*/ 1506460 w 2276475"/>
              <a:gd name="T105" fmla="*/ 289925 h 1936751"/>
              <a:gd name="T106" fmla="*/ 1716818 w 2276475"/>
              <a:gd name="T107" fmla="*/ 92634 h 1936751"/>
              <a:gd name="T108" fmla="*/ 1893521 w 2276475"/>
              <a:gd name="T109" fmla="*/ 35131 h 1936751"/>
              <a:gd name="T110" fmla="*/ 1889783 w 2276475"/>
              <a:gd name="T111" fmla="*/ 106078 h 1936751"/>
              <a:gd name="T112" fmla="*/ 1844400 w 2276475"/>
              <a:gd name="T113" fmla="*/ 105545 h 1936751"/>
              <a:gd name="T114" fmla="*/ 1793944 w 2276475"/>
              <a:gd name="T115" fmla="*/ 59669 h 1936751"/>
              <a:gd name="T116" fmla="*/ 1847069 w 2276475"/>
              <a:gd name="T117" fmla="*/ 16194 h 1936751"/>
              <a:gd name="T118" fmla="*/ 1697756 w 2276475"/>
              <a:gd name="T119" fmla="*/ 22017 h 1936751"/>
              <a:gd name="T120" fmla="*/ 1364698 w 2276475"/>
              <a:gd name="T121" fmla="*/ 383050 h 1936751"/>
              <a:gd name="T122" fmla="*/ 1317840 w 2276475"/>
              <a:gd name="T123" fmla="*/ 375887 h 1936751"/>
              <a:gd name="T124" fmla="*/ 1320237 w 2276475"/>
              <a:gd name="T125" fmla="*/ 329200 h 193675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276475" h="1936751">
                <a:moveTo>
                  <a:pt x="872202" y="1555750"/>
                </a:moveTo>
                <a:lnTo>
                  <a:pt x="879190" y="1555750"/>
                </a:lnTo>
                <a:lnTo>
                  <a:pt x="1397284" y="1555750"/>
                </a:lnTo>
                <a:lnTo>
                  <a:pt x="1404272" y="1555750"/>
                </a:lnTo>
                <a:lnTo>
                  <a:pt x="1410943" y="1557024"/>
                </a:lnTo>
                <a:lnTo>
                  <a:pt x="1417614" y="1557979"/>
                </a:lnTo>
                <a:lnTo>
                  <a:pt x="1423649" y="1560208"/>
                </a:lnTo>
                <a:lnTo>
                  <a:pt x="1430002" y="1562437"/>
                </a:lnTo>
                <a:lnTo>
                  <a:pt x="1435403" y="1565303"/>
                </a:lnTo>
                <a:lnTo>
                  <a:pt x="1440485" y="1568168"/>
                </a:lnTo>
                <a:lnTo>
                  <a:pt x="1445567" y="1571989"/>
                </a:lnTo>
                <a:lnTo>
                  <a:pt x="1450015" y="1576128"/>
                </a:lnTo>
                <a:lnTo>
                  <a:pt x="1453509" y="1580268"/>
                </a:lnTo>
                <a:lnTo>
                  <a:pt x="1457321" y="1584726"/>
                </a:lnTo>
                <a:lnTo>
                  <a:pt x="1460180" y="1589502"/>
                </a:lnTo>
                <a:lnTo>
                  <a:pt x="1462403" y="1594915"/>
                </a:lnTo>
                <a:lnTo>
                  <a:pt x="1463674" y="1600009"/>
                </a:lnTo>
                <a:lnTo>
                  <a:pt x="1464944" y="1605741"/>
                </a:lnTo>
                <a:lnTo>
                  <a:pt x="1465262" y="1611472"/>
                </a:lnTo>
                <a:lnTo>
                  <a:pt x="1464944" y="1617203"/>
                </a:lnTo>
                <a:lnTo>
                  <a:pt x="1463674" y="1622935"/>
                </a:lnTo>
                <a:lnTo>
                  <a:pt x="1462403" y="1628029"/>
                </a:lnTo>
                <a:lnTo>
                  <a:pt x="1460180" y="1633124"/>
                </a:lnTo>
                <a:lnTo>
                  <a:pt x="1457321" y="1638218"/>
                </a:lnTo>
                <a:lnTo>
                  <a:pt x="1453509" y="1642358"/>
                </a:lnTo>
                <a:lnTo>
                  <a:pt x="1450015" y="1646815"/>
                </a:lnTo>
                <a:lnTo>
                  <a:pt x="1445567" y="1650955"/>
                </a:lnTo>
                <a:lnTo>
                  <a:pt x="1440485" y="1654457"/>
                </a:lnTo>
                <a:lnTo>
                  <a:pt x="1435403" y="1657641"/>
                </a:lnTo>
                <a:lnTo>
                  <a:pt x="1430002" y="1660507"/>
                </a:lnTo>
                <a:lnTo>
                  <a:pt x="1423649" y="1662736"/>
                </a:lnTo>
                <a:lnTo>
                  <a:pt x="1417614" y="1664328"/>
                </a:lnTo>
                <a:lnTo>
                  <a:pt x="1410943" y="1665920"/>
                </a:lnTo>
                <a:lnTo>
                  <a:pt x="1404272" y="1666875"/>
                </a:lnTo>
                <a:lnTo>
                  <a:pt x="1397284" y="1666875"/>
                </a:lnTo>
                <a:lnTo>
                  <a:pt x="879190" y="1666875"/>
                </a:lnTo>
                <a:lnTo>
                  <a:pt x="872202" y="1666875"/>
                </a:lnTo>
                <a:lnTo>
                  <a:pt x="865531" y="1665920"/>
                </a:lnTo>
                <a:lnTo>
                  <a:pt x="858860" y="1664328"/>
                </a:lnTo>
                <a:lnTo>
                  <a:pt x="852507" y="1662736"/>
                </a:lnTo>
                <a:lnTo>
                  <a:pt x="846790" y="1660507"/>
                </a:lnTo>
                <a:lnTo>
                  <a:pt x="841389" y="1657641"/>
                </a:lnTo>
                <a:lnTo>
                  <a:pt x="835989" y="1654139"/>
                </a:lnTo>
                <a:lnTo>
                  <a:pt x="831224" y="1650955"/>
                </a:lnTo>
                <a:lnTo>
                  <a:pt x="826777" y="1646815"/>
                </a:lnTo>
                <a:lnTo>
                  <a:pt x="822648" y="1642358"/>
                </a:lnTo>
                <a:lnTo>
                  <a:pt x="819471" y="1637900"/>
                </a:lnTo>
                <a:lnTo>
                  <a:pt x="816612" y="1633124"/>
                </a:lnTo>
                <a:lnTo>
                  <a:pt x="814389" y="1628029"/>
                </a:lnTo>
                <a:lnTo>
                  <a:pt x="812483" y="1622935"/>
                </a:lnTo>
                <a:lnTo>
                  <a:pt x="811530" y="1617203"/>
                </a:lnTo>
                <a:lnTo>
                  <a:pt x="811212" y="1611472"/>
                </a:lnTo>
                <a:lnTo>
                  <a:pt x="811530" y="1605741"/>
                </a:lnTo>
                <a:lnTo>
                  <a:pt x="812483" y="1600009"/>
                </a:lnTo>
                <a:lnTo>
                  <a:pt x="814389" y="1594915"/>
                </a:lnTo>
                <a:lnTo>
                  <a:pt x="816612" y="1589820"/>
                </a:lnTo>
                <a:lnTo>
                  <a:pt x="819471" y="1584726"/>
                </a:lnTo>
                <a:lnTo>
                  <a:pt x="822648" y="1580268"/>
                </a:lnTo>
                <a:lnTo>
                  <a:pt x="826777" y="1576128"/>
                </a:lnTo>
                <a:lnTo>
                  <a:pt x="831224" y="1571989"/>
                </a:lnTo>
                <a:lnTo>
                  <a:pt x="835989" y="1568168"/>
                </a:lnTo>
                <a:lnTo>
                  <a:pt x="841389" y="1565303"/>
                </a:lnTo>
                <a:lnTo>
                  <a:pt x="846790" y="1562437"/>
                </a:lnTo>
                <a:lnTo>
                  <a:pt x="852507" y="1560208"/>
                </a:lnTo>
                <a:lnTo>
                  <a:pt x="858860" y="1558298"/>
                </a:lnTo>
                <a:lnTo>
                  <a:pt x="865531" y="1557024"/>
                </a:lnTo>
                <a:lnTo>
                  <a:pt x="872202" y="1555750"/>
                </a:lnTo>
                <a:close/>
                <a:moveTo>
                  <a:pt x="984211" y="1325563"/>
                </a:moveTo>
                <a:lnTo>
                  <a:pt x="1292263" y="1325563"/>
                </a:lnTo>
                <a:lnTo>
                  <a:pt x="1297339" y="1325880"/>
                </a:lnTo>
                <a:lnTo>
                  <a:pt x="1302415" y="1326513"/>
                </a:lnTo>
                <a:lnTo>
                  <a:pt x="1307174" y="1327779"/>
                </a:lnTo>
                <a:lnTo>
                  <a:pt x="1311615" y="1329361"/>
                </a:lnTo>
                <a:lnTo>
                  <a:pt x="1315740" y="1331260"/>
                </a:lnTo>
                <a:lnTo>
                  <a:pt x="1319864" y="1333792"/>
                </a:lnTo>
                <a:lnTo>
                  <a:pt x="1323671" y="1336640"/>
                </a:lnTo>
                <a:lnTo>
                  <a:pt x="1327161" y="1340121"/>
                </a:lnTo>
                <a:lnTo>
                  <a:pt x="1330333" y="1343286"/>
                </a:lnTo>
                <a:lnTo>
                  <a:pt x="1332871" y="1347400"/>
                </a:lnTo>
                <a:lnTo>
                  <a:pt x="1335409" y="1351198"/>
                </a:lnTo>
                <a:lnTo>
                  <a:pt x="1337630" y="1355629"/>
                </a:lnTo>
                <a:lnTo>
                  <a:pt x="1339216" y="1360059"/>
                </a:lnTo>
                <a:lnTo>
                  <a:pt x="1340485" y="1364807"/>
                </a:lnTo>
                <a:lnTo>
                  <a:pt x="1341437" y="1369870"/>
                </a:lnTo>
                <a:lnTo>
                  <a:pt x="1341437" y="1374934"/>
                </a:lnTo>
                <a:lnTo>
                  <a:pt x="1341437" y="1379681"/>
                </a:lnTo>
                <a:lnTo>
                  <a:pt x="1340485" y="1384745"/>
                </a:lnTo>
                <a:lnTo>
                  <a:pt x="1339216" y="1389492"/>
                </a:lnTo>
                <a:lnTo>
                  <a:pt x="1337630" y="1393923"/>
                </a:lnTo>
                <a:lnTo>
                  <a:pt x="1335409" y="1398037"/>
                </a:lnTo>
                <a:lnTo>
                  <a:pt x="1332871" y="1402151"/>
                </a:lnTo>
                <a:lnTo>
                  <a:pt x="1330016" y="1405632"/>
                </a:lnTo>
                <a:lnTo>
                  <a:pt x="1327161" y="1409430"/>
                </a:lnTo>
                <a:lnTo>
                  <a:pt x="1323671" y="1412595"/>
                </a:lnTo>
                <a:lnTo>
                  <a:pt x="1319864" y="1415443"/>
                </a:lnTo>
                <a:lnTo>
                  <a:pt x="1315740" y="1417659"/>
                </a:lnTo>
                <a:lnTo>
                  <a:pt x="1311615" y="1419874"/>
                </a:lnTo>
                <a:lnTo>
                  <a:pt x="1306857" y="1421773"/>
                </a:lnTo>
                <a:lnTo>
                  <a:pt x="1302415" y="1422722"/>
                </a:lnTo>
                <a:lnTo>
                  <a:pt x="1297339" y="1423672"/>
                </a:lnTo>
                <a:lnTo>
                  <a:pt x="1292263" y="1423988"/>
                </a:lnTo>
                <a:lnTo>
                  <a:pt x="984211" y="1423988"/>
                </a:lnTo>
                <a:lnTo>
                  <a:pt x="979453" y="1423672"/>
                </a:lnTo>
                <a:lnTo>
                  <a:pt x="974377" y="1422722"/>
                </a:lnTo>
                <a:lnTo>
                  <a:pt x="969618" y="1421773"/>
                </a:lnTo>
                <a:lnTo>
                  <a:pt x="965176" y="1419874"/>
                </a:lnTo>
                <a:lnTo>
                  <a:pt x="960735" y="1417659"/>
                </a:lnTo>
                <a:lnTo>
                  <a:pt x="956928" y="1415443"/>
                </a:lnTo>
                <a:lnTo>
                  <a:pt x="952803" y="1412595"/>
                </a:lnTo>
                <a:lnTo>
                  <a:pt x="949631" y="1409430"/>
                </a:lnTo>
                <a:lnTo>
                  <a:pt x="946141" y="1405632"/>
                </a:lnTo>
                <a:lnTo>
                  <a:pt x="943286" y="1402151"/>
                </a:lnTo>
                <a:lnTo>
                  <a:pt x="941065" y="1398037"/>
                </a:lnTo>
                <a:lnTo>
                  <a:pt x="938844" y="1393923"/>
                </a:lnTo>
                <a:lnTo>
                  <a:pt x="937258" y="1389492"/>
                </a:lnTo>
                <a:lnTo>
                  <a:pt x="935989" y="1384745"/>
                </a:lnTo>
                <a:lnTo>
                  <a:pt x="935355" y="1379681"/>
                </a:lnTo>
                <a:lnTo>
                  <a:pt x="935037" y="1374934"/>
                </a:lnTo>
                <a:lnTo>
                  <a:pt x="935355" y="1369870"/>
                </a:lnTo>
                <a:lnTo>
                  <a:pt x="935989" y="1364807"/>
                </a:lnTo>
                <a:lnTo>
                  <a:pt x="937258" y="1360059"/>
                </a:lnTo>
                <a:lnTo>
                  <a:pt x="938844" y="1355629"/>
                </a:lnTo>
                <a:lnTo>
                  <a:pt x="940748" y="1351198"/>
                </a:lnTo>
                <a:lnTo>
                  <a:pt x="943286" y="1347400"/>
                </a:lnTo>
                <a:lnTo>
                  <a:pt x="946141" y="1343286"/>
                </a:lnTo>
                <a:lnTo>
                  <a:pt x="949631" y="1340121"/>
                </a:lnTo>
                <a:lnTo>
                  <a:pt x="952803" y="1336640"/>
                </a:lnTo>
                <a:lnTo>
                  <a:pt x="956928" y="1333792"/>
                </a:lnTo>
                <a:lnTo>
                  <a:pt x="960735" y="1331260"/>
                </a:lnTo>
                <a:lnTo>
                  <a:pt x="965176" y="1329361"/>
                </a:lnTo>
                <a:lnTo>
                  <a:pt x="969618" y="1327779"/>
                </a:lnTo>
                <a:lnTo>
                  <a:pt x="974377" y="1326513"/>
                </a:lnTo>
                <a:lnTo>
                  <a:pt x="979453" y="1325880"/>
                </a:lnTo>
                <a:lnTo>
                  <a:pt x="984211" y="1325563"/>
                </a:lnTo>
                <a:close/>
                <a:moveTo>
                  <a:pt x="369286" y="1074738"/>
                </a:moveTo>
                <a:lnTo>
                  <a:pt x="887697" y="1074738"/>
                </a:lnTo>
                <a:lnTo>
                  <a:pt x="894368" y="1075056"/>
                </a:lnTo>
                <a:lnTo>
                  <a:pt x="901356" y="1076008"/>
                </a:lnTo>
                <a:lnTo>
                  <a:pt x="908027" y="1077278"/>
                </a:lnTo>
                <a:lnTo>
                  <a:pt x="914063" y="1079183"/>
                </a:lnTo>
                <a:lnTo>
                  <a:pt x="920098" y="1081406"/>
                </a:lnTo>
                <a:lnTo>
                  <a:pt x="925816" y="1084263"/>
                </a:lnTo>
                <a:lnTo>
                  <a:pt x="930898" y="1087438"/>
                </a:lnTo>
                <a:lnTo>
                  <a:pt x="935663" y="1090931"/>
                </a:lnTo>
                <a:lnTo>
                  <a:pt x="940110" y="1094741"/>
                </a:lnTo>
                <a:lnTo>
                  <a:pt x="944240" y="1099186"/>
                </a:lnTo>
                <a:lnTo>
                  <a:pt x="947416" y="1103948"/>
                </a:lnTo>
                <a:lnTo>
                  <a:pt x="950275" y="1108711"/>
                </a:lnTo>
                <a:lnTo>
                  <a:pt x="952499" y="1113791"/>
                </a:lnTo>
                <a:lnTo>
                  <a:pt x="954405" y="1118871"/>
                </a:lnTo>
                <a:lnTo>
                  <a:pt x="955358" y="1124903"/>
                </a:lnTo>
                <a:lnTo>
                  <a:pt x="955675" y="1130301"/>
                </a:lnTo>
                <a:lnTo>
                  <a:pt x="955358" y="1136016"/>
                </a:lnTo>
                <a:lnTo>
                  <a:pt x="954405" y="1141413"/>
                </a:lnTo>
                <a:lnTo>
                  <a:pt x="952499" y="1147128"/>
                </a:lnTo>
                <a:lnTo>
                  <a:pt x="950275" y="1152208"/>
                </a:lnTo>
                <a:lnTo>
                  <a:pt x="947416" y="1156971"/>
                </a:lnTo>
                <a:lnTo>
                  <a:pt x="944240" y="1161098"/>
                </a:lnTo>
                <a:lnTo>
                  <a:pt x="940110" y="1165543"/>
                </a:lnTo>
                <a:lnTo>
                  <a:pt x="935663" y="1169671"/>
                </a:lnTo>
                <a:lnTo>
                  <a:pt x="930898" y="1173163"/>
                </a:lnTo>
                <a:lnTo>
                  <a:pt x="925816" y="1176656"/>
                </a:lnTo>
                <a:lnTo>
                  <a:pt x="920098" y="1179196"/>
                </a:lnTo>
                <a:lnTo>
                  <a:pt x="914063" y="1181736"/>
                </a:lnTo>
                <a:lnTo>
                  <a:pt x="908027" y="1183323"/>
                </a:lnTo>
                <a:lnTo>
                  <a:pt x="901356" y="1184593"/>
                </a:lnTo>
                <a:lnTo>
                  <a:pt x="894368" y="1185546"/>
                </a:lnTo>
                <a:lnTo>
                  <a:pt x="887697" y="1185863"/>
                </a:lnTo>
                <a:lnTo>
                  <a:pt x="369286" y="1185863"/>
                </a:lnTo>
                <a:lnTo>
                  <a:pt x="362615" y="1185546"/>
                </a:lnTo>
                <a:lnTo>
                  <a:pt x="355944" y="1184593"/>
                </a:lnTo>
                <a:lnTo>
                  <a:pt x="349273" y="1183323"/>
                </a:lnTo>
                <a:lnTo>
                  <a:pt x="343238" y="1181736"/>
                </a:lnTo>
                <a:lnTo>
                  <a:pt x="337203" y="1179196"/>
                </a:lnTo>
                <a:lnTo>
                  <a:pt x="331485" y="1176656"/>
                </a:lnTo>
                <a:lnTo>
                  <a:pt x="326402" y="1173163"/>
                </a:lnTo>
                <a:lnTo>
                  <a:pt x="321637" y="1169671"/>
                </a:lnTo>
                <a:lnTo>
                  <a:pt x="317190" y="1165543"/>
                </a:lnTo>
                <a:lnTo>
                  <a:pt x="313378" y="1161098"/>
                </a:lnTo>
                <a:lnTo>
                  <a:pt x="309884" y="1156971"/>
                </a:lnTo>
                <a:lnTo>
                  <a:pt x="307025" y="1152208"/>
                </a:lnTo>
                <a:lnTo>
                  <a:pt x="304802" y="1147128"/>
                </a:lnTo>
                <a:lnTo>
                  <a:pt x="302896" y="1141413"/>
                </a:lnTo>
                <a:lnTo>
                  <a:pt x="301943" y="1136016"/>
                </a:lnTo>
                <a:lnTo>
                  <a:pt x="301625" y="1130301"/>
                </a:lnTo>
                <a:lnTo>
                  <a:pt x="301943" y="1124903"/>
                </a:lnTo>
                <a:lnTo>
                  <a:pt x="302896" y="1119188"/>
                </a:lnTo>
                <a:lnTo>
                  <a:pt x="304802" y="1113791"/>
                </a:lnTo>
                <a:lnTo>
                  <a:pt x="307025" y="1108711"/>
                </a:lnTo>
                <a:lnTo>
                  <a:pt x="309884" y="1103948"/>
                </a:lnTo>
                <a:lnTo>
                  <a:pt x="313378" y="1099186"/>
                </a:lnTo>
                <a:lnTo>
                  <a:pt x="317190" y="1094741"/>
                </a:lnTo>
                <a:lnTo>
                  <a:pt x="321637" y="1091248"/>
                </a:lnTo>
                <a:lnTo>
                  <a:pt x="326402" y="1087438"/>
                </a:lnTo>
                <a:lnTo>
                  <a:pt x="331485" y="1084263"/>
                </a:lnTo>
                <a:lnTo>
                  <a:pt x="337203" y="1081406"/>
                </a:lnTo>
                <a:lnTo>
                  <a:pt x="343238" y="1079183"/>
                </a:lnTo>
                <a:lnTo>
                  <a:pt x="349273" y="1077278"/>
                </a:lnTo>
                <a:lnTo>
                  <a:pt x="355944" y="1076008"/>
                </a:lnTo>
                <a:lnTo>
                  <a:pt x="362615" y="1075056"/>
                </a:lnTo>
                <a:lnTo>
                  <a:pt x="369286" y="1074738"/>
                </a:lnTo>
                <a:close/>
                <a:moveTo>
                  <a:pt x="1261435" y="965200"/>
                </a:moveTo>
                <a:lnTo>
                  <a:pt x="1264624" y="965200"/>
                </a:lnTo>
                <a:lnTo>
                  <a:pt x="1267814" y="965200"/>
                </a:lnTo>
                <a:lnTo>
                  <a:pt x="1271322" y="965838"/>
                </a:lnTo>
                <a:lnTo>
                  <a:pt x="1275149" y="967114"/>
                </a:lnTo>
                <a:lnTo>
                  <a:pt x="1278977" y="968390"/>
                </a:lnTo>
                <a:lnTo>
                  <a:pt x="1282804" y="969984"/>
                </a:lnTo>
                <a:lnTo>
                  <a:pt x="1290777" y="973811"/>
                </a:lnTo>
                <a:lnTo>
                  <a:pt x="1298113" y="978277"/>
                </a:lnTo>
                <a:lnTo>
                  <a:pt x="1304491" y="982742"/>
                </a:lnTo>
                <a:lnTo>
                  <a:pt x="1308637" y="986250"/>
                </a:lnTo>
                <a:lnTo>
                  <a:pt x="1312784" y="990715"/>
                </a:lnTo>
                <a:lnTo>
                  <a:pt x="1317249" y="997094"/>
                </a:lnTo>
                <a:lnTo>
                  <a:pt x="1321395" y="1004429"/>
                </a:lnTo>
                <a:lnTo>
                  <a:pt x="1325222" y="1012403"/>
                </a:lnTo>
                <a:lnTo>
                  <a:pt x="1326817" y="1016549"/>
                </a:lnTo>
                <a:lnTo>
                  <a:pt x="1328092" y="1020057"/>
                </a:lnTo>
                <a:lnTo>
                  <a:pt x="1329368" y="1024203"/>
                </a:lnTo>
                <a:lnTo>
                  <a:pt x="1330006" y="1027711"/>
                </a:lnTo>
                <a:lnTo>
                  <a:pt x="1330325" y="1030901"/>
                </a:lnTo>
                <a:lnTo>
                  <a:pt x="1330006" y="1034090"/>
                </a:lnTo>
                <a:lnTo>
                  <a:pt x="1329368" y="1036004"/>
                </a:lnTo>
                <a:lnTo>
                  <a:pt x="1327774" y="1038236"/>
                </a:lnTo>
                <a:lnTo>
                  <a:pt x="1228904" y="1099472"/>
                </a:lnTo>
                <a:lnTo>
                  <a:pt x="1226990" y="1101066"/>
                </a:lnTo>
                <a:lnTo>
                  <a:pt x="1225396" y="1102342"/>
                </a:lnTo>
                <a:lnTo>
                  <a:pt x="1223163" y="1103618"/>
                </a:lnTo>
                <a:lnTo>
                  <a:pt x="1220930" y="1104575"/>
                </a:lnTo>
                <a:lnTo>
                  <a:pt x="1219017" y="1105213"/>
                </a:lnTo>
                <a:lnTo>
                  <a:pt x="1216784" y="1105850"/>
                </a:lnTo>
                <a:lnTo>
                  <a:pt x="1212000" y="1106488"/>
                </a:lnTo>
                <a:lnTo>
                  <a:pt x="1207854" y="1105850"/>
                </a:lnTo>
                <a:lnTo>
                  <a:pt x="1205622" y="1105213"/>
                </a:lnTo>
                <a:lnTo>
                  <a:pt x="1203389" y="1104575"/>
                </a:lnTo>
                <a:lnTo>
                  <a:pt x="1201475" y="1103618"/>
                </a:lnTo>
                <a:lnTo>
                  <a:pt x="1199243" y="1102342"/>
                </a:lnTo>
                <a:lnTo>
                  <a:pt x="1197329" y="1101066"/>
                </a:lnTo>
                <a:lnTo>
                  <a:pt x="1195735" y="1099472"/>
                </a:lnTo>
                <a:lnTo>
                  <a:pt x="1194140" y="1097558"/>
                </a:lnTo>
                <a:lnTo>
                  <a:pt x="1192864" y="1095963"/>
                </a:lnTo>
                <a:lnTo>
                  <a:pt x="1191588" y="1093731"/>
                </a:lnTo>
                <a:lnTo>
                  <a:pt x="1190632" y="1091817"/>
                </a:lnTo>
                <a:lnTo>
                  <a:pt x="1189356" y="1087352"/>
                </a:lnTo>
                <a:lnTo>
                  <a:pt x="1189037" y="1082887"/>
                </a:lnTo>
                <a:lnTo>
                  <a:pt x="1189356" y="1078741"/>
                </a:lnTo>
                <a:lnTo>
                  <a:pt x="1190632" y="1074276"/>
                </a:lnTo>
                <a:lnTo>
                  <a:pt x="1191588" y="1072043"/>
                </a:lnTo>
                <a:lnTo>
                  <a:pt x="1192864" y="1070130"/>
                </a:lnTo>
                <a:lnTo>
                  <a:pt x="1194140" y="1068535"/>
                </a:lnTo>
                <a:lnTo>
                  <a:pt x="1195735" y="1066621"/>
                </a:lnTo>
                <a:lnTo>
                  <a:pt x="1257289" y="967433"/>
                </a:lnTo>
                <a:lnTo>
                  <a:pt x="1258884" y="965838"/>
                </a:lnTo>
                <a:lnTo>
                  <a:pt x="1261435" y="965200"/>
                </a:lnTo>
                <a:close/>
                <a:moveTo>
                  <a:pt x="346041" y="844550"/>
                </a:moveTo>
                <a:lnTo>
                  <a:pt x="350799" y="844550"/>
                </a:lnTo>
                <a:lnTo>
                  <a:pt x="658851" y="844550"/>
                </a:lnTo>
                <a:lnTo>
                  <a:pt x="663927" y="844550"/>
                </a:lnTo>
                <a:lnTo>
                  <a:pt x="669003" y="845185"/>
                </a:lnTo>
                <a:lnTo>
                  <a:pt x="673762" y="846773"/>
                </a:lnTo>
                <a:lnTo>
                  <a:pt x="678204" y="848043"/>
                </a:lnTo>
                <a:lnTo>
                  <a:pt x="682645" y="850265"/>
                </a:lnTo>
                <a:lnTo>
                  <a:pt x="686452" y="852805"/>
                </a:lnTo>
                <a:lnTo>
                  <a:pt x="690259" y="855345"/>
                </a:lnTo>
                <a:lnTo>
                  <a:pt x="693749" y="858838"/>
                </a:lnTo>
                <a:lnTo>
                  <a:pt x="697239" y="862330"/>
                </a:lnTo>
                <a:lnTo>
                  <a:pt x="699777" y="865823"/>
                </a:lnTo>
                <a:lnTo>
                  <a:pt x="702315" y="869950"/>
                </a:lnTo>
                <a:lnTo>
                  <a:pt x="704218" y="874395"/>
                </a:lnTo>
                <a:lnTo>
                  <a:pt x="705804" y="879158"/>
                </a:lnTo>
                <a:lnTo>
                  <a:pt x="707391" y="883920"/>
                </a:lnTo>
                <a:lnTo>
                  <a:pt x="708025" y="888683"/>
                </a:lnTo>
                <a:lnTo>
                  <a:pt x="708025" y="893763"/>
                </a:lnTo>
                <a:lnTo>
                  <a:pt x="708025" y="898843"/>
                </a:lnTo>
                <a:lnTo>
                  <a:pt x="707391" y="903605"/>
                </a:lnTo>
                <a:lnTo>
                  <a:pt x="705804" y="908368"/>
                </a:lnTo>
                <a:lnTo>
                  <a:pt x="704218" y="912495"/>
                </a:lnTo>
                <a:lnTo>
                  <a:pt x="702315" y="916940"/>
                </a:lnTo>
                <a:lnTo>
                  <a:pt x="699777" y="921068"/>
                </a:lnTo>
                <a:lnTo>
                  <a:pt x="697239" y="924878"/>
                </a:lnTo>
                <a:lnTo>
                  <a:pt x="693749" y="928370"/>
                </a:lnTo>
                <a:lnTo>
                  <a:pt x="690259" y="931545"/>
                </a:lnTo>
                <a:lnTo>
                  <a:pt x="686452" y="934403"/>
                </a:lnTo>
                <a:lnTo>
                  <a:pt x="682645" y="936943"/>
                </a:lnTo>
                <a:lnTo>
                  <a:pt x="678204" y="938848"/>
                </a:lnTo>
                <a:lnTo>
                  <a:pt x="673762" y="940753"/>
                </a:lnTo>
                <a:lnTo>
                  <a:pt x="669003" y="941705"/>
                </a:lnTo>
                <a:lnTo>
                  <a:pt x="663927" y="942658"/>
                </a:lnTo>
                <a:lnTo>
                  <a:pt x="658851" y="942975"/>
                </a:lnTo>
                <a:lnTo>
                  <a:pt x="350799" y="942975"/>
                </a:lnTo>
                <a:lnTo>
                  <a:pt x="346041" y="942658"/>
                </a:lnTo>
                <a:lnTo>
                  <a:pt x="340965" y="941705"/>
                </a:lnTo>
                <a:lnTo>
                  <a:pt x="336206" y="940753"/>
                </a:lnTo>
                <a:lnTo>
                  <a:pt x="331764" y="938848"/>
                </a:lnTo>
                <a:lnTo>
                  <a:pt x="327323" y="936943"/>
                </a:lnTo>
                <a:lnTo>
                  <a:pt x="323516" y="934403"/>
                </a:lnTo>
                <a:lnTo>
                  <a:pt x="319391" y="931545"/>
                </a:lnTo>
                <a:lnTo>
                  <a:pt x="316219" y="928370"/>
                </a:lnTo>
                <a:lnTo>
                  <a:pt x="312729" y="924878"/>
                </a:lnTo>
                <a:lnTo>
                  <a:pt x="309874" y="921068"/>
                </a:lnTo>
                <a:lnTo>
                  <a:pt x="307653" y="916940"/>
                </a:lnTo>
                <a:lnTo>
                  <a:pt x="305432" y="912495"/>
                </a:lnTo>
                <a:lnTo>
                  <a:pt x="303846" y="908368"/>
                </a:lnTo>
                <a:lnTo>
                  <a:pt x="302577" y="903605"/>
                </a:lnTo>
                <a:lnTo>
                  <a:pt x="301943" y="898843"/>
                </a:lnTo>
                <a:lnTo>
                  <a:pt x="301625" y="893763"/>
                </a:lnTo>
                <a:lnTo>
                  <a:pt x="301943" y="888683"/>
                </a:lnTo>
                <a:lnTo>
                  <a:pt x="302577" y="883920"/>
                </a:lnTo>
                <a:lnTo>
                  <a:pt x="303846" y="879158"/>
                </a:lnTo>
                <a:lnTo>
                  <a:pt x="305432" y="874395"/>
                </a:lnTo>
                <a:lnTo>
                  <a:pt x="307336" y="869950"/>
                </a:lnTo>
                <a:lnTo>
                  <a:pt x="309874" y="865823"/>
                </a:lnTo>
                <a:lnTo>
                  <a:pt x="312729" y="862330"/>
                </a:lnTo>
                <a:lnTo>
                  <a:pt x="316219" y="858838"/>
                </a:lnTo>
                <a:lnTo>
                  <a:pt x="319391" y="855345"/>
                </a:lnTo>
                <a:lnTo>
                  <a:pt x="323516" y="852805"/>
                </a:lnTo>
                <a:lnTo>
                  <a:pt x="327323" y="850265"/>
                </a:lnTo>
                <a:lnTo>
                  <a:pt x="331764" y="848043"/>
                </a:lnTo>
                <a:lnTo>
                  <a:pt x="336206" y="846773"/>
                </a:lnTo>
                <a:lnTo>
                  <a:pt x="340965" y="845185"/>
                </a:lnTo>
                <a:lnTo>
                  <a:pt x="346041" y="844550"/>
                </a:lnTo>
                <a:close/>
                <a:moveTo>
                  <a:pt x="344144" y="590550"/>
                </a:moveTo>
                <a:lnTo>
                  <a:pt x="960782" y="590550"/>
                </a:lnTo>
                <a:lnTo>
                  <a:pt x="966812" y="591185"/>
                </a:lnTo>
                <a:lnTo>
                  <a:pt x="973159" y="592138"/>
                </a:lnTo>
                <a:lnTo>
                  <a:pt x="978871" y="593725"/>
                </a:lnTo>
                <a:lnTo>
                  <a:pt x="984584" y="595630"/>
                </a:lnTo>
                <a:lnTo>
                  <a:pt x="990296" y="598488"/>
                </a:lnTo>
                <a:lnTo>
                  <a:pt x="995374" y="601345"/>
                </a:lnTo>
                <a:lnTo>
                  <a:pt x="1000135" y="604838"/>
                </a:lnTo>
                <a:lnTo>
                  <a:pt x="1004260" y="608965"/>
                </a:lnTo>
                <a:lnTo>
                  <a:pt x="1008386" y="613410"/>
                </a:lnTo>
                <a:lnTo>
                  <a:pt x="1011560" y="617855"/>
                </a:lnTo>
                <a:lnTo>
                  <a:pt x="1015051" y="623253"/>
                </a:lnTo>
                <a:lnTo>
                  <a:pt x="1017590" y="628650"/>
                </a:lnTo>
                <a:lnTo>
                  <a:pt x="1019811" y="634048"/>
                </a:lnTo>
                <a:lnTo>
                  <a:pt x="1021081" y="639763"/>
                </a:lnTo>
                <a:lnTo>
                  <a:pt x="1021715" y="646113"/>
                </a:lnTo>
                <a:lnTo>
                  <a:pt x="1022350" y="652145"/>
                </a:lnTo>
                <a:lnTo>
                  <a:pt x="1021715" y="658813"/>
                </a:lnTo>
                <a:lnTo>
                  <a:pt x="1021081" y="664528"/>
                </a:lnTo>
                <a:lnTo>
                  <a:pt x="1019811" y="670878"/>
                </a:lnTo>
                <a:lnTo>
                  <a:pt x="1017590" y="676275"/>
                </a:lnTo>
                <a:lnTo>
                  <a:pt x="1015051" y="681673"/>
                </a:lnTo>
                <a:lnTo>
                  <a:pt x="1011560" y="686753"/>
                </a:lnTo>
                <a:lnTo>
                  <a:pt x="1008386" y="691515"/>
                </a:lnTo>
                <a:lnTo>
                  <a:pt x="1004260" y="695960"/>
                </a:lnTo>
                <a:lnTo>
                  <a:pt x="1000135" y="700088"/>
                </a:lnTo>
                <a:lnTo>
                  <a:pt x="995374" y="703580"/>
                </a:lnTo>
                <a:lnTo>
                  <a:pt x="990296" y="706438"/>
                </a:lnTo>
                <a:lnTo>
                  <a:pt x="984584" y="708978"/>
                </a:lnTo>
                <a:lnTo>
                  <a:pt x="978871" y="711200"/>
                </a:lnTo>
                <a:lnTo>
                  <a:pt x="973159" y="712788"/>
                </a:lnTo>
                <a:lnTo>
                  <a:pt x="966812" y="713740"/>
                </a:lnTo>
                <a:lnTo>
                  <a:pt x="960782" y="714375"/>
                </a:lnTo>
                <a:lnTo>
                  <a:pt x="344144" y="714375"/>
                </a:lnTo>
                <a:lnTo>
                  <a:pt x="338114" y="713740"/>
                </a:lnTo>
                <a:lnTo>
                  <a:pt x="331767" y="712788"/>
                </a:lnTo>
                <a:lnTo>
                  <a:pt x="326054" y="711200"/>
                </a:lnTo>
                <a:lnTo>
                  <a:pt x="320342" y="708978"/>
                </a:lnTo>
                <a:lnTo>
                  <a:pt x="314946" y="706438"/>
                </a:lnTo>
                <a:lnTo>
                  <a:pt x="309869" y="703580"/>
                </a:lnTo>
                <a:lnTo>
                  <a:pt x="305108" y="700088"/>
                </a:lnTo>
                <a:lnTo>
                  <a:pt x="300982" y="695960"/>
                </a:lnTo>
                <a:lnTo>
                  <a:pt x="296857" y="691515"/>
                </a:lnTo>
                <a:lnTo>
                  <a:pt x="293366" y="686753"/>
                </a:lnTo>
                <a:lnTo>
                  <a:pt x="290192" y="681673"/>
                </a:lnTo>
                <a:lnTo>
                  <a:pt x="287653" y="676275"/>
                </a:lnTo>
                <a:lnTo>
                  <a:pt x="285432" y="670878"/>
                </a:lnTo>
                <a:lnTo>
                  <a:pt x="284162" y="664528"/>
                </a:lnTo>
                <a:lnTo>
                  <a:pt x="282893" y="658813"/>
                </a:lnTo>
                <a:lnTo>
                  <a:pt x="282575" y="652145"/>
                </a:lnTo>
                <a:lnTo>
                  <a:pt x="282893" y="646113"/>
                </a:lnTo>
                <a:lnTo>
                  <a:pt x="284162" y="639763"/>
                </a:lnTo>
                <a:lnTo>
                  <a:pt x="285432" y="634048"/>
                </a:lnTo>
                <a:lnTo>
                  <a:pt x="287653" y="628650"/>
                </a:lnTo>
                <a:lnTo>
                  <a:pt x="290192" y="623253"/>
                </a:lnTo>
                <a:lnTo>
                  <a:pt x="293366" y="617855"/>
                </a:lnTo>
                <a:lnTo>
                  <a:pt x="296857" y="613410"/>
                </a:lnTo>
                <a:lnTo>
                  <a:pt x="300982" y="608965"/>
                </a:lnTo>
                <a:lnTo>
                  <a:pt x="305108" y="604838"/>
                </a:lnTo>
                <a:lnTo>
                  <a:pt x="309869" y="601345"/>
                </a:lnTo>
                <a:lnTo>
                  <a:pt x="314946" y="598488"/>
                </a:lnTo>
                <a:lnTo>
                  <a:pt x="320342" y="595630"/>
                </a:lnTo>
                <a:lnTo>
                  <a:pt x="326054" y="593725"/>
                </a:lnTo>
                <a:lnTo>
                  <a:pt x="331767" y="592138"/>
                </a:lnTo>
                <a:lnTo>
                  <a:pt x="338114" y="591185"/>
                </a:lnTo>
                <a:lnTo>
                  <a:pt x="344144" y="590550"/>
                </a:lnTo>
                <a:close/>
                <a:moveTo>
                  <a:pt x="1750865" y="411163"/>
                </a:moveTo>
                <a:lnTo>
                  <a:pt x="1754043" y="411481"/>
                </a:lnTo>
                <a:lnTo>
                  <a:pt x="1757540" y="411798"/>
                </a:lnTo>
                <a:lnTo>
                  <a:pt x="1760718" y="413068"/>
                </a:lnTo>
                <a:lnTo>
                  <a:pt x="1764214" y="414021"/>
                </a:lnTo>
                <a:lnTo>
                  <a:pt x="1767710" y="414973"/>
                </a:lnTo>
                <a:lnTo>
                  <a:pt x="1770889" y="416878"/>
                </a:lnTo>
                <a:lnTo>
                  <a:pt x="1777563" y="421006"/>
                </a:lnTo>
                <a:lnTo>
                  <a:pt x="1784555" y="425768"/>
                </a:lnTo>
                <a:lnTo>
                  <a:pt x="1790912" y="431166"/>
                </a:lnTo>
                <a:lnTo>
                  <a:pt x="1797904" y="437198"/>
                </a:lnTo>
                <a:lnTo>
                  <a:pt x="1812207" y="451486"/>
                </a:lnTo>
                <a:lnTo>
                  <a:pt x="1827145" y="466408"/>
                </a:lnTo>
                <a:lnTo>
                  <a:pt x="1836680" y="476251"/>
                </a:lnTo>
                <a:lnTo>
                  <a:pt x="1851935" y="491173"/>
                </a:lnTo>
                <a:lnTo>
                  <a:pt x="1865920" y="505461"/>
                </a:lnTo>
                <a:lnTo>
                  <a:pt x="1872277" y="512446"/>
                </a:lnTo>
                <a:lnTo>
                  <a:pt x="1877680" y="519431"/>
                </a:lnTo>
                <a:lnTo>
                  <a:pt x="1882447" y="525781"/>
                </a:lnTo>
                <a:lnTo>
                  <a:pt x="1886579" y="532766"/>
                </a:lnTo>
                <a:lnTo>
                  <a:pt x="1888486" y="536258"/>
                </a:lnTo>
                <a:lnTo>
                  <a:pt x="1889439" y="539433"/>
                </a:lnTo>
                <a:lnTo>
                  <a:pt x="1891029" y="542608"/>
                </a:lnTo>
                <a:lnTo>
                  <a:pt x="1891664" y="546101"/>
                </a:lnTo>
                <a:lnTo>
                  <a:pt x="1891982" y="549593"/>
                </a:lnTo>
                <a:lnTo>
                  <a:pt x="1892300" y="552768"/>
                </a:lnTo>
                <a:lnTo>
                  <a:pt x="1892300" y="556261"/>
                </a:lnTo>
                <a:lnTo>
                  <a:pt x="1891664" y="559753"/>
                </a:lnTo>
                <a:lnTo>
                  <a:pt x="1891029" y="562928"/>
                </a:lnTo>
                <a:lnTo>
                  <a:pt x="1889757" y="566738"/>
                </a:lnTo>
                <a:lnTo>
                  <a:pt x="1888486" y="570231"/>
                </a:lnTo>
                <a:lnTo>
                  <a:pt x="1886261" y="574041"/>
                </a:lnTo>
                <a:lnTo>
                  <a:pt x="1884036" y="577533"/>
                </a:lnTo>
                <a:lnTo>
                  <a:pt x="1881176" y="581343"/>
                </a:lnTo>
                <a:lnTo>
                  <a:pt x="1877680" y="585153"/>
                </a:lnTo>
                <a:lnTo>
                  <a:pt x="1874184" y="588963"/>
                </a:lnTo>
                <a:lnTo>
                  <a:pt x="1476895" y="985838"/>
                </a:lnTo>
                <a:lnTo>
                  <a:pt x="1472763" y="989966"/>
                </a:lnTo>
                <a:lnTo>
                  <a:pt x="1468313" y="993458"/>
                </a:lnTo>
                <a:lnTo>
                  <a:pt x="1464182" y="996633"/>
                </a:lnTo>
                <a:lnTo>
                  <a:pt x="1459732" y="999808"/>
                </a:lnTo>
                <a:lnTo>
                  <a:pt x="1455282" y="1002348"/>
                </a:lnTo>
                <a:lnTo>
                  <a:pt x="1450515" y="1004888"/>
                </a:lnTo>
                <a:lnTo>
                  <a:pt x="1446065" y="1007111"/>
                </a:lnTo>
                <a:lnTo>
                  <a:pt x="1440980" y="1009016"/>
                </a:lnTo>
                <a:lnTo>
                  <a:pt x="1436212" y="1010921"/>
                </a:lnTo>
                <a:lnTo>
                  <a:pt x="1431445" y="1012826"/>
                </a:lnTo>
                <a:lnTo>
                  <a:pt x="1426360" y="1013778"/>
                </a:lnTo>
                <a:lnTo>
                  <a:pt x="1421274" y="1015366"/>
                </a:lnTo>
                <a:lnTo>
                  <a:pt x="1416507" y="1016001"/>
                </a:lnTo>
                <a:lnTo>
                  <a:pt x="1411422" y="1016953"/>
                </a:lnTo>
                <a:lnTo>
                  <a:pt x="1406336" y="1017271"/>
                </a:lnTo>
                <a:lnTo>
                  <a:pt x="1401569" y="1017588"/>
                </a:lnTo>
                <a:lnTo>
                  <a:pt x="1396484" y="1017588"/>
                </a:lnTo>
                <a:lnTo>
                  <a:pt x="1391716" y="1017271"/>
                </a:lnTo>
                <a:lnTo>
                  <a:pt x="1386949" y="1016953"/>
                </a:lnTo>
                <a:lnTo>
                  <a:pt x="1382499" y="1015683"/>
                </a:lnTo>
                <a:lnTo>
                  <a:pt x="1377731" y="1015048"/>
                </a:lnTo>
                <a:lnTo>
                  <a:pt x="1373282" y="1013461"/>
                </a:lnTo>
                <a:lnTo>
                  <a:pt x="1368832" y="1012191"/>
                </a:lnTo>
                <a:lnTo>
                  <a:pt x="1364700" y="1010286"/>
                </a:lnTo>
                <a:lnTo>
                  <a:pt x="1360886" y="1008063"/>
                </a:lnTo>
                <a:lnTo>
                  <a:pt x="1357072" y="1005523"/>
                </a:lnTo>
                <a:lnTo>
                  <a:pt x="1353576" y="1002983"/>
                </a:lnTo>
                <a:lnTo>
                  <a:pt x="1350080" y="1000126"/>
                </a:lnTo>
                <a:lnTo>
                  <a:pt x="1347220" y="996633"/>
                </a:lnTo>
                <a:lnTo>
                  <a:pt x="1344359" y="993458"/>
                </a:lnTo>
                <a:lnTo>
                  <a:pt x="1341817" y="989331"/>
                </a:lnTo>
                <a:lnTo>
                  <a:pt x="1339274" y="985521"/>
                </a:lnTo>
                <a:lnTo>
                  <a:pt x="1337367" y="981076"/>
                </a:lnTo>
                <a:lnTo>
                  <a:pt x="1335778" y="976313"/>
                </a:lnTo>
                <a:lnTo>
                  <a:pt x="1326561" y="967106"/>
                </a:lnTo>
                <a:lnTo>
                  <a:pt x="1322111" y="965518"/>
                </a:lnTo>
                <a:lnTo>
                  <a:pt x="1317979" y="963296"/>
                </a:lnTo>
                <a:lnTo>
                  <a:pt x="1314165" y="961073"/>
                </a:lnTo>
                <a:lnTo>
                  <a:pt x="1310351" y="958851"/>
                </a:lnTo>
                <a:lnTo>
                  <a:pt x="1307173" y="956311"/>
                </a:lnTo>
                <a:lnTo>
                  <a:pt x="1303995" y="953453"/>
                </a:lnTo>
                <a:lnTo>
                  <a:pt x="1301134" y="950913"/>
                </a:lnTo>
                <a:lnTo>
                  <a:pt x="1298274" y="948056"/>
                </a:lnTo>
                <a:lnTo>
                  <a:pt x="1295731" y="944563"/>
                </a:lnTo>
                <a:lnTo>
                  <a:pt x="1293824" y="941706"/>
                </a:lnTo>
                <a:lnTo>
                  <a:pt x="1291599" y="938531"/>
                </a:lnTo>
                <a:lnTo>
                  <a:pt x="1289692" y="935038"/>
                </a:lnTo>
                <a:lnTo>
                  <a:pt x="1288103" y="931546"/>
                </a:lnTo>
                <a:lnTo>
                  <a:pt x="1286832" y="928371"/>
                </a:lnTo>
                <a:lnTo>
                  <a:pt x="1284607" y="921068"/>
                </a:lnTo>
                <a:lnTo>
                  <a:pt x="1283336" y="913448"/>
                </a:lnTo>
                <a:lnTo>
                  <a:pt x="1282700" y="905511"/>
                </a:lnTo>
                <a:lnTo>
                  <a:pt x="1283018" y="897573"/>
                </a:lnTo>
                <a:lnTo>
                  <a:pt x="1283971" y="889953"/>
                </a:lnTo>
                <a:lnTo>
                  <a:pt x="1285560" y="882016"/>
                </a:lnTo>
                <a:lnTo>
                  <a:pt x="1287785" y="874078"/>
                </a:lnTo>
                <a:lnTo>
                  <a:pt x="1290646" y="866141"/>
                </a:lnTo>
                <a:lnTo>
                  <a:pt x="1294142" y="858521"/>
                </a:lnTo>
                <a:lnTo>
                  <a:pt x="1298909" y="849948"/>
                </a:lnTo>
                <a:lnTo>
                  <a:pt x="1304313" y="841376"/>
                </a:lnTo>
                <a:lnTo>
                  <a:pt x="1310351" y="833756"/>
                </a:lnTo>
                <a:lnTo>
                  <a:pt x="1317026" y="826136"/>
                </a:lnTo>
                <a:lnTo>
                  <a:pt x="1714315" y="429261"/>
                </a:lnTo>
                <a:lnTo>
                  <a:pt x="1718446" y="425768"/>
                </a:lnTo>
                <a:lnTo>
                  <a:pt x="1721943" y="422276"/>
                </a:lnTo>
                <a:lnTo>
                  <a:pt x="1726074" y="419736"/>
                </a:lnTo>
                <a:lnTo>
                  <a:pt x="1729571" y="417196"/>
                </a:lnTo>
                <a:lnTo>
                  <a:pt x="1733384" y="415608"/>
                </a:lnTo>
                <a:lnTo>
                  <a:pt x="1736881" y="414021"/>
                </a:lnTo>
                <a:lnTo>
                  <a:pt x="1740377" y="412433"/>
                </a:lnTo>
                <a:lnTo>
                  <a:pt x="1743873" y="411798"/>
                </a:lnTo>
                <a:lnTo>
                  <a:pt x="1747051" y="411481"/>
                </a:lnTo>
                <a:lnTo>
                  <a:pt x="1750865" y="411163"/>
                </a:lnTo>
                <a:close/>
                <a:moveTo>
                  <a:pt x="198373" y="319088"/>
                </a:moveTo>
                <a:lnTo>
                  <a:pt x="1557783" y="319088"/>
                </a:lnTo>
                <a:lnTo>
                  <a:pt x="1453042" y="423822"/>
                </a:lnTo>
                <a:lnTo>
                  <a:pt x="315492" y="423822"/>
                </a:lnTo>
                <a:lnTo>
                  <a:pt x="305336" y="424140"/>
                </a:lnTo>
                <a:lnTo>
                  <a:pt x="295179" y="424774"/>
                </a:lnTo>
                <a:lnTo>
                  <a:pt x="285340" y="426361"/>
                </a:lnTo>
                <a:lnTo>
                  <a:pt x="275500" y="427631"/>
                </a:lnTo>
                <a:lnTo>
                  <a:pt x="265979" y="429852"/>
                </a:lnTo>
                <a:lnTo>
                  <a:pt x="256457" y="433026"/>
                </a:lnTo>
                <a:lnTo>
                  <a:pt x="247570" y="435882"/>
                </a:lnTo>
                <a:lnTo>
                  <a:pt x="238365" y="439374"/>
                </a:lnTo>
                <a:lnTo>
                  <a:pt x="229478" y="443499"/>
                </a:lnTo>
                <a:lnTo>
                  <a:pt x="221226" y="447943"/>
                </a:lnTo>
                <a:lnTo>
                  <a:pt x="212973" y="452703"/>
                </a:lnTo>
                <a:lnTo>
                  <a:pt x="204721" y="457781"/>
                </a:lnTo>
                <a:lnTo>
                  <a:pt x="196786" y="463494"/>
                </a:lnTo>
                <a:lnTo>
                  <a:pt x="189486" y="469207"/>
                </a:lnTo>
                <a:lnTo>
                  <a:pt x="182186" y="475554"/>
                </a:lnTo>
                <a:lnTo>
                  <a:pt x="175203" y="481902"/>
                </a:lnTo>
                <a:lnTo>
                  <a:pt x="168855" y="488884"/>
                </a:lnTo>
                <a:lnTo>
                  <a:pt x="162507" y="496184"/>
                </a:lnTo>
                <a:lnTo>
                  <a:pt x="156794" y="503483"/>
                </a:lnTo>
                <a:lnTo>
                  <a:pt x="151398" y="511100"/>
                </a:lnTo>
                <a:lnTo>
                  <a:pt x="145685" y="519670"/>
                </a:lnTo>
                <a:lnTo>
                  <a:pt x="140924" y="527604"/>
                </a:lnTo>
                <a:lnTo>
                  <a:pt x="136798" y="536490"/>
                </a:lnTo>
                <a:lnTo>
                  <a:pt x="132672" y="545060"/>
                </a:lnTo>
                <a:lnTo>
                  <a:pt x="129498" y="554263"/>
                </a:lnTo>
                <a:lnTo>
                  <a:pt x="126007" y="563150"/>
                </a:lnTo>
                <a:lnTo>
                  <a:pt x="123468" y="572671"/>
                </a:lnTo>
                <a:lnTo>
                  <a:pt x="121246" y="582193"/>
                </a:lnTo>
                <a:lnTo>
                  <a:pt x="119659" y="592031"/>
                </a:lnTo>
                <a:lnTo>
                  <a:pt x="118072" y="601870"/>
                </a:lnTo>
                <a:lnTo>
                  <a:pt x="117437" y="612026"/>
                </a:lnTo>
                <a:lnTo>
                  <a:pt x="117437" y="622182"/>
                </a:lnTo>
                <a:lnTo>
                  <a:pt x="117437" y="1633658"/>
                </a:lnTo>
                <a:lnTo>
                  <a:pt x="117437" y="1643814"/>
                </a:lnTo>
                <a:lnTo>
                  <a:pt x="118072" y="1653970"/>
                </a:lnTo>
                <a:lnTo>
                  <a:pt x="119659" y="1663808"/>
                </a:lnTo>
                <a:lnTo>
                  <a:pt x="121246" y="1673647"/>
                </a:lnTo>
                <a:lnTo>
                  <a:pt x="123468" y="1683168"/>
                </a:lnTo>
                <a:lnTo>
                  <a:pt x="126007" y="1692689"/>
                </a:lnTo>
                <a:lnTo>
                  <a:pt x="129498" y="1701576"/>
                </a:lnTo>
                <a:lnTo>
                  <a:pt x="132672" y="1710780"/>
                </a:lnTo>
                <a:lnTo>
                  <a:pt x="136798" y="1719666"/>
                </a:lnTo>
                <a:lnTo>
                  <a:pt x="140924" y="1728235"/>
                </a:lnTo>
                <a:lnTo>
                  <a:pt x="145685" y="1736170"/>
                </a:lnTo>
                <a:lnTo>
                  <a:pt x="151398" y="1744739"/>
                </a:lnTo>
                <a:lnTo>
                  <a:pt x="156794" y="1752356"/>
                </a:lnTo>
                <a:lnTo>
                  <a:pt x="162507" y="1759656"/>
                </a:lnTo>
                <a:lnTo>
                  <a:pt x="168855" y="1766955"/>
                </a:lnTo>
                <a:lnTo>
                  <a:pt x="175203" y="1773938"/>
                </a:lnTo>
                <a:lnTo>
                  <a:pt x="182186" y="1780285"/>
                </a:lnTo>
                <a:lnTo>
                  <a:pt x="189486" y="1786633"/>
                </a:lnTo>
                <a:lnTo>
                  <a:pt x="196786" y="1792345"/>
                </a:lnTo>
                <a:lnTo>
                  <a:pt x="204721" y="1798375"/>
                </a:lnTo>
                <a:lnTo>
                  <a:pt x="212973" y="1803453"/>
                </a:lnTo>
                <a:lnTo>
                  <a:pt x="221226" y="1808214"/>
                </a:lnTo>
                <a:lnTo>
                  <a:pt x="229478" y="1812340"/>
                </a:lnTo>
                <a:lnTo>
                  <a:pt x="238365" y="1816466"/>
                </a:lnTo>
                <a:lnTo>
                  <a:pt x="247570" y="1819640"/>
                </a:lnTo>
                <a:lnTo>
                  <a:pt x="256457" y="1823131"/>
                </a:lnTo>
                <a:lnTo>
                  <a:pt x="265979" y="1825670"/>
                </a:lnTo>
                <a:lnTo>
                  <a:pt x="275500" y="1827891"/>
                </a:lnTo>
                <a:lnTo>
                  <a:pt x="285340" y="1829478"/>
                </a:lnTo>
                <a:lnTo>
                  <a:pt x="295179" y="1831065"/>
                </a:lnTo>
                <a:lnTo>
                  <a:pt x="305336" y="1831700"/>
                </a:lnTo>
                <a:lnTo>
                  <a:pt x="315492" y="1831700"/>
                </a:lnTo>
                <a:lnTo>
                  <a:pt x="1632371" y="1831700"/>
                </a:lnTo>
                <a:lnTo>
                  <a:pt x="1642527" y="1831700"/>
                </a:lnTo>
                <a:lnTo>
                  <a:pt x="1652367" y="1831065"/>
                </a:lnTo>
                <a:lnTo>
                  <a:pt x="1662523" y="1829478"/>
                </a:lnTo>
                <a:lnTo>
                  <a:pt x="1672045" y="1827891"/>
                </a:lnTo>
                <a:lnTo>
                  <a:pt x="1681885" y="1825670"/>
                </a:lnTo>
                <a:lnTo>
                  <a:pt x="1691089" y="1823131"/>
                </a:lnTo>
                <a:lnTo>
                  <a:pt x="1700611" y="1819640"/>
                </a:lnTo>
                <a:lnTo>
                  <a:pt x="1709181" y="1816466"/>
                </a:lnTo>
                <a:lnTo>
                  <a:pt x="1718385" y="1812340"/>
                </a:lnTo>
                <a:lnTo>
                  <a:pt x="1726637" y="1808214"/>
                </a:lnTo>
                <a:lnTo>
                  <a:pt x="1735207" y="1803453"/>
                </a:lnTo>
                <a:lnTo>
                  <a:pt x="1743142" y="1798375"/>
                </a:lnTo>
                <a:lnTo>
                  <a:pt x="1750760" y="1792345"/>
                </a:lnTo>
                <a:lnTo>
                  <a:pt x="1758377" y="1786633"/>
                </a:lnTo>
                <a:lnTo>
                  <a:pt x="1765677" y="1780285"/>
                </a:lnTo>
                <a:lnTo>
                  <a:pt x="1772660" y="1773938"/>
                </a:lnTo>
                <a:lnTo>
                  <a:pt x="1779325" y="1766955"/>
                </a:lnTo>
                <a:lnTo>
                  <a:pt x="1785356" y="1759973"/>
                </a:lnTo>
                <a:lnTo>
                  <a:pt x="1791069" y="1752356"/>
                </a:lnTo>
                <a:lnTo>
                  <a:pt x="1796782" y="1744739"/>
                </a:lnTo>
                <a:lnTo>
                  <a:pt x="1801861" y="1736805"/>
                </a:lnTo>
                <a:lnTo>
                  <a:pt x="1806621" y="1728235"/>
                </a:lnTo>
                <a:lnTo>
                  <a:pt x="1810748" y="1719666"/>
                </a:lnTo>
                <a:lnTo>
                  <a:pt x="1814874" y="1710780"/>
                </a:lnTo>
                <a:lnTo>
                  <a:pt x="1818683" y="1702211"/>
                </a:lnTo>
                <a:lnTo>
                  <a:pt x="1821857" y="1692689"/>
                </a:lnTo>
                <a:lnTo>
                  <a:pt x="1824396" y="1683168"/>
                </a:lnTo>
                <a:lnTo>
                  <a:pt x="1826617" y="1673647"/>
                </a:lnTo>
                <a:lnTo>
                  <a:pt x="1828522" y="1663808"/>
                </a:lnTo>
                <a:lnTo>
                  <a:pt x="1829474" y="1653970"/>
                </a:lnTo>
                <a:lnTo>
                  <a:pt x="1830109" y="1643814"/>
                </a:lnTo>
                <a:lnTo>
                  <a:pt x="1830426" y="1633658"/>
                </a:lnTo>
                <a:lnTo>
                  <a:pt x="1830426" y="1113162"/>
                </a:lnTo>
                <a:lnTo>
                  <a:pt x="1830426" y="773570"/>
                </a:lnTo>
                <a:lnTo>
                  <a:pt x="1947863" y="656458"/>
                </a:lnTo>
                <a:lnTo>
                  <a:pt x="1947863" y="1738391"/>
                </a:lnTo>
                <a:lnTo>
                  <a:pt x="1947546" y="1748865"/>
                </a:lnTo>
                <a:lnTo>
                  <a:pt x="1946911" y="1758704"/>
                </a:lnTo>
                <a:lnTo>
                  <a:pt x="1945324" y="1768860"/>
                </a:lnTo>
                <a:lnTo>
                  <a:pt x="1943419" y="1778063"/>
                </a:lnTo>
                <a:lnTo>
                  <a:pt x="1941198" y="1787902"/>
                </a:lnTo>
                <a:lnTo>
                  <a:pt x="1938659" y="1797423"/>
                </a:lnTo>
                <a:lnTo>
                  <a:pt x="1935802" y="1806627"/>
                </a:lnTo>
                <a:lnTo>
                  <a:pt x="1932311" y="1815831"/>
                </a:lnTo>
                <a:lnTo>
                  <a:pt x="1928184" y="1824400"/>
                </a:lnTo>
                <a:lnTo>
                  <a:pt x="1923741" y="1832969"/>
                </a:lnTo>
                <a:lnTo>
                  <a:pt x="1918980" y="1841221"/>
                </a:lnTo>
                <a:lnTo>
                  <a:pt x="1913902" y="1849156"/>
                </a:lnTo>
                <a:lnTo>
                  <a:pt x="1908188" y="1856773"/>
                </a:lnTo>
                <a:lnTo>
                  <a:pt x="1902475" y="1864707"/>
                </a:lnTo>
                <a:lnTo>
                  <a:pt x="1896127" y="1871689"/>
                </a:lnTo>
                <a:lnTo>
                  <a:pt x="1889462" y="1878671"/>
                </a:lnTo>
                <a:lnTo>
                  <a:pt x="1882797" y="1885336"/>
                </a:lnTo>
                <a:lnTo>
                  <a:pt x="1875497" y="1891366"/>
                </a:lnTo>
                <a:lnTo>
                  <a:pt x="1868197" y="1897397"/>
                </a:lnTo>
                <a:lnTo>
                  <a:pt x="1860579" y="1902792"/>
                </a:lnTo>
                <a:lnTo>
                  <a:pt x="1852327" y="1907870"/>
                </a:lnTo>
                <a:lnTo>
                  <a:pt x="1844074" y="1912631"/>
                </a:lnTo>
                <a:lnTo>
                  <a:pt x="1835187" y="1917074"/>
                </a:lnTo>
                <a:lnTo>
                  <a:pt x="1826617" y="1920882"/>
                </a:lnTo>
                <a:lnTo>
                  <a:pt x="1817413" y="1924691"/>
                </a:lnTo>
                <a:lnTo>
                  <a:pt x="1808209" y="1927865"/>
                </a:lnTo>
                <a:lnTo>
                  <a:pt x="1799004" y="1930404"/>
                </a:lnTo>
                <a:lnTo>
                  <a:pt x="1789482" y="1932625"/>
                </a:lnTo>
                <a:lnTo>
                  <a:pt x="1779643" y="1934530"/>
                </a:lnTo>
                <a:lnTo>
                  <a:pt x="1769803" y="1935482"/>
                </a:lnTo>
                <a:lnTo>
                  <a:pt x="1759647" y="1936434"/>
                </a:lnTo>
                <a:lnTo>
                  <a:pt x="1749173" y="1936751"/>
                </a:lnTo>
                <a:lnTo>
                  <a:pt x="198373" y="1936751"/>
                </a:lnTo>
                <a:lnTo>
                  <a:pt x="188216" y="1936434"/>
                </a:lnTo>
                <a:lnTo>
                  <a:pt x="178377" y="1935482"/>
                </a:lnTo>
                <a:lnTo>
                  <a:pt x="168538" y="1934530"/>
                </a:lnTo>
                <a:lnTo>
                  <a:pt x="158699" y="1932625"/>
                </a:lnTo>
                <a:lnTo>
                  <a:pt x="148859" y="1930404"/>
                </a:lnTo>
                <a:lnTo>
                  <a:pt x="139655" y="1927865"/>
                </a:lnTo>
                <a:lnTo>
                  <a:pt x="130133" y="1924691"/>
                </a:lnTo>
                <a:lnTo>
                  <a:pt x="121246" y="1920882"/>
                </a:lnTo>
                <a:lnTo>
                  <a:pt x="112359" y="1917074"/>
                </a:lnTo>
                <a:lnTo>
                  <a:pt x="103789" y="1912631"/>
                </a:lnTo>
                <a:lnTo>
                  <a:pt x="95537" y="1907870"/>
                </a:lnTo>
                <a:lnTo>
                  <a:pt x="87602" y="1902792"/>
                </a:lnTo>
                <a:lnTo>
                  <a:pt x="79984" y="1897397"/>
                </a:lnTo>
                <a:lnTo>
                  <a:pt x="72049" y="1891366"/>
                </a:lnTo>
                <a:lnTo>
                  <a:pt x="65067" y="1885336"/>
                </a:lnTo>
                <a:lnTo>
                  <a:pt x="58084" y="1878671"/>
                </a:lnTo>
                <a:lnTo>
                  <a:pt x="51418" y="1871689"/>
                </a:lnTo>
                <a:lnTo>
                  <a:pt x="45388" y="1864707"/>
                </a:lnTo>
                <a:lnTo>
                  <a:pt x="39357" y="1856773"/>
                </a:lnTo>
                <a:lnTo>
                  <a:pt x="33962" y="1849156"/>
                </a:lnTo>
                <a:lnTo>
                  <a:pt x="28883" y="1841221"/>
                </a:lnTo>
                <a:lnTo>
                  <a:pt x="24122" y="1832969"/>
                </a:lnTo>
                <a:lnTo>
                  <a:pt x="19679" y="1824400"/>
                </a:lnTo>
                <a:lnTo>
                  <a:pt x="15870" y="1815831"/>
                </a:lnTo>
                <a:lnTo>
                  <a:pt x="12061" y="1806627"/>
                </a:lnTo>
                <a:lnTo>
                  <a:pt x="8887" y="1797423"/>
                </a:lnTo>
                <a:lnTo>
                  <a:pt x="6348" y="1787902"/>
                </a:lnTo>
                <a:lnTo>
                  <a:pt x="4126" y="1778063"/>
                </a:lnTo>
                <a:lnTo>
                  <a:pt x="2222" y="1768860"/>
                </a:lnTo>
                <a:lnTo>
                  <a:pt x="1270" y="1758704"/>
                </a:lnTo>
                <a:lnTo>
                  <a:pt x="318" y="1748865"/>
                </a:lnTo>
                <a:lnTo>
                  <a:pt x="0" y="1738391"/>
                </a:lnTo>
                <a:lnTo>
                  <a:pt x="0" y="517448"/>
                </a:lnTo>
                <a:lnTo>
                  <a:pt x="318" y="507292"/>
                </a:lnTo>
                <a:lnTo>
                  <a:pt x="1270" y="497453"/>
                </a:lnTo>
                <a:lnTo>
                  <a:pt x="2222" y="487297"/>
                </a:lnTo>
                <a:lnTo>
                  <a:pt x="4126" y="477776"/>
                </a:lnTo>
                <a:lnTo>
                  <a:pt x="6348" y="467937"/>
                </a:lnTo>
                <a:lnTo>
                  <a:pt x="8887" y="458416"/>
                </a:lnTo>
                <a:lnTo>
                  <a:pt x="12061" y="449212"/>
                </a:lnTo>
                <a:lnTo>
                  <a:pt x="15870" y="440008"/>
                </a:lnTo>
                <a:lnTo>
                  <a:pt x="19679" y="431439"/>
                </a:lnTo>
                <a:lnTo>
                  <a:pt x="24122" y="423187"/>
                </a:lnTo>
                <a:lnTo>
                  <a:pt x="28883" y="414618"/>
                </a:lnTo>
                <a:lnTo>
                  <a:pt x="33962" y="406684"/>
                </a:lnTo>
                <a:lnTo>
                  <a:pt x="39357" y="399067"/>
                </a:lnTo>
                <a:lnTo>
                  <a:pt x="45388" y="391450"/>
                </a:lnTo>
                <a:lnTo>
                  <a:pt x="51418" y="384150"/>
                </a:lnTo>
                <a:lnTo>
                  <a:pt x="58084" y="377168"/>
                </a:lnTo>
                <a:lnTo>
                  <a:pt x="65067" y="370503"/>
                </a:lnTo>
                <a:lnTo>
                  <a:pt x="72049" y="364473"/>
                </a:lnTo>
                <a:lnTo>
                  <a:pt x="79984" y="358443"/>
                </a:lnTo>
                <a:lnTo>
                  <a:pt x="87602" y="353047"/>
                </a:lnTo>
                <a:lnTo>
                  <a:pt x="95537" y="347969"/>
                </a:lnTo>
                <a:lnTo>
                  <a:pt x="103789" y="343209"/>
                </a:lnTo>
                <a:lnTo>
                  <a:pt x="112359" y="338766"/>
                </a:lnTo>
                <a:lnTo>
                  <a:pt x="121246" y="334957"/>
                </a:lnTo>
                <a:lnTo>
                  <a:pt x="130133" y="331149"/>
                </a:lnTo>
                <a:lnTo>
                  <a:pt x="139655" y="328292"/>
                </a:lnTo>
                <a:lnTo>
                  <a:pt x="148859" y="325436"/>
                </a:lnTo>
                <a:lnTo>
                  <a:pt x="158699" y="323214"/>
                </a:lnTo>
                <a:lnTo>
                  <a:pt x="168538" y="321310"/>
                </a:lnTo>
                <a:lnTo>
                  <a:pt x="178377" y="320358"/>
                </a:lnTo>
                <a:lnTo>
                  <a:pt x="188216" y="319723"/>
                </a:lnTo>
                <a:lnTo>
                  <a:pt x="198373" y="319088"/>
                </a:lnTo>
                <a:close/>
                <a:moveTo>
                  <a:pt x="2076641" y="106363"/>
                </a:moveTo>
                <a:lnTo>
                  <a:pt x="2082030" y="106363"/>
                </a:lnTo>
                <a:lnTo>
                  <a:pt x="2087102" y="106363"/>
                </a:lnTo>
                <a:lnTo>
                  <a:pt x="2092174" y="106679"/>
                </a:lnTo>
                <a:lnTo>
                  <a:pt x="2097246" y="107313"/>
                </a:lnTo>
                <a:lnTo>
                  <a:pt x="2102318" y="108263"/>
                </a:lnTo>
                <a:lnTo>
                  <a:pt x="2107390" y="109213"/>
                </a:lnTo>
                <a:lnTo>
                  <a:pt x="2112145" y="110797"/>
                </a:lnTo>
                <a:lnTo>
                  <a:pt x="2117217" y="112064"/>
                </a:lnTo>
                <a:lnTo>
                  <a:pt x="2121972" y="113965"/>
                </a:lnTo>
                <a:lnTo>
                  <a:pt x="2126727" y="116182"/>
                </a:lnTo>
                <a:lnTo>
                  <a:pt x="2131482" y="118399"/>
                </a:lnTo>
                <a:lnTo>
                  <a:pt x="2136237" y="120933"/>
                </a:lnTo>
                <a:lnTo>
                  <a:pt x="2140358" y="123784"/>
                </a:lnTo>
                <a:lnTo>
                  <a:pt x="2144796" y="126634"/>
                </a:lnTo>
                <a:lnTo>
                  <a:pt x="2148916" y="130119"/>
                </a:lnTo>
                <a:lnTo>
                  <a:pt x="2153354" y="133603"/>
                </a:lnTo>
                <a:lnTo>
                  <a:pt x="2157158" y="137087"/>
                </a:lnTo>
                <a:lnTo>
                  <a:pt x="2166351" y="146589"/>
                </a:lnTo>
                <a:lnTo>
                  <a:pt x="2169838" y="150707"/>
                </a:lnTo>
                <a:lnTo>
                  <a:pt x="2173642" y="154825"/>
                </a:lnTo>
                <a:lnTo>
                  <a:pt x="2176812" y="158626"/>
                </a:lnTo>
                <a:lnTo>
                  <a:pt x="2179665" y="163060"/>
                </a:lnTo>
                <a:lnTo>
                  <a:pt x="2182835" y="167811"/>
                </a:lnTo>
                <a:lnTo>
                  <a:pt x="2185371" y="172246"/>
                </a:lnTo>
                <a:lnTo>
                  <a:pt x="2187273" y="176997"/>
                </a:lnTo>
                <a:lnTo>
                  <a:pt x="2189492" y="181748"/>
                </a:lnTo>
                <a:lnTo>
                  <a:pt x="2191394" y="186183"/>
                </a:lnTo>
                <a:lnTo>
                  <a:pt x="2192979" y="191567"/>
                </a:lnTo>
                <a:lnTo>
                  <a:pt x="2194247" y="196002"/>
                </a:lnTo>
                <a:lnTo>
                  <a:pt x="2195515" y="201387"/>
                </a:lnTo>
                <a:lnTo>
                  <a:pt x="2196149" y="206454"/>
                </a:lnTo>
                <a:lnTo>
                  <a:pt x="2196783" y="211522"/>
                </a:lnTo>
                <a:lnTo>
                  <a:pt x="2197100" y="216590"/>
                </a:lnTo>
                <a:lnTo>
                  <a:pt x="2197100" y="221658"/>
                </a:lnTo>
                <a:lnTo>
                  <a:pt x="2197100" y="226726"/>
                </a:lnTo>
                <a:lnTo>
                  <a:pt x="2196783" y="231794"/>
                </a:lnTo>
                <a:lnTo>
                  <a:pt x="2196149" y="236862"/>
                </a:lnTo>
                <a:lnTo>
                  <a:pt x="2195515" y="241613"/>
                </a:lnTo>
                <a:lnTo>
                  <a:pt x="2194247" y="246681"/>
                </a:lnTo>
                <a:lnTo>
                  <a:pt x="2192979" y="251749"/>
                </a:lnTo>
                <a:lnTo>
                  <a:pt x="2191394" y="256500"/>
                </a:lnTo>
                <a:lnTo>
                  <a:pt x="2189492" y="261251"/>
                </a:lnTo>
                <a:lnTo>
                  <a:pt x="2187273" y="266319"/>
                </a:lnTo>
                <a:lnTo>
                  <a:pt x="2185371" y="270754"/>
                </a:lnTo>
                <a:lnTo>
                  <a:pt x="2182835" y="275505"/>
                </a:lnTo>
                <a:lnTo>
                  <a:pt x="2179665" y="279623"/>
                </a:lnTo>
                <a:lnTo>
                  <a:pt x="2176812" y="284057"/>
                </a:lnTo>
                <a:lnTo>
                  <a:pt x="2173642" y="288492"/>
                </a:lnTo>
                <a:lnTo>
                  <a:pt x="2169838" y="292609"/>
                </a:lnTo>
                <a:lnTo>
                  <a:pt x="2166351" y="296410"/>
                </a:lnTo>
                <a:lnTo>
                  <a:pt x="1970764" y="491843"/>
                </a:lnTo>
                <a:lnTo>
                  <a:pt x="1967277" y="495010"/>
                </a:lnTo>
                <a:lnTo>
                  <a:pt x="1963473" y="498178"/>
                </a:lnTo>
                <a:lnTo>
                  <a:pt x="1959986" y="500712"/>
                </a:lnTo>
                <a:lnTo>
                  <a:pt x="1956816" y="502612"/>
                </a:lnTo>
                <a:lnTo>
                  <a:pt x="1953329" y="504513"/>
                </a:lnTo>
                <a:lnTo>
                  <a:pt x="1950476" y="505463"/>
                </a:lnTo>
                <a:lnTo>
                  <a:pt x="1947623" y="505780"/>
                </a:lnTo>
                <a:lnTo>
                  <a:pt x="1944771" y="506413"/>
                </a:lnTo>
                <a:lnTo>
                  <a:pt x="1941918" y="505780"/>
                </a:lnTo>
                <a:lnTo>
                  <a:pt x="1939382" y="505463"/>
                </a:lnTo>
                <a:lnTo>
                  <a:pt x="1936846" y="504513"/>
                </a:lnTo>
                <a:lnTo>
                  <a:pt x="1933993" y="502929"/>
                </a:lnTo>
                <a:lnTo>
                  <a:pt x="1931457" y="501662"/>
                </a:lnTo>
                <a:lnTo>
                  <a:pt x="1928921" y="499445"/>
                </a:lnTo>
                <a:lnTo>
                  <a:pt x="1924166" y="494694"/>
                </a:lnTo>
                <a:lnTo>
                  <a:pt x="1919094" y="489309"/>
                </a:lnTo>
                <a:lnTo>
                  <a:pt x="1914022" y="482657"/>
                </a:lnTo>
                <a:lnTo>
                  <a:pt x="1903561" y="467770"/>
                </a:lnTo>
                <a:lnTo>
                  <a:pt x="1897855" y="459852"/>
                </a:lnTo>
                <a:lnTo>
                  <a:pt x="1891515" y="451616"/>
                </a:lnTo>
                <a:lnTo>
                  <a:pt x="1884541" y="443698"/>
                </a:lnTo>
                <a:lnTo>
                  <a:pt x="1877250" y="435779"/>
                </a:lnTo>
                <a:lnTo>
                  <a:pt x="1868057" y="426277"/>
                </a:lnTo>
                <a:lnTo>
                  <a:pt x="1859815" y="418991"/>
                </a:lnTo>
                <a:lnTo>
                  <a:pt x="1851890" y="412023"/>
                </a:lnTo>
                <a:lnTo>
                  <a:pt x="1843966" y="406005"/>
                </a:lnTo>
                <a:lnTo>
                  <a:pt x="1836041" y="399987"/>
                </a:lnTo>
                <a:lnTo>
                  <a:pt x="1820825" y="389217"/>
                </a:lnTo>
                <a:lnTo>
                  <a:pt x="1814485" y="384466"/>
                </a:lnTo>
                <a:lnTo>
                  <a:pt x="1808462" y="379398"/>
                </a:lnTo>
                <a:lnTo>
                  <a:pt x="1804024" y="374647"/>
                </a:lnTo>
                <a:lnTo>
                  <a:pt x="1802122" y="372113"/>
                </a:lnTo>
                <a:lnTo>
                  <a:pt x="1800220" y="369579"/>
                </a:lnTo>
                <a:lnTo>
                  <a:pt x="1798635" y="367045"/>
                </a:lnTo>
                <a:lnTo>
                  <a:pt x="1798001" y="364511"/>
                </a:lnTo>
                <a:lnTo>
                  <a:pt x="1797367" y="361660"/>
                </a:lnTo>
                <a:lnTo>
                  <a:pt x="1797050" y="359126"/>
                </a:lnTo>
                <a:lnTo>
                  <a:pt x="1797367" y="355959"/>
                </a:lnTo>
                <a:lnTo>
                  <a:pt x="1797684" y="353108"/>
                </a:lnTo>
                <a:lnTo>
                  <a:pt x="1798635" y="349941"/>
                </a:lnTo>
                <a:lnTo>
                  <a:pt x="1800220" y="346773"/>
                </a:lnTo>
                <a:lnTo>
                  <a:pt x="1802439" y="343289"/>
                </a:lnTo>
                <a:lnTo>
                  <a:pt x="1804975" y="340122"/>
                </a:lnTo>
                <a:lnTo>
                  <a:pt x="1807828" y="336637"/>
                </a:lnTo>
                <a:lnTo>
                  <a:pt x="1811632" y="332520"/>
                </a:lnTo>
                <a:lnTo>
                  <a:pt x="2006902" y="137087"/>
                </a:lnTo>
                <a:lnTo>
                  <a:pt x="2011023" y="133603"/>
                </a:lnTo>
                <a:lnTo>
                  <a:pt x="2014827" y="130119"/>
                </a:lnTo>
                <a:lnTo>
                  <a:pt x="2019265" y="126634"/>
                </a:lnTo>
                <a:lnTo>
                  <a:pt x="2023703" y="123784"/>
                </a:lnTo>
                <a:lnTo>
                  <a:pt x="2028141" y="120933"/>
                </a:lnTo>
                <a:lnTo>
                  <a:pt x="2032896" y="118399"/>
                </a:lnTo>
                <a:lnTo>
                  <a:pt x="2037017" y="116182"/>
                </a:lnTo>
                <a:lnTo>
                  <a:pt x="2041772" y="113965"/>
                </a:lnTo>
                <a:lnTo>
                  <a:pt x="2046843" y="112064"/>
                </a:lnTo>
                <a:lnTo>
                  <a:pt x="2051598" y="110797"/>
                </a:lnTo>
                <a:lnTo>
                  <a:pt x="2056670" y="109213"/>
                </a:lnTo>
                <a:lnTo>
                  <a:pt x="2061425" y="108263"/>
                </a:lnTo>
                <a:lnTo>
                  <a:pt x="2066497" y="107313"/>
                </a:lnTo>
                <a:lnTo>
                  <a:pt x="2071569" y="106679"/>
                </a:lnTo>
                <a:lnTo>
                  <a:pt x="2076641" y="106363"/>
                </a:lnTo>
                <a:close/>
                <a:moveTo>
                  <a:pt x="2213628" y="19050"/>
                </a:moveTo>
                <a:lnTo>
                  <a:pt x="2219371" y="19369"/>
                </a:lnTo>
                <a:lnTo>
                  <a:pt x="2225751" y="20007"/>
                </a:lnTo>
                <a:lnTo>
                  <a:pt x="2231493" y="21602"/>
                </a:lnTo>
                <a:lnTo>
                  <a:pt x="2237236" y="23516"/>
                </a:lnTo>
                <a:lnTo>
                  <a:pt x="2242978" y="26387"/>
                </a:lnTo>
                <a:lnTo>
                  <a:pt x="2248401" y="29258"/>
                </a:lnTo>
                <a:lnTo>
                  <a:pt x="2253506" y="33087"/>
                </a:lnTo>
                <a:lnTo>
                  <a:pt x="2258291" y="37234"/>
                </a:lnTo>
                <a:lnTo>
                  <a:pt x="2262757" y="42019"/>
                </a:lnTo>
                <a:lnTo>
                  <a:pt x="2266266" y="47123"/>
                </a:lnTo>
                <a:lnTo>
                  <a:pt x="2269457" y="52547"/>
                </a:lnTo>
                <a:lnTo>
                  <a:pt x="2272009" y="58608"/>
                </a:lnTo>
                <a:lnTo>
                  <a:pt x="2273923" y="64350"/>
                </a:lnTo>
                <a:lnTo>
                  <a:pt x="2275518" y="70412"/>
                </a:lnTo>
                <a:lnTo>
                  <a:pt x="2276475" y="76154"/>
                </a:lnTo>
                <a:lnTo>
                  <a:pt x="2276475" y="82216"/>
                </a:lnTo>
                <a:lnTo>
                  <a:pt x="2276475" y="88277"/>
                </a:lnTo>
                <a:lnTo>
                  <a:pt x="2275518" y="94338"/>
                </a:lnTo>
                <a:lnTo>
                  <a:pt x="2273923" y="100400"/>
                </a:lnTo>
                <a:lnTo>
                  <a:pt x="2272009" y="106142"/>
                </a:lnTo>
                <a:lnTo>
                  <a:pt x="2269457" y="111565"/>
                </a:lnTo>
                <a:lnTo>
                  <a:pt x="2266266" y="117308"/>
                </a:lnTo>
                <a:lnTo>
                  <a:pt x="2262757" y="122412"/>
                </a:lnTo>
                <a:lnTo>
                  <a:pt x="2258291" y="126878"/>
                </a:lnTo>
                <a:lnTo>
                  <a:pt x="2241064" y="144105"/>
                </a:lnTo>
                <a:lnTo>
                  <a:pt x="2236598" y="148253"/>
                </a:lnTo>
                <a:lnTo>
                  <a:pt x="2232769" y="150805"/>
                </a:lnTo>
                <a:lnTo>
                  <a:pt x="2230855" y="151443"/>
                </a:lnTo>
                <a:lnTo>
                  <a:pt x="2228941" y="152400"/>
                </a:lnTo>
                <a:lnTo>
                  <a:pt x="2227346" y="152400"/>
                </a:lnTo>
                <a:lnTo>
                  <a:pt x="2225751" y="152400"/>
                </a:lnTo>
                <a:lnTo>
                  <a:pt x="2224156" y="152081"/>
                </a:lnTo>
                <a:lnTo>
                  <a:pt x="2222880" y="151443"/>
                </a:lnTo>
                <a:lnTo>
                  <a:pt x="2220009" y="149848"/>
                </a:lnTo>
                <a:lnTo>
                  <a:pt x="2217456" y="147295"/>
                </a:lnTo>
                <a:lnTo>
                  <a:pt x="2214904" y="143786"/>
                </a:lnTo>
                <a:lnTo>
                  <a:pt x="2212352" y="140277"/>
                </a:lnTo>
                <a:lnTo>
                  <a:pt x="2209800" y="135811"/>
                </a:lnTo>
                <a:lnTo>
                  <a:pt x="2204058" y="126240"/>
                </a:lnTo>
                <a:lnTo>
                  <a:pt x="2201186" y="121455"/>
                </a:lnTo>
                <a:lnTo>
                  <a:pt x="2197358" y="116351"/>
                </a:lnTo>
                <a:lnTo>
                  <a:pt x="2193530" y="111246"/>
                </a:lnTo>
                <a:lnTo>
                  <a:pt x="2189064" y="106461"/>
                </a:lnTo>
                <a:lnTo>
                  <a:pt x="2184278" y="101995"/>
                </a:lnTo>
                <a:lnTo>
                  <a:pt x="2179493" y="98167"/>
                </a:lnTo>
                <a:lnTo>
                  <a:pt x="2174389" y="94657"/>
                </a:lnTo>
                <a:lnTo>
                  <a:pt x="2169285" y="91467"/>
                </a:lnTo>
                <a:lnTo>
                  <a:pt x="2159714" y="85725"/>
                </a:lnTo>
                <a:lnTo>
                  <a:pt x="2155248" y="83173"/>
                </a:lnTo>
                <a:lnTo>
                  <a:pt x="2151739" y="80620"/>
                </a:lnTo>
                <a:lnTo>
                  <a:pt x="2148229" y="78068"/>
                </a:lnTo>
                <a:lnTo>
                  <a:pt x="2145677" y="75516"/>
                </a:lnTo>
                <a:lnTo>
                  <a:pt x="2144082" y="72964"/>
                </a:lnTo>
                <a:lnTo>
                  <a:pt x="2143763" y="71369"/>
                </a:lnTo>
                <a:lnTo>
                  <a:pt x="2143125" y="69774"/>
                </a:lnTo>
                <a:lnTo>
                  <a:pt x="2143125" y="68179"/>
                </a:lnTo>
                <a:lnTo>
                  <a:pt x="2143763" y="66584"/>
                </a:lnTo>
                <a:lnTo>
                  <a:pt x="2144082" y="64669"/>
                </a:lnTo>
                <a:lnTo>
                  <a:pt x="2144720" y="63074"/>
                </a:lnTo>
                <a:lnTo>
                  <a:pt x="2147591" y="59246"/>
                </a:lnTo>
                <a:lnTo>
                  <a:pt x="2151419" y="54780"/>
                </a:lnTo>
                <a:lnTo>
                  <a:pt x="2168647" y="37234"/>
                </a:lnTo>
                <a:lnTo>
                  <a:pt x="2173751" y="33087"/>
                </a:lnTo>
                <a:lnTo>
                  <a:pt x="2178855" y="29258"/>
                </a:lnTo>
                <a:lnTo>
                  <a:pt x="2183959" y="26387"/>
                </a:lnTo>
                <a:lnTo>
                  <a:pt x="2189702" y="23516"/>
                </a:lnTo>
                <a:lnTo>
                  <a:pt x="2195125" y="21602"/>
                </a:lnTo>
                <a:lnTo>
                  <a:pt x="2201506" y="20007"/>
                </a:lnTo>
                <a:lnTo>
                  <a:pt x="2207248" y="19369"/>
                </a:lnTo>
                <a:lnTo>
                  <a:pt x="2213628" y="19050"/>
                </a:lnTo>
                <a:close/>
                <a:moveTo>
                  <a:pt x="1985550" y="0"/>
                </a:moveTo>
                <a:lnTo>
                  <a:pt x="1989686" y="0"/>
                </a:lnTo>
                <a:lnTo>
                  <a:pt x="1993822" y="0"/>
                </a:lnTo>
                <a:lnTo>
                  <a:pt x="1997640" y="634"/>
                </a:lnTo>
                <a:lnTo>
                  <a:pt x="2001776" y="1903"/>
                </a:lnTo>
                <a:lnTo>
                  <a:pt x="2005594" y="2855"/>
                </a:lnTo>
                <a:lnTo>
                  <a:pt x="2009411" y="4759"/>
                </a:lnTo>
                <a:lnTo>
                  <a:pt x="2012911" y="6980"/>
                </a:lnTo>
                <a:lnTo>
                  <a:pt x="2016411" y="9518"/>
                </a:lnTo>
                <a:lnTo>
                  <a:pt x="2019592" y="12374"/>
                </a:lnTo>
                <a:lnTo>
                  <a:pt x="2022456" y="15229"/>
                </a:lnTo>
                <a:lnTo>
                  <a:pt x="2025001" y="19037"/>
                </a:lnTo>
                <a:lnTo>
                  <a:pt x="2026910" y="22210"/>
                </a:lnTo>
                <a:lnTo>
                  <a:pt x="2028819" y="26334"/>
                </a:lnTo>
                <a:lnTo>
                  <a:pt x="2030091" y="29824"/>
                </a:lnTo>
                <a:lnTo>
                  <a:pt x="2031364" y="33949"/>
                </a:lnTo>
                <a:lnTo>
                  <a:pt x="2031682" y="37757"/>
                </a:lnTo>
                <a:lnTo>
                  <a:pt x="2032000" y="41881"/>
                </a:lnTo>
                <a:lnTo>
                  <a:pt x="2031682" y="46006"/>
                </a:lnTo>
                <a:lnTo>
                  <a:pt x="2031046" y="49813"/>
                </a:lnTo>
                <a:lnTo>
                  <a:pt x="2030091" y="53938"/>
                </a:lnTo>
                <a:lnTo>
                  <a:pt x="2028819" y="57745"/>
                </a:lnTo>
                <a:lnTo>
                  <a:pt x="2026910" y="61553"/>
                </a:lnTo>
                <a:lnTo>
                  <a:pt x="2025001" y="65043"/>
                </a:lnTo>
                <a:lnTo>
                  <a:pt x="2022456" y="68533"/>
                </a:lnTo>
                <a:lnTo>
                  <a:pt x="2019592" y="71706"/>
                </a:lnTo>
                <a:lnTo>
                  <a:pt x="1637177" y="453081"/>
                </a:lnTo>
                <a:lnTo>
                  <a:pt x="1633995" y="455937"/>
                </a:lnTo>
                <a:lnTo>
                  <a:pt x="1630814" y="458158"/>
                </a:lnTo>
                <a:lnTo>
                  <a:pt x="1626996" y="460379"/>
                </a:lnTo>
                <a:lnTo>
                  <a:pt x="1623496" y="462283"/>
                </a:lnTo>
                <a:lnTo>
                  <a:pt x="1619360" y="463552"/>
                </a:lnTo>
                <a:lnTo>
                  <a:pt x="1615224" y="464186"/>
                </a:lnTo>
                <a:lnTo>
                  <a:pt x="1611407" y="465138"/>
                </a:lnTo>
                <a:lnTo>
                  <a:pt x="1607271" y="465138"/>
                </a:lnTo>
                <a:lnTo>
                  <a:pt x="1603135" y="465138"/>
                </a:lnTo>
                <a:lnTo>
                  <a:pt x="1599317" y="464186"/>
                </a:lnTo>
                <a:lnTo>
                  <a:pt x="1595181" y="463552"/>
                </a:lnTo>
                <a:lnTo>
                  <a:pt x="1591681" y="462283"/>
                </a:lnTo>
                <a:lnTo>
                  <a:pt x="1587864" y="460379"/>
                </a:lnTo>
                <a:lnTo>
                  <a:pt x="1584364" y="458158"/>
                </a:lnTo>
                <a:lnTo>
                  <a:pt x="1580864" y="455937"/>
                </a:lnTo>
                <a:lnTo>
                  <a:pt x="1577683" y="453081"/>
                </a:lnTo>
                <a:lnTo>
                  <a:pt x="1574819" y="449591"/>
                </a:lnTo>
                <a:lnTo>
                  <a:pt x="1572274" y="446418"/>
                </a:lnTo>
                <a:lnTo>
                  <a:pt x="1570047" y="442928"/>
                </a:lnTo>
                <a:lnTo>
                  <a:pt x="1568138" y="439121"/>
                </a:lnTo>
                <a:lnTo>
                  <a:pt x="1567184" y="435314"/>
                </a:lnTo>
                <a:lnTo>
                  <a:pt x="1565911" y="431189"/>
                </a:lnTo>
                <a:lnTo>
                  <a:pt x="1565275" y="427381"/>
                </a:lnTo>
                <a:lnTo>
                  <a:pt x="1565275" y="423257"/>
                </a:lnTo>
                <a:lnTo>
                  <a:pt x="1565275" y="419132"/>
                </a:lnTo>
                <a:lnTo>
                  <a:pt x="1565911" y="415007"/>
                </a:lnTo>
                <a:lnTo>
                  <a:pt x="1567184" y="411517"/>
                </a:lnTo>
                <a:lnTo>
                  <a:pt x="1568138" y="407393"/>
                </a:lnTo>
                <a:lnTo>
                  <a:pt x="1570047" y="403902"/>
                </a:lnTo>
                <a:lnTo>
                  <a:pt x="1572274" y="400095"/>
                </a:lnTo>
                <a:lnTo>
                  <a:pt x="1574819" y="396922"/>
                </a:lnTo>
                <a:lnTo>
                  <a:pt x="1577683" y="393749"/>
                </a:lnTo>
                <a:lnTo>
                  <a:pt x="1960098" y="12374"/>
                </a:lnTo>
                <a:lnTo>
                  <a:pt x="1962962" y="9518"/>
                </a:lnTo>
                <a:lnTo>
                  <a:pt x="1966779" y="6980"/>
                </a:lnTo>
                <a:lnTo>
                  <a:pt x="1970279" y="4759"/>
                </a:lnTo>
                <a:lnTo>
                  <a:pt x="1974097" y="2855"/>
                </a:lnTo>
                <a:lnTo>
                  <a:pt x="1977596" y="1903"/>
                </a:lnTo>
                <a:lnTo>
                  <a:pt x="1981732" y="634"/>
                </a:lnTo>
                <a:lnTo>
                  <a:pt x="1985550" y="0"/>
                </a:lnTo>
                <a:close/>
              </a:path>
            </a:pathLst>
          </a:custGeom>
          <a:solidFill>
            <a:srgbClr val="D85737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4" name="矩形-3"/>
          <p:cNvSpPr/>
          <p:nvPr/>
        </p:nvSpPr>
        <p:spPr bwMode="auto">
          <a:xfrm>
            <a:off x="4057453" y="2606563"/>
            <a:ext cx="432000" cy="432000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rgbClr val="18998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5" name="矩形-2"/>
          <p:cNvSpPr/>
          <p:nvPr/>
        </p:nvSpPr>
        <p:spPr bwMode="auto">
          <a:xfrm>
            <a:off x="4494087" y="3574103"/>
            <a:ext cx="409719" cy="410401"/>
          </a:xfrm>
          <a:custGeom>
            <a:avLst/>
            <a:gdLst>
              <a:gd name="T0" fmla="*/ 923363 w 1752600"/>
              <a:gd name="T1" fmla="*/ 1417153 h 1754188"/>
              <a:gd name="T2" fmla="*/ 958587 w 1752600"/>
              <a:gd name="T3" fmla="*/ 1476612 h 1754188"/>
              <a:gd name="T4" fmla="*/ 945181 w 1752600"/>
              <a:gd name="T5" fmla="*/ 1530763 h 1754188"/>
              <a:gd name="T6" fmla="*/ 886299 w 1752600"/>
              <a:gd name="T7" fmla="*/ 1566067 h 1754188"/>
              <a:gd name="T8" fmla="*/ 832675 w 1752600"/>
              <a:gd name="T9" fmla="*/ 1552795 h 1754188"/>
              <a:gd name="T10" fmla="*/ 797714 w 1752600"/>
              <a:gd name="T11" fmla="*/ 1493335 h 1754188"/>
              <a:gd name="T12" fmla="*/ 810857 w 1752600"/>
              <a:gd name="T13" fmla="*/ 1439185 h 1754188"/>
              <a:gd name="T14" fmla="*/ 869739 w 1752600"/>
              <a:gd name="T15" fmla="*/ 1403616 h 1754188"/>
              <a:gd name="T16" fmla="*/ 1526266 w 1752600"/>
              <a:gd name="T17" fmla="*/ 809406 h 1754188"/>
              <a:gd name="T18" fmla="*/ 1561836 w 1752600"/>
              <a:gd name="T19" fmla="*/ 868866 h 1754188"/>
              <a:gd name="T20" fmla="*/ 1548298 w 1752600"/>
              <a:gd name="T21" fmla="*/ 923016 h 1754188"/>
              <a:gd name="T22" fmla="*/ 1488839 w 1752600"/>
              <a:gd name="T23" fmla="*/ 958586 h 1754188"/>
              <a:gd name="T24" fmla="*/ 1434954 w 1752600"/>
              <a:gd name="T25" fmla="*/ 945048 h 1754188"/>
              <a:gd name="T26" fmla="*/ 1399385 w 1752600"/>
              <a:gd name="T27" fmla="*/ 885589 h 1754188"/>
              <a:gd name="T28" fmla="*/ 1412922 w 1752600"/>
              <a:gd name="T29" fmla="*/ 831438 h 1754188"/>
              <a:gd name="T30" fmla="*/ 1472116 w 1752600"/>
              <a:gd name="T31" fmla="*/ 795869 h 1754188"/>
              <a:gd name="T32" fmla="*/ 931422 w 1752600"/>
              <a:gd name="T33" fmla="*/ 210375 h 1754188"/>
              <a:gd name="T34" fmla="*/ 985331 w 1752600"/>
              <a:gd name="T35" fmla="*/ 812351 h 1754188"/>
              <a:gd name="T36" fmla="*/ 997223 w 1752600"/>
              <a:gd name="T37" fmla="*/ 915108 h 1754188"/>
              <a:gd name="T38" fmla="*/ 946749 w 1752600"/>
              <a:gd name="T39" fmla="*/ 982906 h 1754188"/>
              <a:gd name="T40" fmla="*/ 857693 w 1752600"/>
              <a:gd name="T41" fmla="*/ 1003564 h 1754188"/>
              <a:gd name="T42" fmla="*/ 763351 w 1752600"/>
              <a:gd name="T43" fmla="*/ 937354 h 1754188"/>
              <a:gd name="T44" fmla="*/ 353480 w 1752600"/>
              <a:gd name="T45" fmla="*/ 893921 h 1754188"/>
              <a:gd name="T46" fmla="*/ 383342 w 1752600"/>
              <a:gd name="T47" fmla="*/ 820296 h 1754188"/>
              <a:gd name="T48" fmla="*/ 815147 w 1752600"/>
              <a:gd name="T49" fmla="*/ 764945 h 1754188"/>
              <a:gd name="T50" fmla="*/ 858486 w 1752600"/>
              <a:gd name="T51" fmla="*/ 180713 h 1754188"/>
              <a:gd name="T52" fmla="*/ 670516 w 1752600"/>
              <a:gd name="T53" fmla="*/ 152975 h 1754188"/>
              <a:gd name="T54" fmla="*/ 441192 w 1752600"/>
              <a:gd name="T55" fmla="*/ 263340 h 1754188"/>
              <a:gd name="T56" fmla="*/ 263181 w 1752600"/>
              <a:gd name="T57" fmla="*/ 441458 h 1754188"/>
              <a:gd name="T58" fmla="*/ 152883 w 1752600"/>
              <a:gd name="T59" fmla="*/ 670921 h 1754188"/>
              <a:gd name="T60" fmla="*/ 126168 w 1752600"/>
              <a:gd name="T61" fmla="*/ 934791 h 1754188"/>
              <a:gd name="T62" fmla="*/ 190707 w 1752600"/>
              <a:gd name="T63" fmla="*/ 1186485 h 1754188"/>
              <a:gd name="T64" fmla="*/ 332216 w 1752600"/>
              <a:gd name="T65" fmla="*/ 1396099 h 1754188"/>
              <a:gd name="T66" fmla="*/ 534297 w 1752600"/>
              <a:gd name="T67" fmla="*/ 1547221 h 1754188"/>
              <a:gd name="T68" fmla="*/ 780550 w 1752600"/>
              <a:gd name="T69" fmla="*/ 1623709 h 1754188"/>
              <a:gd name="T70" fmla="*/ 1045847 w 1752600"/>
              <a:gd name="T71" fmla="*/ 1610476 h 1754188"/>
              <a:gd name="T72" fmla="*/ 1281255 w 1752600"/>
              <a:gd name="T73" fmla="*/ 1511227 h 1754188"/>
              <a:gd name="T74" fmla="*/ 1467730 w 1752600"/>
              <a:gd name="T75" fmla="*/ 1341578 h 1754188"/>
              <a:gd name="T76" fmla="*/ 1588873 w 1752600"/>
              <a:gd name="T77" fmla="*/ 1118202 h 1754188"/>
              <a:gd name="T78" fmla="*/ 1628019 w 1752600"/>
              <a:gd name="T79" fmla="*/ 857509 h 1754188"/>
              <a:gd name="T80" fmla="*/ 1576176 w 1752600"/>
              <a:gd name="T81" fmla="*/ 601315 h 1754188"/>
              <a:gd name="T82" fmla="*/ 1444718 w 1752600"/>
              <a:gd name="T83" fmla="*/ 384820 h 1754188"/>
              <a:gd name="T84" fmla="*/ 1250573 w 1752600"/>
              <a:gd name="T85" fmla="*/ 224170 h 1754188"/>
              <a:gd name="T86" fmla="*/ 1009345 w 1752600"/>
              <a:gd name="T87" fmla="*/ 136037 h 1754188"/>
              <a:gd name="T88" fmla="*/ 987656 w 1752600"/>
              <a:gd name="T89" fmla="*/ 7146 h 1754188"/>
              <a:gd name="T90" fmla="*/ 1274907 w 1752600"/>
              <a:gd name="T91" fmla="*/ 96337 h 1754188"/>
              <a:gd name="T92" fmla="*/ 1510315 w 1752600"/>
              <a:gd name="T93" fmla="*/ 272074 h 1754188"/>
              <a:gd name="T94" fmla="*/ 1675101 w 1752600"/>
              <a:gd name="T95" fmla="*/ 516358 h 1754188"/>
              <a:gd name="T96" fmla="*/ 1749955 w 1752600"/>
              <a:gd name="T97" fmla="*/ 809605 h 1754188"/>
              <a:gd name="T98" fmla="*/ 1719273 w 1752600"/>
              <a:gd name="T99" fmla="*/ 1116879 h 1754188"/>
              <a:gd name="T100" fmla="*/ 1590724 w 1752600"/>
              <a:gd name="T101" fmla="*/ 1384453 h 1754188"/>
              <a:gd name="T102" fmla="*/ 1383353 w 1752600"/>
              <a:gd name="T103" fmla="*/ 1591949 h 1754188"/>
              <a:gd name="T104" fmla="*/ 1115940 w 1752600"/>
              <a:gd name="T105" fmla="*/ 1720576 h 1754188"/>
              <a:gd name="T106" fmla="*/ 809116 w 1752600"/>
              <a:gd name="T107" fmla="*/ 1751277 h 1754188"/>
              <a:gd name="T108" fmla="*/ 516046 w 1752600"/>
              <a:gd name="T109" fmla="*/ 1676377 h 1754188"/>
              <a:gd name="T110" fmla="*/ 271909 w 1752600"/>
              <a:gd name="T111" fmla="*/ 1511492 h 1754188"/>
              <a:gd name="T112" fmla="*/ 95750 w 1752600"/>
              <a:gd name="T113" fmla="*/ 1275941 h 1754188"/>
              <a:gd name="T114" fmla="*/ 6877 w 1752600"/>
              <a:gd name="T115" fmla="*/ 988782 h 1754188"/>
              <a:gd name="T116" fmla="*/ 22483 w 1752600"/>
              <a:gd name="T117" fmla="*/ 679126 h 1754188"/>
              <a:gd name="T118" fmla="*/ 138071 w 1752600"/>
              <a:gd name="T119" fmla="*/ 404935 h 1754188"/>
              <a:gd name="T120" fmla="*/ 335655 w 1752600"/>
              <a:gd name="T121" fmla="*/ 187117 h 1754188"/>
              <a:gd name="T122" fmla="*/ 595662 w 1752600"/>
              <a:gd name="T123" fmla="*/ 46051 h 1754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52600" h="1754188">
                <a:moveTo>
                  <a:pt x="873945" y="1403350"/>
                </a:moveTo>
                <a:lnTo>
                  <a:pt x="877888" y="1403350"/>
                </a:lnTo>
                <a:lnTo>
                  <a:pt x="882356" y="1403350"/>
                </a:lnTo>
                <a:lnTo>
                  <a:pt x="886299" y="1403616"/>
                </a:lnTo>
                <a:lnTo>
                  <a:pt x="890505" y="1404146"/>
                </a:lnTo>
                <a:lnTo>
                  <a:pt x="894448" y="1404943"/>
                </a:lnTo>
                <a:lnTo>
                  <a:pt x="898128" y="1405739"/>
                </a:lnTo>
                <a:lnTo>
                  <a:pt x="901808" y="1406801"/>
                </a:lnTo>
                <a:lnTo>
                  <a:pt x="906014" y="1408393"/>
                </a:lnTo>
                <a:lnTo>
                  <a:pt x="909432" y="1409455"/>
                </a:lnTo>
                <a:lnTo>
                  <a:pt x="913112" y="1411048"/>
                </a:lnTo>
                <a:lnTo>
                  <a:pt x="916529" y="1412906"/>
                </a:lnTo>
                <a:lnTo>
                  <a:pt x="919946" y="1415030"/>
                </a:lnTo>
                <a:lnTo>
                  <a:pt x="923363" y="1417153"/>
                </a:lnTo>
                <a:lnTo>
                  <a:pt x="929672" y="1421931"/>
                </a:lnTo>
                <a:lnTo>
                  <a:pt x="935192" y="1427240"/>
                </a:lnTo>
                <a:lnTo>
                  <a:pt x="940450" y="1432814"/>
                </a:lnTo>
                <a:lnTo>
                  <a:pt x="945181" y="1439185"/>
                </a:lnTo>
                <a:lnTo>
                  <a:pt x="947284" y="1442636"/>
                </a:lnTo>
                <a:lnTo>
                  <a:pt x="949124" y="1446086"/>
                </a:lnTo>
                <a:lnTo>
                  <a:pt x="951227" y="1449537"/>
                </a:lnTo>
                <a:lnTo>
                  <a:pt x="952804" y="1452988"/>
                </a:lnTo>
                <a:lnTo>
                  <a:pt x="953856" y="1456704"/>
                </a:lnTo>
                <a:lnTo>
                  <a:pt x="955433" y="1460420"/>
                </a:lnTo>
                <a:lnTo>
                  <a:pt x="956484" y="1464667"/>
                </a:lnTo>
                <a:lnTo>
                  <a:pt x="957273" y="1468384"/>
                </a:lnTo>
                <a:lnTo>
                  <a:pt x="958062" y="1472365"/>
                </a:lnTo>
                <a:lnTo>
                  <a:pt x="958587" y="1476612"/>
                </a:lnTo>
                <a:lnTo>
                  <a:pt x="958850" y="1480594"/>
                </a:lnTo>
                <a:lnTo>
                  <a:pt x="958850" y="1485107"/>
                </a:lnTo>
                <a:lnTo>
                  <a:pt x="958850" y="1489088"/>
                </a:lnTo>
                <a:lnTo>
                  <a:pt x="958587" y="1493335"/>
                </a:lnTo>
                <a:lnTo>
                  <a:pt x="958062" y="1497317"/>
                </a:lnTo>
                <a:lnTo>
                  <a:pt x="957273" y="1501299"/>
                </a:lnTo>
                <a:lnTo>
                  <a:pt x="956484" y="1505546"/>
                </a:lnTo>
                <a:lnTo>
                  <a:pt x="955433" y="1509262"/>
                </a:lnTo>
                <a:lnTo>
                  <a:pt x="953856" y="1512978"/>
                </a:lnTo>
                <a:lnTo>
                  <a:pt x="952804" y="1516694"/>
                </a:lnTo>
                <a:lnTo>
                  <a:pt x="951227" y="1520145"/>
                </a:lnTo>
                <a:lnTo>
                  <a:pt x="949124" y="1524127"/>
                </a:lnTo>
                <a:lnTo>
                  <a:pt x="947284" y="1527312"/>
                </a:lnTo>
                <a:lnTo>
                  <a:pt x="945181" y="1530763"/>
                </a:lnTo>
                <a:lnTo>
                  <a:pt x="940450" y="1536868"/>
                </a:lnTo>
                <a:lnTo>
                  <a:pt x="935192" y="1542973"/>
                </a:lnTo>
                <a:lnTo>
                  <a:pt x="929672" y="1548017"/>
                </a:lnTo>
                <a:lnTo>
                  <a:pt x="923363" y="1552795"/>
                </a:lnTo>
                <a:lnTo>
                  <a:pt x="919946" y="1554918"/>
                </a:lnTo>
                <a:lnTo>
                  <a:pt x="916529" y="1556776"/>
                </a:lnTo>
                <a:lnTo>
                  <a:pt x="913112" y="1558634"/>
                </a:lnTo>
                <a:lnTo>
                  <a:pt x="909432" y="1560227"/>
                </a:lnTo>
                <a:lnTo>
                  <a:pt x="906014" y="1561820"/>
                </a:lnTo>
                <a:lnTo>
                  <a:pt x="901808" y="1563147"/>
                </a:lnTo>
                <a:lnTo>
                  <a:pt x="898128" y="1564209"/>
                </a:lnTo>
                <a:lnTo>
                  <a:pt x="894448" y="1565005"/>
                </a:lnTo>
                <a:lnTo>
                  <a:pt x="890505" y="1565801"/>
                </a:lnTo>
                <a:lnTo>
                  <a:pt x="886299" y="1566067"/>
                </a:lnTo>
                <a:lnTo>
                  <a:pt x="882356" y="1566598"/>
                </a:lnTo>
                <a:lnTo>
                  <a:pt x="877888" y="1566863"/>
                </a:lnTo>
                <a:lnTo>
                  <a:pt x="873945" y="1566598"/>
                </a:lnTo>
                <a:lnTo>
                  <a:pt x="869739" y="1566067"/>
                </a:lnTo>
                <a:lnTo>
                  <a:pt x="865796" y="1565801"/>
                </a:lnTo>
                <a:lnTo>
                  <a:pt x="861853" y="1565005"/>
                </a:lnTo>
                <a:lnTo>
                  <a:pt x="857647" y="1564209"/>
                </a:lnTo>
                <a:lnTo>
                  <a:pt x="853967" y="1563147"/>
                </a:lnTo>
                <a:lnTo>
                  <a:pt x="850287" y="1561820"/>
                </a:lnTo>
                <a:lnTo>
                  <a:pt x="846607" y="1560227"/>
                </a:lnTo>
                <a:lnTo>
                  <a:pt x="842664" y="1558634"/>
                </a:lnTo>
                <a:lnTo>
                  <a:pt x="839247" y="1556776"/>
                </a:lnTo>
                <a:lnTo>
                  <a:pt x="835829" y="1554918"/>
                </a:lnTo>
                <a:lnTo>
                  <a:pt x="832675" y="1552795"/>
                </a:lnTo>
                <a:lnTo>
                  <a:pt x="826629" y="1548017"/>
                </a:lnTo>
                <a:lnTo>
                  <a:pt x="820583" y="1542973"/>
                </a:lnTo>
                <a:lnTo>
                  <a:pt x="815589" y="1536868"/>
                </a:lnTo>
                <a:lnTo>
                  <a:pt x="810857" y="1530763"/>
                </a:lnTo>
                <a:lnTo>
                  <a:pt x="808754" y="1527312"/>
                </a:lnTo>
                <a:lnTo>
                  <a:pt x="806914" y="1524127"/>
                </a:lnTo>
                <a:lnTo>
                  <a:pt x="805074" y="1520145"/>
                </a:lnTo>
                <a:lnTo>
                  <a:pt x="803497" y="1516694"/>
                </a:lnTo>
                <a:lnTo>
                  <a:pt x="801920" y="1512978"/>
                </a:lnTo>
                <a:lnTo>
                  <a:pt x="800605" y="1509262"/>
                </a:lnTo>
                <a:lnTo>
                  <a:pt x="799554" y="1505546"/>
                </a:lnTo>
                <a:lnTo>
                  <a:pt x="798765" y="1501299"/>
                </a:lnTo>
                <a:lnTo>
                  <a:pt x="797977" y="1497317"/>
                </a:lnTo>
                <a:lnTo>
                  <a:pt x="797714" y="1493335"/>
                </a:lnTo>
                <a:lnTo>
                  <a:pt x="797188" y="1489088"/>
                </a:lnTo>
                <a:lnTo>
                  <a:pt x="796925" y="1485107"/>
                </a:lnTo>
                <a:lnTo>
                  <a:pt x="797188" y="1480594"/>
                </a:lnTo>
                <a:lnTo>
                  <a:pt x="797714" y="1476612"/>
                </a:lnTo>
                <a:lnTo>
                  <a:pt x="797977" y="1472365"/>
                </a:lnTo>
                <a:lnTo>
                  <a:pt x="798765" y="1468384"/>
                </a:lnTo>
                <a:lnTo>
                  <a:pt x="799554" y="1464667"/>
                </a:lnTo>
                <a:lnTo>
                  <a:pt x="800605" y="1460420"/>
                </a:lnTo>
                <a:lnTo>
                  <a:pt x="801920" y="1456704"/>
                </a:lnTo>
                <a:lnTo>
                  <a:pt x="803497" y="1452988"/>
                </a:lnTo>
                <a:lnTo>
                  <a:pt x="805074" y="1449537"/>
                </a:lnTo>
                <a:lnTo>
                  <a:pt x="806914" y="1446086"/>
                </a:lnTo>
                <a:lnTo>
                  <a:pt x="808754" y="1442636"/>
                </a:lnTo>
                <a:lnTo>
                  <a:pt x="810857" y="1439185"/>
                </a:lnTo>
                <a:lnTo>
                  <a:pt x="815589" y="1432814"/>
                </a:lnTo>
                <a:lnTo>
                  <a:pt x="820583" y="1427240"/>
                </a:lnTo>
                <a:lnTo>
                  <a:pt x="826629" y="1421931"/>
                </a:lnTo>
                <a:lnTo>
                  <a:pt x="832675" y="1417153"/>
                </a:lnTo>
                <a:lnTo>
                  <a:pt x="835829" y="1415030"/>
                </a:lnTo>
                <a:lnTo>
                  <a:pt x="839247" y="1412906"/>
                </a:lnTo>
                <a:lnTo>
                  <a:pt x="842664" y="1411048"/>
                </a:lnTo>
                <a:lnTo>
                  <a:pt x="846607" y="1409455"/>
                </a:lnTo>
                <a:lnTo>
                  <a:pt x="850287" y="1408393"/>
                </a:lnTo>
                <a:lnTo>
                  <a:pt x="853967" y="1406801"/>
                </a:lnTo>
                <a:lnTo>
                  <a:pt x="857647" y="1405739"/>
                </a:lnTo>
                <a:lnTo>
                  <a:pt x="861853" y="1404943"/>
                </a:lnTo>
                <a:lnTo>
                  <a:pt x="865796" y="1404146"/>
                </a:lnTo>
                <a:lnTo>
                  <a:pt x="869739" y="1403616"/>
                </a:lnTo>
                <a:lnTo>
                  <a:pt x="873945" y="1403350"/>
                </a:lnTo>
                <a:close/>
                <a:moveTo>
                  <a:pt x="1480345" y="795338"/>
                </a:moveTo>
                <a:lnTo>
                  <a:pt x="1484857" y="795603"/>
                </a:lnTo>
                <a:lnTo>
                  <a:pt x="1488839" y="795869"/>
                </a:lnTo>
                <a:lnTo>
                  <a:pt x="1493086" y="796134"/>
                </a:lnTo>
                <a:lnTo>
                  <a:pt x="1497068" y="797196"/>
                </a:lnTo>
                <a:lnTo>
                  <a:pt x="1500784" y="797727"/>
                </a:lnTo>
                <a:lnTo>
                  <a:pt x="1505031" y="799054"/>
                </a:lnTo>
                <a:lnTo>
                  <a:pt x="1508747" y="800381"/>
                </a:lnTo>
                <a:lnTo>
                  <a:pt x="1512198" y="801974"/>
                </a:lnTo>
                <a:lnTo>
                  <a:pt x="1515914" y="803567"/>
                </a:lnTo>
                <a:lnTo>
                  <a:pt x="1519365" y="805425"/>
                </a:lnTo>
                <a:lnTo>
                  <a:pt x="1522816" y="807283"/>
                </a:lnTo>
                <a:lnTo>
                  <a:pt x="1526266" y="809406"/>
                </a:lnTo>
                <a:lnTo>
                  <a:pt x="1532637" y="814184"/>
                </a:lnTo>
                <a:lnTo>
                  <a:pt x="1538211" y="819228"/>
                </a:lnTo>
                <a:lnTo>
                  <a:pt x="1543520" y="825068"/>
                </a:lnTo>
                <a:lnTo>
                  <a:pt x="1548298" y="831438"/>
                </a:lnTo>
                <a:lnTo>
                  <a:pt x="1550422" y="834624"/>
                </a:lnTo>
                <a:lnTo>
                  <a:pt x="1552545" y="838074"/>
                </a:lnTo>
                <a:lnTo>
                  <a:pt x="1554403" y="841791"/>
                </a:lnTo>
                <a:lnTo>
                  <a:pt x="1555996" y="845241"/>
                </a:lnTo>
                <a:lnTo>
                  <a:pt x="1557589" y="848958"/>
                </a:lnTo>
                <a:lnTo>
                  <a:pt x="1558650" y="852939"/>
                </a:lnTo>
                <a:lnTo>
                  <a:pt x="1559712" y="856655"/>
                </a:lnTo>
                <a:lnTo>
                  <a:pt x="1560509" y="860637"/>
                </a:lnTo>
                <a:lnTo>
                  <a:pt x="1561305" y="864884"/>
                </a:lnTo>
                <a:lnTo>
                  <a:pt x="1561836" y="868866"/>
                </a:lnTo>
                <a:lnTo>
                  <a:pt x="1562101" y="872847"/>
                </a:lnTo>
                <a:lnTo>
                  <a:pt x="1562101" y="877094"/>
                </a:lnTo>
                <a:lnTo>
                  <a:pt x="1562101" y="881342"/>
                </a:lnTo>
                <a:lnTo>
                  <a:pt x="1561836" y="885589"/>
                </a:lnTo>
                <a:lnTo>
                  <a:pt x="1561305" y="889570"/>
                </a:lnTo>
                <a:lnTo>
                  <a:pt x="1560509" y="893817"/>
                </a:lnTo>
                <a:lnTo>
                  <a:pt x="1559712" y="897534"/>
                </a:lnTo>
                <a:lnTo>
                  <a:pt x="1558650" y="901515"/>
                </a:lnTo>
                <a:lnTo>
                  <a:pt x="1557589" y="905497"/>
                </a:lnTo>
                <a:lnTo>
                  <a:pt x="1555996" y="908948"/>
                </a:lnTo>
                <a:lnTo>
                  <a:pt x="1554403" y="912664"/>
                </a:lnTo>
                <a:lnTo>
                  <a:pt x="1552545" y="916115"/>
                </a:lnTo>
                <a:lnTo>
                  <a:pt x="1550422" y="919565"/>
                </a:lnTo>
                <a:lnTo>
                  <a:pt x="1548298" y="923016"/>
                </a:lnTo>
                <a:lnTo>
                  <a:pt x="1543520" y="929387"/>
                </a:lnTo>
                <a:lnTo>
                  <a:pt x="1538211" y="934961"/>
                </a:lnTo>
                <a:lnTo>
                  <a:pt x="1532637" y="940270"/>
                </a:lnTo>
                <a:lnTo>
                  <a:pt x="1526266" y="945048"/>
                </a:lnTo>
                <a:lnTo>
                  <a:pt x="1522816" y="947171"/>
                </a:lnTo>
                <a:lnTo>
                  <a:pt x="1519365" y="949030"/>
                </a:lnTo>
                <a:lnTo>
                  <a:pt x="1515914" y="950888"/>
                </a:lnTo>
                <a:lnTo>
                  <a:pt x="1512198" y="952480"/>
                </a:lnTo>
                <a:lnTo>
                  <a:pt x="1508747" y="953808"/>
                </a:lnTo>
                <a:lnTo>
                  <a:pt x="1505031" y="955400"/>
                </a:lnTo>
                <a:lnTo>
                  <a:pt x="1500784" y="956197"/>
                </a:lnTo>
                <a:lnTo>
                  <a:pt x="1497068" y="957258"/>
                </a:lnTo>
                <a:lnTo>
                  <a:pt x="1493086" y="957789"/>
                </a:lnTo>
                <a:lnTo>
                  <a:pt x="1488839" y="958586"/>
                </a:lnTo>
                <a:lnTo>
                  <a:pt x="1484857" y="958851"/>
                </a:lnTo>
                <a:lnTo>
                  <a:pt x="1480345" y="958851"/>
                </a:lnTo>
                <a:lnTo>
                  <a:pt x="1476363" y="958851"/>
                </a:lnTo>
                <a:lnTo>
                  <a:pt x="1472116" y="958586"/>
                </a:lnTo>
                <a:lnTo>
                  <a:pt x="1468134" y="957789"/>
                </a:lnTo>
                <a:lnTo>
                  <a:pt x="1464153" y="957258"/>
                </a:lnTo>
                <a:lnTo>
                  <a:pt x="1459906" y="956197"/>
                </a:lnTo>
                <a:lnTo>
                  <a:pt x="1456189" y="955400"/>
                </a:lnTo>
                <a:lnTo>
                  <a:pt x="1452473" y="953808"/>
                </a:lnTo>
                <a:lnTo>
                  <a:pt x="1448757" y="952480"/>
                </a:lnTo>
                <a:lnTo>
                  <a:pt x="1445306" y="950888"/>
                </a:lnTo>
                <a:lnTo>
                  <a:pt x="1441325" y="949030"/>
                </a:lnTo>
                <a:lnTo>
                  <a:pt x="1437874" y="947171"/>
                </a:lnTo>
                <a:lnTo>
                  <a:pt x="1434954" y="945048"/>
                </a:lnTo>
                <a:lnTo>
                  <a:pt x="1428583" y="940270"/>
                </a:lnTo>
                <a:lnTo>
                  <a:pt x="1422478" y="934961"/>
                </a:lnTo>
                <a:lnTo>
                  <a:pt x="1417435" y="929387"/>
                </a:lnTo>
                <a:lnTo>
                  <a:pt x="1412922" y="923016"/>
                </a:lnTo>
                <a:lnTo>
                  <a:pt x="1410533" y="919565"/>
                </a:lnTo>
                <a:lnTo>
                  <a:pt x="1408675" y="916115"/>
                </a:lnTo>
                <a:lnTo>
                  <a:pt x="1406817" y="912664"/>
                </a:lnTo>
                <a:lnTo>
                  <a:pt x="1405224" y="908948"/>
                </a:lnTo>
                <a:lnTo>
                  <a:pt x="1403632" y="905497"/>
                </a:lnTo>
                <a:lnTo>
                  <a:pt x="1402304" y="901515"/>
                </a:lnTo>
                <a:lnTo>
                  <a:pt x="1401243" y="897534"/>
                </a:lnTo>
                <a:lnTo>
                  <a:pt x="1400446" y="893817"/>
                </a:lnTo>
                <a:lnTo>
                  <a:pt x="1399650" y="889570"/>
                </a:lnTo>
                <a:lnTo>
                  <a:pt x="1399385" y="885589"/>
                </a:lnTo>
                <a:lnTo>
                  <a:pt x="1398854" y="881342"/>
                </a:lnTo>
                <a:lnTo>
                  <a:pt x="1398588" y="877094"/>
                </a:lnTo>
                <a:lnTo>
                  <a:pt x="1398854" y="872847"/>
                </a:lnTo>
                <a:lnTo>
                  <a:pt x="1399385" y="868866"/>
                </a:lnTo>
                <a:lnTo>
                  <a:pt x="1399650" y="864884"/>
                </a:lnTo>
                <a:lnTo>
                  <a:pt x="1400446" y="860637"/>
                </a:lnTo>
                <a:lnTo>
                  <a:pt x="1401243" y="856655"/>
                </a:lnTo>
                <a:lnTo>
                  <a:pt x="1402304" y="852939"/>
                </a:lnTo>
                <a:lnTo>
                  <a:pt x="1403632" y="848958"/>
                </a:lnTo>
                <a:lnTo>
                  <a:pt x="1405224" y="845241"/>
                </a:lnTo>
                <a:lnTo>
                  <a:pt x="1406817" y="841791"/>
                </a:lnTo>
                <a:lnTo>
                  <a:pt x="1408675" y="838074"/>
                </a:lnTo>
                <a:lnTo>
                  <a:pt x="1410533" y="834624"/>
                </a:lnTo>
                <a:lnTo>
                  <a:pt x="1412922" y="831438"/>
                </a:lnTo>
                <a:lnTo>
                  <a:pt x="1417435" y="825068"/>
                </a:lnTo>
                <a:lnTo>
                  <a:pt x="1422478" y="819228"/>
                </a:lnTo>
                <a:lnTo>
                  <a:pt x="1428583" y="814184"/>
                </a:lnTo>
                <a:lnTo>
                  <a:pt x="1434954" y="809406"/>
                </a:lnTo>
                <a:lnTo>
                  <a:pt x="1437874" y="807283"/>
                </a:lnTo>
                <a:lnTo>
                  <a:pt x="1441325" y="805425"/>
                </a:lnTo>
                <a:lnTo>
                  <a:pt x="1445306" y="803567"/>
                </a:lnTo>
                <a:lnTo>
                  <a:pt x="1448757" y="801974"/>
                </a:lnTo>
                <a:lnTo>
                  <a:pt x="1452473" y="800381"/>
                </a:lnTo>
                <a:lnTo>
                  <a:pt x="1456189" y="799054"/>
                </a:lnTo>
                <a:lnTo>
                  <a:pt x="1459906" y="797727"/>
                </a:lnTo>
                <a:lnTo>
                  <a:pt x="1464153" y="797196"/>
                </a:lnTo>
                <a:lnTo>
                  <a:pt x="1468134" y="796134"/>
                </a:lnTo>
                <a:lnTo>
                  <a:pt x="1472116" y="795869"/>
                </a:lnTo>
                <a:lnTo>
                  <a:pt x="1476363" y="795603"/>
                </a:lnTo>
                <a:lnTo>
                  <a:pt x="1480345" y="795338"/>
                </a:lnTo>
                <a:close/>
                <a:moveTo>
                  <a:pt x="876984" y="177800"/>
                </a:moveTo>
                <a:lnTo>
                  <a:pt x="883326" y="178065"/>
                </a:lnTo>
                <a:lnTo>
                  <a:pt x="889669" y="179124"/>
                </a:lnTo>
                <a:lnTo>
                  <a:pt x="895482" y="180713"/>
                </a:lnTo>
                <a:lnTo>
                  <a:pt x="901032" y="182832"/>
                </a:lnTo>
                <a:lnTo>
                  <a:pt x="906581" y="185215"/>
                </a:lnTo>
                <a:lnTo>
                  <a:pt x="911867" y="188393"/>
                </a:lnTo>
                <a:lnTo>
                  <a:pt x="916359" y="191836"/>
                </a:lnTo>
                <a:lnTo>
                  <a:pt x="920851" y="196074"/>
                </a:lnTo>
                <a:lnTo>
                  <a:pt x="924815" y="200311"/>
                </a:lnTo>
                <a:lnTo>
                  <a:pt x="928251" y="205078"/>
                </a:lnTo>
                <a:lnTo>
                  <a:pt x="931422" y="210375"/>
                </a:lnTo>
                <a:lnTo>
                  <a:pt x="934065" y="215672"/>
                </a:lnTo>
                <a:lnTo>
                  <a:pt x="936179" y="221498"/>
                </a:lnTo>
                <a:lnTo>
                  <a:pt x="937764" y="227325"/>
                </a:lnTo>
                <a:lnTo>
                  <a:pt x="938821" y="233681"/>
                </a:lnTo>
                <a:lnTo>
                  <a:pt x="939086" y="240037"/>
                </a:lnTo>
                <a:lnTo>
                  <a:pt x="939086" y="766534"/>
                </a:lnTo>
                <a:lnTo>
                  <a:pt x="945956" y="770772"/>
                </a:lnTo>
                <a:lnTo>
                  <a:pt x="952827" y="775539"/>
                </a:lnTo>
                <a:lnTo>
                  <a:pt x="959169" y="780835"/>
                </a:lnTo>
                <a:lnTo>
                  <a:pt x="964983" y="786397"/>
                </a:lnTo>
                <a:lnTo>
                  <a:pt x="971061" y="792488"/>
                </a:lnTo>
                <a:lnTo>
                  <a:pt x="976082" y="798844"/>
                </a:lnTo>
                <a:lnTo>
                  <a:pt x="980839" y="805465"/>
                </a:lnTo>
                <a:lnTo>
                  <a:pt x="985331" y="812351"/>
                </a:lnTo>
                <a:lnTo>
                  <a:pt x="989295" y="819502"/>
                </a:lnTo>
                <a:lnTo>
                  <a:pt x="992995" y="826917"/>
                </a:lnTo>
                <a:lnTo>
                  <a:pt x="995902" y="834862"/>
                </a:lnTo>
                <a:lnTo>
                  <a:pt x="998545" y="843072"/>
                </a:lnTo>
                <a:lnTo>
                  <a:pt x="1000394" y="851282"/>
                </a:lnTo>
                <a:lnTo>
                  <a:pt x="1001980" y="859757"/>
                </a:lnTo>
                <a:lnTo>
                  <a:pt x="1002773" y="868497"/>
                </a:lnTo>
                <a:lnTo>
                  <a:pt x="1003301" y="877236"/>
                </a:lnTo>
                <a:lnTo>
                  <a:pt x="1002773" y="883857"/>
                </a:lnTo>
                <a:lnTo>
                  <a:pt x="1002244" y="889948"/>
                </a:lnTo>
                <a:lnTo>
                  <a:pt x="1001716" y="896569"/>
                </a:lnTo>
                <a:lnTo>
                  <a:pt x="1000394" y="902925"/>
                </a:lnTo>
                <a:lnTo>
                  <a:pt x="999073" y="909017"/>
                </a:lnTo>
                <a:lnTo>
                  <a:pt x="997223" y="915108"/>
                </a:lnTo>
                <a:lnTo>
                  <a:pt x="995373" y="921199"/>
                </a:lnTo>
                <a:lnTo>
                  <a:pt x="993259" y="926761"/>
                </a:lnTo>
                <a:lnTo>
                  <a:pt x="990352" y="932322"/>
                </a:lnTo>
                <a:lnTo>
                  <a:pt x="987445" y="938149"/>
                </a:lnTo>
                <a:lnTo>
                  <a:pt x="984803" y="943446"/>
                </a:lnTo>
                <a:lnTo>
                  <a:pt x="981367" y="948478"/>
                </a:lnTo>
                <a:lnTo>
                  <a:pt x="977932" y="953509"/>
                </a:lnTo>
                <a:lnTo>
                  <a:pt x="973968" y="958541"/>
                </a:lnTo>
                <a:lnTo>
                  <a:pt x="970004" y="962779"/>
                </a:lnTo>
                <a:lnTo>
                  <a:pt x="965512" y="967281"/>
                </a:lnTo>
                <a:lnTo>
                  <a:pt x="961284" y="971783"/>
                </a:lnTo>
                <a:lnTo>
                  <a:pt x="956527" y="975756"/>
                </a:lnTo>
                <a:lnTo>
                  <a:pt x="951770" y="979464"/>
                </a:lnTo>
                <a:lnTo>
                  <a:pt x="946749" y="982906"/>
                </a:lnTo>
                <a:lnTo>
                  <a:pt x="941728" y="986349"/>
                </a:lnTo>
                <a:lnTo>
                  <a:pt x="936443" y="989527"/>
                </a:lnTo>
                <a:lnTo>
                  <a:pt x="930893" y="992441"/>
                </a:lnTo>
                <a:lnTo>
                  <a:pt x="925344" y="994824"/>
                </a:lnTo>
                <a:lnTo>
                  <a:pt x="919530" y="996943"/>
                </a:lnTo>
                <a:lnTo>
                  <a:pt x="913716" y="999062"/>
                </a:lnTo>
                <a:lnTo>
                  <a:pt x="907374" y="1000915"/>
                </a:lnTo>
                <a:lnTo>
                  <a:pt x="901560" y="1001975"/>
                </a:lnTo>
                <a:lnTo>
                  <a:pt x="895218" y="1003299"/>
                </a:lnTo>
                <a:lnTo>
                  <a:pt x="888611" y="1004358"/>
                </a:lnTo>
                <a:lnTo>
                  <a:pt x="882269" y="1004623"/>
                </a:lnTo>
                <a:lnTo>
                  <a:pt x="875663" y="1004888"/>
                </a:lnTo>
                <a:lnTo>
                  <a:pt x="866678" y="1004623"/>
                </a:lnTo>
                <a:lnTo>
                  <a:pt x="857693" y="1003564"/>
                </a:lnTo>
                <a:lnTo>
                  <a:pt x="849236" y="1001975"/>
                </a:lnTo>
                <a:lnTo>
                  <a:pt x="840780" y="999856"/>
                </a:lnTo>
                <a:lnTo>
                  <a:pt x="832324" y="997473"/>
                </a:lnTo>
                <a:lnTo>
                  <a:pt x="824396" y="994030"/>
                </a:lnTo>
                <a:lnTo>
                  <a:pt x="816732" y="990587"/>
                </a:lnTo>
                <a:lnTo>
                  <a:pt x="809333" y="986084"/>
                </a:lnTo>
                <a:lnTo>
                  <a:pt x="802198" y="981317"/>
                </a:lnTo>
                <a:lnTo>
                  <a:pt x="795591" y="976286"/>
                </a:lnTo>
                <a:lnTo>
                  <a:pt x="788984" y="970724"/>
                </a:lnTo>
                <a:lnTo>
                  <a:pt x="783170" y="964633"/>
                </a:lnTo>
                <a:lnTo>
                  <a:pt x="777357" y="958541"/>
                </a:lnTo>
                <a:lnTo>
                  <a:pt x="772600" y="951920"/>
                </a:lnTo>
                <a:lnTo>
                  <a:pt x="767843" y="944770"/>
                </a:lnTo>
                <a:lnTo>
                  <a:pt x="763351" y="937354"/>
                </a:lnTo>
                <a:lnTo>
                  <a:pt x="413204" y="937354"/>
                </a:lnTo>
                <a:lnTo>
                  <a:pt x="406597" y="937090"/>
                </a:lnTo>
                <a:lnTo>
                  <a:pt x="400519" y="936295"/>
                </a:lnTo>
                <a:lnTo>
                  <a:pt x="394705" y="934706"/>
                </a:lnTo>
                <a:lnTo>
                  <a:pt x="388627" y="932322"/>
                </a:lnTo>
                <a:lnTo>
                  <a:pt x="383342" y="929939"/>
                </a:lnTo>
                <a:lnTo>
                  <a:pt x="378321" y="926761"/>
                </a:lnTo>
                <a:lnTo>
                  <a:pt x="373564" y="923053"/>
                </a:lnTo>
                <a:lnTo>
                  <a:pt x="368808" y="919345"/>
                </a:lnTo>
                <a:lnTo>
                  <a:pt x="365108" y="914843"/>
                </a:lnTo>
                <a:lnTo>
                  <a:pt x="361408" y="909811"/>
                </a:lnTo>
                <a:lnTo>
                  <a:pt x="358237" y="904779"/>
                </a:lnTo>
                <a:lnTo>
                  <a:pt x="355859" y="899483"/>
                </a:lnTo>
                <a:lnTo>
                  <a:pt x="353480" y="893921"/>
                </a:lnTo>
                <a:lnTo>
                  <a:pt x="352159" y="887830"/>
                </a:lnTo>
                <a:lnTo>
                  <a:pt x="351102" y="881474"/>
                </a:lnTo>
                <a:lnTo>
                  <a:pt x="350838" y="875382"/>
                </a:lnTo>
                <a:lnTo>
                  <a:pt x="351102" y="868761"/>
                </a:lnTo>
                <a:lnTo>
                  <a:pt x="352159" y="862670"/>
                </a:lnTo>
                <a:lnTo>
                  <a:pt x="353480" y="856844"/>
                </a:lnTo>
                <a:lnTo>
                  <a:pt x="355859" y="850752"/>
                </a:lnTo>
                <a:lnTo>
                  <a:pt x="358237" y="845456"/>
                </a:lnTo>
                <a:lnTo>
                  <a:pt x="361408" y="840424"/>
                </a:lnTo>
                <a:lnTo>
                  <a:pt x="365108" y="835392"/>
                </a:lnTo>
                <a:lnTo>
                  <a:pt x="368808" y="831154"/>
                </a:lnTo>
                <a:lnTo>
                  <a:pt x="373564" y="827447"/>
                </a:lnTo>
                <a:lnTo>
                  <a:pt x="378321" y="823474"/>
                </a:lnTo>
                <a:lnTo>
                  <a:pt x="383342" y="820296"/>
                </a:lnTo>
                <a:lnTo>
                  <a:pt x="388627" y="817913"/>
                </a:lnTo>
                <a:lnTo>
                  <a:pt x="394705" y="815794"/>
                </a:lnTo>
                <a:lnTo>
                  <a:pt x="400519" y="814205"/>
                </a:lnTo>
                <a:lnTo>
                  <a:pt x="406597" y="813146"/>
                </a:lnTo>
                <a:lnTo>
                  <a:pt x="413204" y="812881"/>
                </a:lnTo>
                <a:lnTo>
                  <a:pt x="765465" y="812881"/>
                </a:lnTo>
                <a:lnTo>
                  <a:pt x="770222" y="805730"/>
                </a:lnTo>
                <a:lnTo>
                  <a:pt x="775507" y="798579"/>
                </a:lnTo>
                <a:lnTo>
                  <a:pt x="780792" y="791959"/>
                </a:lnTo>
                <a:lnTo>
                  <a:pt x="786870" y="785602"/>
                </a:lnTo>
                <a:lnTo>
                  <a:pt x="793477" y="779511"/>
                </a:lnTo>
                <a:lnTo>
                  <a:pt x="800348" y="774214"/>
                </a:lnTo>
                <a:lnTo>
                  <a:pt x="807483" y="769183"/>
                </a:lnTo>
                <a:lnTo>
                  <a:pt x="815147" y="764945"/>
                </a:lnTo>
                <a:lnTo>
                  <a:pt x="815147" y="240037"/>
                </a:lnTo>
                <a:lnTo>
                  <a:pt x="815411" y="233681"/>
                </a:lnTo>
                <a:lnTo>
                  <a:pt x="816204" y="227325"/>
                </a:lnTo>
                <a:lnTo>
                  <a:pt x="817789" y="221498"/>
                </a:lnTo>
                <a:lnTo>
                  <a:pt x="819639" y="215672"/>
                </a:lnTo>
                <a:lnTo>
                  <a:pt x="822546" y="210375"/>
                </a:lnTo>
                <a:lnTo>
                  <a:pt x="825717" y="205078"/>
                </a:lnTo>
                <a:lnTo>
                  <a:pt x="829153" y="200311"/>
                </a:lnTo>
                <a:lnTo>
                  <a:pt x="833116" y="196074"/>
                </a:lnTo>
                <a:lnTo>
                  <a:pt x="837609" y="191836"/>
                </a:lnTo>
                <a:lnTo>
                  <a:pt x="842366" y="188393"/>
                </a:lnTo>
                <a:lnTo>
                  <a:pt x="847387" y="185215"/>
                </a:lnTo>
                <a:lnTo>
                  <a:pt x="852936" y="182832"/>
                </a:lnTo>
                <a:lnTo>
                  <a:pt x="858486" y="180713"/>
                </a:lnTo>
                <a:lnTo>
                  <a:pt x="864564" y="179124"/>
                </a:lnTo>
                <a:lnTo>
                  <a:pt x="870642" y="178065"/>
                </a:lnTo>
                <a:lnTo>
                  <a:pt x="876984" y="177800"/>
                </a:lnTo>
                <a:close/>
                <a:moveTo>
                  <a:pt x="856991" y="124392"/>
                </a:moveTo>
                <a:lnTo>
                  <a:pt x="837683" y="125450"/>
                </a:lnTo>
                <a:lnTo>
                  <a:pt x="818374" y="126774"/>
                </a:lnTo>
                <a:lnTo>
                  <a:pt x="799594" y="128362"/>
                </a:lnTo>
                <a:lnTo>
                  <a:pt x="780550" y="130479"/>
                </a:lnTo>
                <a:lnTo>
                  <a:pt x="762034" y="132861"/>
                </a:lnTo>
                <a:lnTo>
                  <a:pt x="743255" y="136037"/>
                </a:lnTo>
                <a:lnTo>
                  <a:pt x="725004" y="139478"/>
                </a:lnTo>
                <a:lnTo>
                  <a:pt x="706489" y="143712"/>
                </a:lnTo>
                <a:lnTo>
                  <a:pt x="688502" y="147947"/>
                </a:lnTo>
                <a:lnTo>
                  <a:pt x="670516" y="152975"/>
                </a:lnTo>
                <a:lnTo>
                  <a:pt x="653059" y="158269"/>
                </a:lnTo>
                <a:lnTo>
                  <a:pt x="635337" y="164091"/>
                </a:lnTo>
                <a:lnTo>
                  <a:pt x="617880" y="169914"/>
                </a:lnTo>
                <a:lnTo>
                  <a:pt x="600687" y="176530"/>
                </a:lnTo>
                <a:lnTo>
                  <a:pt x="583759" y="183412"/>
                </a:lnTo>
                <a:lnTo>
                  <a:pt x="567095" y="191087"/>
                </a:lnTo>
                <a:lnTo>
                  <a:pt x="550432" y="198762"/>
                </a:lnTo>
                <a:lnTo>
                  <a:pt x="534297" y="206967"/>
                </a:lnTo>
                <a:lnTo>
                  <a:pt x="517898" y="215436"/>
                </a:lnTo>
                <a:lnTo>
                  <a:pt x="502292" y="224170"/>
                </a:lnTo>
                <a:lnTo>
                  <a:pt x="486686" y="233698"/>
                </a:lnTo>
                <a:lnTo>
                  <a:pt x="471345" y="242961"/>
                </a:lnTo>
                <a:lnTo>
                  <a:pt x="456268" y="253018"/>
                </a:lnTo>
                <a:lnTo>
                  <a:pt x="441192" y="263340"/>
                </a:lnTo>
                <a:lnTo>
                  <a:pt x="426379" y="274191"/>
                </a:lnTo>
                <a:lnTo>
                  <a:pt x="412361" y="285042"/>
                </a:lnTo>
                <a:lnTo>
                  <a:pt x="398342" y="296423"/>
                </a:lnTo>
                <a:lnTo>
                  <a:pt x="384588" y="308333"/>
                </a:lnTo>
                <a:lnTo>
                  <a:pt x="371098" y="320243"/>
                </a:lnTo>
                <a:lnTo>
                  <a:pt x="357608" y="332417"/>
                </a:lnTo>
                <a:lnTo>
                  <a:pt x="344648" y="344856"/>
                </a:lnTo>
                <a:lnTo>
                  <a:pt x="332216" y="358089"/>
                </a:lnTo>
                <a:lnTo>
                  <a:pt x="319784" y="371323"/>
                </a:lnTo>
                <a:lnTo>
                  <a:pt x="307617" y="384820"/>
                </a:lnTo>
                <a:lnTo>
                  <a:pt x="295979" y="398583"/>
                </a:lnTo>
                <a:lnTo>
                  <a:pt x="284870" y="412610"/>
                </a:lnTo>
                <a:lnTo>
                  <a:pt x="273761" y="427167"/>
                </a:lnTo>
                <a:lnTo>
                  <a:pt x="263181" y="441458"/>
                </a:lnTo>
                <a:lnTo>
                  <a:pt x="252865" y="456544"/>
                </a:lnTo>
                <a:lnTo>
                  <a:pt x="242814" y="471630"/>
                </a:lnTo>
                <a:lnTo>
                  <a:pt x="233027" y="486980"/>
                </a:lnTo>
                <a:lnTo>
                  <a:pt x="224034" y="502596"/>
                </a:lnTo>
                <a:lnTo>
                  <a:pt x="215041" y="518740"/>
                </a:lnTo>
                <a:lnTo>
                  <a:pt x="206577" y="534620"/>
                </a:lnTo>
                <a:lnTo>
                  <a:pt x="198377" y="551029"/>
                </a:lnTo>
                <a:lnTo>
                  <a:pt x="190707" y="567438"/>
                </a:lnTo>
                <a:lnTo>
                  <a:pt x="183301" y="584112"/>
                </a:lnTo>
                <a:lnTo>
                  <a:pt x="176424" y="601315"/>
                </a:lnTo>
                <a:lnTo>
                  <a:pt x="169811" y="618253"/>
                </a:lnTo>
                <a:lnTo>
                  <a:pt x="163992" y="635986"/>
                </a:lnTo>
                <a:lnTo>
                  <a:pt x="157908" y="653454"/>
                </a:lnTo>
                <a:lnTo>
                  <a:pt x="152883" y="670921"/>
                </a:lnTo>
                <a:lnTo>
                  <a:pt x="147857" y="689183"/>
                </a:lnTo>
                <a:lnTo>
                  <a:pt x="143625" y="707180"/>
                </a:lnTo>
                <a:lnTo>
                  <a:pt x="139393" y="725707"/>
                </a:lnTo>
                <a:lnTo>
                  <a:pt x="135955" y="743704"/>
                </a:lnTo>
                <a:lnTo>
                  <a:pt x="132781" y="762495"/>
                </a:lnTo>
                <a:lnTo>
                  <a:pt x="130400" y="781551"/>
                </a:lnTo>
                <a:lnTo>
                  <a:pt x="128019" y="800342"/>
                </a:lnTo>
                <a:lnTo>
                  <a:pt x="126168" y="819133"/>
                </a:lnTo>
                <a:lnTo>
                  <a:pt x="125110" y="838189"/>
                </a:lnTo>
                <a:lnTo>
                  <a:pt x="124316" y="857509"/>
                </a:lnTo>
                <a:lnTo>
                  <a:pt x="124052" y="877094"/>
                </a:lnTo>
                <a:lnTo>
                  <a:pt x="124316" y="896414"/>
                </a:lnTo>
                <a:lnTo>
                  <a:pt x="125110" y="915735"/>
                </a:lnTo>
                <a:lnTo>
                  <a:pt x="126168" y="934791"/>
                </a:lnTo>
                <a:lnTo>
                  <a:pt x="128019" y="953846"/>
                </a:lnTo>
                <a:lnTo>
                  <a:pt x="130400" y="972637"/>
                </a:lnTo>
                <a:lnTo>
                  <a:pt x="132781" y="991428"/>
                </a:lnTo>
                <a:lnTo>
                  <a:pt x="135955" y="1009955"/>
                </a:lnTo>
                <a:lnTo>
                  <a:pt x="139393" y="1028481"/>
                </a:lnTo>
                <a:lnTo>
                  <a:pt x="143625" y="1046743"/>
                </a:lnTo>
                <a:lnTo>
                  <a:pt x="147857" y="1065005"/>
                </a:lnTo>
                <a:lnTo>
                  <a:pt x="152883" y="1082737"/>
                </a:lnTo>
                <a:lnTo>
                  <a:pt x="157908" y="1100734"/>
                </a:lnTo>
                <a:lnTo>
                  <a:pt x="163992" y="1118202"/>
                </a:lnTo>
                <a:lnTo>
                  <a:pt x="169811" y="1135405"/>
                </a:lnTo>
                <a:lnTo>
                  <a:pt x="176424" y="1152608"/>
                </a:lnTo>
                <a:lnTo>
                  <a:pt x="183301" y="1169547"/>
                </a:lnTo>
                <a:lnTo>
                  <a:pt x="190707" y="1186485"/>
                </a:lnTo>
                <a:lnTo>
                  <a:pt x="198377" y="1203159"/>
                </a:lnTo>
                <a:lnTo>
                  <a:pt x="206577" y="1219568"/>
                </a:lnTo>
                <a:lnTo>
                  <a:pt x="215041" y="1235448"/>
                </a:lnTo>
                <a:lnTo>
                  <a:pt x="224034" y="1251592"/>
                </a:lnTo>
                <a:lnTo>
                  <a:pt x="233027" y="1267208"/>
                </a:lnTo>
                <a:lnTo>
                  <a:pt x="242814" y="1282558"/>
                </a:lnTo>
                <a:lnTo>
                  <a:pt x="252865" y="1297644"/>
                </a:lnTo>
                <a:lnTo>
                  <a:pt x="263181" y="1312200"/>
                </a:lnTo>
                <a:lnTo>
                  <a:pt x="273761" y="1327021"/>
                </a:lnTo>
                <a:lnTo>
                  <a:pt x="284870" y="1341578"/>
                </a:lnTo>
                <a:lnTo>
                  <a:pt x="295979" y="1355605"/>
                </a:lnTo>
                <a:lnTo>
                  <a:pt x="307617" y="1369368"/>
                </a:lnTo>
                <a:lnTo>
                  <a:pt x="319784" y="1382865"/>
                </a:lnTo>
                <a:lnTo>
                  <a:pt x="332216" y="1396099"/>
                </a:lnTo>
                <a:lnTo>
                  <a:pt x="344648" y="1408803"/>
                </a:lnTo>
                <a:lnTo>
                  <a:pt x="357608" y="1421771"/>
                </a:lnTo>
                <a:lnTo>
                  <a:pt x="371098" y="1433946"/>
                </a:lnTo>
                <a:lnTo>
                  <a:pt x="384588" y="1445855"/>
                </a:lnTo>
                <a:lnTo>
                  <a:pt x="398342" y="1457501"/>
                </a:lnTo>
                <a:lnTo>
                  <a:pt x="412361" y="1469146"/>
                </a:lnTo>
                <a:lnTo>
                  <a:pt x="426379" y="1479997"/>
                </a:lnTo>
                <a:lnTo>
                  <a:pt x="441192" y="1490848"/>
                </a:lnTo>
                <a:lnTo>
                  <a:pt x="456268" y="1501170"/>
                </a:lnTo>
                <a:lnTo>
                  <a:pt x="471345" y="1511227"/>
                </a:lnTo>
                <a:lnTo>
                  <a:pt x="486686" y="1520490"/>
                </a:lnTo>
                <a:lnTo>
                  <a:pt x="502292" y="1530018"/>
                </a:lnTo>
                <a:lnTo>
                  <a:pt x="517898" y="1538752"/>
                </a:lnTo>
                <a:lnTo>
                  <a:pt x="534297" y="1547221"/>
                </a:lnTo>
                <a:lnTo>
                  <a:pt x="550432" y="1555426"/>
                </a:lnTo>
                <a:lnTo>
                  <a:pt x="567095" y="1563101"/>
                </a:lnTo>
                <a:lnTo>
                  <a:pt x="583759" y="1570512"/>
                </a:lnTo>
                <a:lnTo>
                  <a:pt x="600687" y="1577393"/>
                </a:lnTo>
                <a:lnTo>
                  <a:pt x="617880" y="1583745"/>
                </a:lnTo>
                <a:lnTo>
                  <a:pt x="635337" y="1590097"/>
                </a:lnTo>
                <a:lnTo>
                  <a:pt x="653059" y="1595655"/>
                </a:lnTo>
                <a:lnTo>
                  <a:pt x="670516" y="1601213"/>
                </a:lnTo>
                <a:lnTo>
                  <a:pt x="688502" y="1605712"/>
                </a:lnTo>
                <a:lnTo>
                  <a:pt x="706489" y="1610476"/>
                </a:lnTo>
                <a:lnTo>
                  <a:pt x="725004" y="1614181"/>
                </a:lnTo>
                <a:lnTo>
                  <a:pt x="743255" y="1618151"/>
                </a:lnTo>
                <a:lnTo>
                  <a:pt x="762034" y="1620798"/>
                </a:lnTo>
                <a:lnTo>
                  <a:pt x="780550" y="1623709"/>
                </a:lnTo>
                <a:lnTo>
                  <a:pt x="799594" y="1625826"/>
                </a:lnTo>
                <a:lnTo>
                  <a:pt x="818374" y="1627414"/>
                </a:lnTo>
                <a:lnTo>
                  <a:pt x="837683" y="1628738"/>
                </a:lnTo>
                <a:lnTo>
                  <a:pt x="856991" y="1629267"/>
                </a:lnTo>
                <a:lnTo>
                  <a:pt x="876300" y="1629532"/>
                </a:lnTo>
                <a:lnTo>
                  <a:pt x="895873" y="1629267"/>
                </a:lnTo>
                <a:lnTo>
                  <a:pt x="914918" y="1628738"/>
                </a:lnTo>
                <a:lnTo>
                  <a:pt x="933962" y="1627414"/>
                </a:lnTo>
                <a:lnTo>
                  <a:pt x="953271" y="1625826"/>
                </a:lnTo>
                <a:lnTo>
                  <a:pt x="972050" y="1623709"/>
                </a:lnTo>
                <a:lnTo>
                  <a:pt x="990830" y="1620798"/>
                </a:lnTo>
                <a:lnTo>
                  <a:pt x="1009345" y="1618151"/>
                </a:lnTo>
                <a:lnTo>
                  <a:pt x="1027861" y="1614181"/>
                </a:lnTo>
                <a:lnTo>
                  <a:pt x="1045847" y="1610476"/>
                </a:lnTo>
                <a:lnTo>
                  <a:pt x="1064098" y="1605712"/>
                </a:lnTo>
                <a:lnTo>
                  <a:pt x="1082084" y="1601213"/>
                </a:lnTo>
                <a:lnTo>
                  <a:pt x="1099806" y="1595655"/>
                </a:lnTo>
                <a:lnTo>
                  <a:pt x="1117263" y="1590097"/>
                </a:lnTo>
                <a:lnTo>
                  <a:pt x="1134720" y="1583745"/>
                </a:lnTo>
                <a:lnTo>
                  <a:pt x="1151913" y="1577393"/>
                </a:lnTo>
                <a:lnTo>
                  <a:pt x="1168841" y="1570512"/>
                </a:lnTo>
                <a:lnTo>
                  <a:pt x="1185769" y="1563101"/>
                </a:lnTo>
                <a:lnTo>
                  <a:pt x="1201904" y="1555426"/>
                </a:lnTo>
                <a:lnTo>
                  <a:pt x="1218568" y="1547221"/>
                </a:lnTo>
                <a:lnTo>
                  <a:pt x="1234702" y="1538752"/>
                </a:lnTo>
                <a:lnTo>
                  <a:pt x="1250573" y="1530018"/>
                </a:lnTo>
                <a:lnTo>
                  <a:pt x="1265914" y="1520490"/>
                </a:lnTo>
                <a:lnTo>
                  <a:pt x="1281255" y="1511227"/>
                </a:lnTo>
                <a:lnTo>
                  <a:pt x="1296596" y="1501170"/>
                </a:lnTo>
                <a:lnTo>
                  <a:pt x="1311408" y="1490848"/>
                </a:lnTo>
                <a:lnTo>
                  <a:pt x="1325956" y="1479997"/>
                </a:lnTo>
                <a:lnTo>
                  <a:pt x="1340504" y="1469146"/>
                </a:lnTo>
                <a:lnTo>
                  <a:pt x="1354522" y="1457501"/>
                </a:lnTo>
                <a:lnTo>
                  <a:pt x="1368277" y="1445855"/>
                </a:lnTo>
                <a:lnTo>
                  <a:pt x="1381766" y="1433946"/>
                </a:lnTo>
                <a:lnTo>
                  <a:pt x="1394991" y="1421771"/>
                </a:lnTo>
                <a:lnTo>
                  <a:pt x="1407952" y="1408803"/>
                </a:lnTo>
                <a:lnTo>
                  <a:pt x="1420384" y="1396099"/>
                </a:lnTo>
                <a:lnTo>
                  <a:pt x="1432815" y="1382865"/>
                </a:lnTo>
                <a:lnTo>
                  <a:pt x="1444718" y="1369368"/>
                </a:lnTo>
                <a:lnTo>
                  <a:pt x="1456356" y="1355605"/>
                </a:lnTo>
                <a:lnTo>
                  <a:pt x="1467730" y="1341578"/>
                </a:lnTo>
                <a:lnTo>
                  <a:pt x="1479104" y="1327021"/>
                </a:lnTo>
                <a:lnTo>
                  <a:pt x="1489684" y="1312200"/>
                </a:lnTo>
                <a:lnTo>
                  <a:pt x="1499735" y="1297644"/>
                </a:lnTo>
                <a:lnTo>
                  <a:pt x="1509786" y="1282558"/>
                </a:lnTo>
                <a:lnTo>
                  <a:pt x="1519308" y="1267208"/>
                </a:lnTo>
                <a:lnTo>
                  <a:pt x="1528830" y="1251592"/>
                </a:lnTo>
                <a:lnTo>
                  <a:pt x="1537559" y="1235448"/>
                </a:lnTo>
                <a:lnTo>
                  <a:pt x="1546023" y="1219568"/>
                </a:lnTo>
                <a:lnTo>
                  <a:pt x="1554223" y="1203159"/>
                </a:lnTo>
                <a:lnTo>
                  <a:pt x="1561893" y="1186485"/>
                </a:lnTo>
                <a:lnTo>
                  <a:pt x="1569299" y="1169547"/>
                </a:lnTo>
                <a:lnTo>
                  <a:pt x="1576176" y="1152608"/>
                </a:lnTo>
                <a:lnTo>
                  <a:pt x="1582789" y="1135405"/>
                </a:lnTo>
                <a:lnTo>
                  <a:pt x="1588873" y="1118202"/>
                </a:lnTo>
                <a:lnTo>
                  <a:pt x="1594692" y="1100734"/>
                </a:lnTo>
                <a:lnTo>
                  <a:pt x="1599982" y="1082737"/>
                </a:lnTo>
                <a:lnTo>
                  <a:pt x="1604743" y="1065005"/>
                </a:lnTo>
                <a:lnTo>
                  <a:pt x="1608975" y="1046743"/>
                </a:lnTo>
                <a:lnTo>
                  <a:pt x="1613207" y="1028481"/>
                </a:lnTo>
                <a:lnTo>
                  <a:pt x="1616645" y="1009955"/>
                </a:lnTo>
                <a:lnTo>
                  <a:pt x="1619555" y="991428"/>
                </a:lnTo>
                <a:lnTo>
                  <a:pt x="1622464" y="972637"/>
                </a:lnTo>
                <a:lnTo>
                  <a:pt x="1624581" y="953846"/>
                </a:lnTo>
                <a:lnTo>
                  <a:pt x="1626168" y="934791"/>
                </a:lnTo>
                <a:lnTo>
                  <a:pt x="1627490" y="915735"/>
                </a:lnTo>
                <a:lnTo>
                  <a:pt x="1628019" y="896414"/>
                </a:lnTo>
                <a:lnTo>
                  <a:pt x="1628548" y="877094"/>
                </a:lnTo>
                <a:lnTo>
                  <a:pt x="1628019" y="857509"/>
                </a:lnTo>
                <a:lnTo>
                  <a:pt x="1627490" y="838189"/>
                </a:lnTo>
                <a:lnTo>
                  <a:pt x="1626168" y="819133"/>
                </a:lnTo>
                <a:lnTo>
                  <a:pt x="1624581" y="800342"/>
                </a:lnTo>
                <a:lnTo>
                  <a:pt x="1622464" y="781551"/>
                </a:lnTo>
                <a:lnTo>
                  <a:pt x="1619555" y="762495"/>
                </a:lnTo>
                <a:lnTo>
                  <a:pt x="1616645" y="743704"/>
                </a:lnTo>
                <a:lnTo>
                  <a:pt x="1613207" y="725707"/>
                </a:lnTo>
                <a:lnTo>
                  <a:pt x="1608975" y="707180"/>
                </a:lnTo>
                <a:lnTo>
                  <a:pt x="1604743" y="689183"/>
                </a:lnTo>
                <a:lnTo>
                  <a:pt x="1599982" y="670921"/>
                </a:lnTo>
                <a:lnTo>
                  <a:pt x="1594692" y="653454"/>
                </a:lnTo>
                <a:lnTo>
                  <a:pt x="1588873" y="635986"/>
                </a:lnTo>
                <a:lnTo>
                  <a:pt x="1582789" y="618253"/>
                </a:lnTo>
                <a:lnTo>
                  <a:pt x="1576176" y="601315"/>
                </a:lnTo>
                <a:lnTo>
                  <a:pt x="1569299" y="584112"/>
                </a:lnTo>
                <a:lnTo>
                  <a:pt x="1561893" y="567438"/>
                </a:lnTo>
                <a:lnTo>
                  <a:pt x="1554223" y="551029"/>
                </a:lnTo>
                <a:lnTo>
                  <a:pt x="1546023" y="534620"/>
                </a:lnTo>
                <a:lnTo>
                  <a:pt x="1537559" y="518740"/>
                </a:lnTo>
                <a:lnTo>
                  <a:pt x="1528830" y="502596"/>
                </a:lnTo>
                <a:lnTo>
                  <a:pt x="1519308" y="486980"/>
                </a:lnTo>
                <a:lnTo>
                  <a:pt x="1509786" y="471630"/>
                </a:lnTo>
                <a:lnTo>
                  <a:pt x="1499735" y="456544"/>
                </a:lnTo>
                <a:lnTo>
                  <a:pt x="1489684" y="441458"/>
                </a:lnTo>
                <a:lnTo>
                  <a:pt x="1479104" y="427167"/>
                </a:lnTo>
                <a:lnTo>
                  <a:pt x="1467730" y="412610"/>
                </a:lnTo>
                <a:lnTo>
                  <a:pt x="1456356" y="398583"/>
                </a:lnTo>
                <a:lnTo>
                  <a:pt x="1444718" y="384820"/>
                </a:lnTo>
                <a:lnTo>
                  <a:pt x="1432815" y="371323"/>
                </a:lnTo>
                <a:lnTo>
                  <a:pt x="1420384" y="358089"/>
                </a:lnTo>
                <a:lnTo>
                  <a:pt x="1407952" y="344856"/>
                </a:lnTo>
                <a:lnTo>
                  <a:pt x="1394991" y="332417"/>
                </a:lnTo>
                <a:lnTo>
                  <a:pt x="1381766" y="320243"/>
                </a:lnTo>
                <a:lnTo>
                  <a:pt x="1368277" y="308333"/>
                </a:lnTo>
                <a:lnTo>
                  <a:pt x="1354522" y="296423"/>
                </a:lnTo>
                <a:lnTo>
                  <a:pt x="1340504" y="285042"/>
                </a:lnTo>
                <a:lnTo>
                  <a:pt x="1325956" y="274191"/>
                </a:lnTo>
                <a:lnTo>
                  <a:pt x="1311408" y="263340"/>
                </a:lnTo>
                <a:lnTo>
                  <a:pt x="1296596" y="253018"/>
                </a:lnTo>
                <a:lnTo>
                  <a:pt x="1281255" y="242961"/>
                </a:lnTo>
                <a:lnTo>
                  <a:pt x="1265914" y="233698"/>
                </a:lnTo>
                <a:lnTo>
                  <a:pt x="1250573" y="224170"/>
                </a:lnTo>
                <a:lnTo>
                  <a:pt x="1234702" y="215436"/>
                </a:lnTo>
                <a:lnTo>
                  <a:pt x="1218568" y="206967"/>
                </a:lnTo>
                <a:lnTo>
                  <a:pt x="1201904" y="198762"/>
                </a:lnTo>
                <a:lnTo>
                  <a:pt x="1185769" y="191087"/>
                </a:lnTo>
                <a:lnTo>
                  <a:pt x="1168841" y="183412"/>
                </a:lnTo>
                <a:lnTo>
                  <a:pt x="1151913" y="176530"/>
                </a:lnTo>
                <a:lnTo>
                  <a:pt x="1134720" y="169914"/>
                </a:lnTo>
                <a:lnTo>
                  <a:pt x="1117263" y="164091"/>
                </a:lnTo>
                <a:lnTo>
                  <a:pt x="1099806" y="158269"/>
                </a:lnTo>
                <a:lnTo>
                  <a:pt x="1082084" y="152975"/>
                </a:lnTo>
                <a:lnTo>
                  <a:pt x="1064098" y="147947"/>
                </a:lnTo>
                <a:lnTo>
                  <a:pt x="1045847" y="143712"/>
                </a:lnTo>
                <a:lnTo>
                  <a:pt x="1027861" y="139478"/>
                </a:lnTo>
                <a:lnTo>
                  <a:pt x="1009345" y="136037"/>
                </a:lnTo>
                <a:lnTo>
                  <a:pt x="990830" y="132861"/>
                </a:lnTo>
                <a:lnTo>
                  <a:pt x="972050" y="130479"/>
                </a:lnTo>
                <a:lnTo>
                  <a:pt x="953271" y="128362"/>
                </a:lnTo>
                <a:lnTo>
                  <a:pt x="933962" y="126774"/>
                </a:lnTo>
                <a:lnTo>
                  <a:pt x="914918" y="125450"/>
                </a:lnTo>
                <a:lnTo>
                  <a:pt x="895873" y="124392"/>
                </a:lnTo>
                <a:lnTo>
                  <a:pt x="876300" y="124392"/>
                </a:lnTo>
                <a:lnTo>
                  <a:pt x="856991" y="124392"/>
                </a:lnTo>
                <a:close/>
                <a:moveTo>
                  <a:pt x="876300" y="0"/>
                </a:moveTo>
                <a:lnTo>
                  <a:pt x="899048" y="265"/>
                </a:lnTo>
                <a:lnTo>
                  <a:pt x="921266" y="1323"/>
                </a:lnTo>
                <a:lnTo>
                  <a:pt x="943749" y="2382"/>
                </a:lnTo>
                <a:lnTo>
                  <a:pt x="965702" y="4764"/>
                </a:lnTo>
                <a:lnTo>
                  <a:pt x="987656" y="7146"/>
                </a:lnTo>
                <a:lnTo>
                  <a:pt x="1009610" y="10057"/>
                </a:lnTo>
                <a:lnTo>
                  <a:pt x="1031299" y="13763"/>
                </a:lnTo>
                <a:lnTo>
                  <a:pt x="1052724" y="17997"/>
                </a:lnTo>
                <a:lnTo>
                  <a:pt x="1074149" y="22496"/>
                </a:lnTo>
                <a:lnTo>
                  <a:pt x="1095045" y="27525"/>
                </a:lnTo>
                <a:lnTo>
                  <a:pt x="1115940" y="33348"/>
                </a:lnTo>
                <a:lnTo>
                  <a:pt x="1136572" y="39435"/>
                </a:lnTo>
                <a:lnTo>
                  <a:pt x="1157203" y="46051"/>
                </a:lnTo>
                <a:lnTo>
                  <a:pt x="1177305" y="53197"/>
                </a:lnTo>
                <a:lnTo>
                  <a:pt x="1197407" y="60873"/>
                </a:lnTo>
                <a:lnTo>
                  <a:pt x="1216981" y="69077"/>
                </a:lnTo>
                <a:lnTo>
                  <a:pt x="1236818" y="77811"/>
                </a:lnTo>
                <a:lnTo>
                  <a:pt x="1255863" y="86545"/>
                </a:lnTo>
                <a:lnTo>
                  <a:pt x="1274907" y="96337"/>
                </a:lnTo>
                <a:lnTo>
                  <a:pt x="1293687" y="105865"/>
                </a:lnTo>
                <a:lnTo>
                  <a:pt x="1312202" y="116452"/>
                </a:lnTo>
                <a:lnTo>
                  <a:pt x="1330453" y="127303"/>
                </a:lnTo>
                <a:lnTo>
                  <a:pt x="1348439" y="138154"/>
                </a:lnTo>
                <a:lnTo>
                  <a:pt x="1365896" y="149799"/>
                </a:lnTo>
                <a:lnTo>
                  <a:pt x="1383353" y="162239"/>
                </a:lnTo>
                <a:lnTo>
                  <a:pt x="1400282" y="174413"/>
                </a:lnTo>
                <a:lnTo>
                  <a:pt x="1416945" y="187117"/>
                </a:lnTo>
                <a:lnTo>
                  <a:pt x="1433609" y="200615"/>
                </a:lnTo>
                <a:lnTo>
                  <a:pt x="1449479" y="214113"/>
                </a:lnTo>
                <a:lnTo>
                  <a:pt x="1465085" y="228404"/>
                </a:lnTo>
                <a:lnTo>
                  <a:pt x="1480426" y="242432"/>
                </a:lnTo>
                <a:lnTo>
                  <a:pt x="1495503" y="257253"/>
                </a:lnTo>
                <a:lnTo>
                  <a:pt x="1510315" y="272074"/>
                </a:lnTo>
                <a:lnTo>
                  <a:pt x="1524863" y="287424"/>
                </a:lnTo>
                <a:lnTo>
                  <a:pt x="1538881" y="303569"/>
                </a:lnTo>
                <a:lnTo>
                  <a:pt x="1552371" y="319449"/>
                </a:lnTo>
                <a:lnTo>
                  <a:pt x="1565596" y="335858"/>
                </a:lnTo>
                <a:lnTo>
                  <a:pt x="1578292" y="352796"/>
                </a:lnTo>
                <a:lnTo>
                  <a:pt x="1590724" y="369735"/>
                </a:lnTo>
                <a:lnTo>
                  <a:pt x="1602627" y="386938"/>
                </a:lnTo>
                <a:lnTo>
                  <a:pt x="1614265" y="404935"/>
                </a:lnTo>
                <a:lnTo>
                  <a:pt x="1625639" y="422667"/>
                </a:lnTo>
                <a:lnTo>
                  <a:pt x="1636219" y="440929"/>
                </a:lnTo>
                <a:lnTo>
                  <a:pt x="1646534" y="459455"/>
                </a:lnTo>
                <a:lnTo>
                  <a:pt x="1656585" y="478247"/>
                </a:lnTo>
                <a:lnTo>
                  <a:pt x="1666108" y="497038"/>
                </a:lnTo>
                <a:lnTo>
                  <a:pt x="1675101" y="516358"/>
                </a:lnTo>
                <a:lnTo>
                  <a:pt x="1683565" y="535943"/>
                </a:lnTo>
                <a:lnTo>
                  <a:pt x="1691764" y="555528"/>
                </a:lnTo>
                <a:lnTo>
                  <a:pt x="1699170" y="575643"/>
                </a:lnTo>
                <a:lnTo>
                  <a:pt x="1706577" y="596022"/>
                </a:lnTo>
                <a:lnTo>
                  <a:pt x="1712925" y="616401"/>
                </a:lnTo>
                <a:lnTo>
                  <a:pt x="1719273" y="637309"/>
                </a:lnTo>
                <a:lnTo>
                  <a:pt x="1725092" y="658218"/>
                </a:lnTo>
                <a:lnTo>
                  <a:pt x="1730382" y="679126"/>
                </a:lnTo>
                <a:lnTo>
                  <a:pt x="1734614" y="700564"/>
                </a:lnTo>
                <a:lnTo>
                  <a:pt x="1739111" y="721737"/>
                </a:lnTo>
                <a:lnTo>
                  <a:pt x="1742549" y="743439"/>
                </a:lnTo>
                <a:lnTo>
                  <a:pt x="1745723" y="765406"/>
                </a:lnTo>
                <a:lnTo>
                  <a:pt x="1748104" y="787373"/>
                </a:lnTo>
                <a:lnTo>
                  <a:pt x="1749955" y="809605"/>
                </a:lnTo>
                <a:lnTo>
                  <a:pt x="1751542" y="831837"/>
                </a:lnTo>
                <a:lnTo>
                  <a:pt x="1752336" y="854598"/>
                </a:lnTo>
                <a:lnTo>
                  <a:pt x="1752600" y="877094"/>
                </a:lnTo>
                <a:lnTo>
                  <a:pt x="1752336" y="899590"/>
                </a:lnTo>
                <a:lnTo>
                  <a:pt x="1751542" y="922351"/>
                </a:lnTo>
                <a:lnTo>
                  <a:pt x="1749955" y="944583"/>
                </a:lnTo>
                <a:lnTo>
                  <a:pt x="1748104" y="966550"/>
                </a:lnTo>
                <a:lnTo>
                  <a:pt x="1745723" y="988782"/>
                </a:lnTo>
                <a:lnTo>
                  <a:pt x="1742549" y="1010220"/>
                </a:lnTo>
                <a:lnTo>
                  <a:pt x="1739111" y="1031922"/>
                </a:lnTo>
                <a:lnTo>
                  <a:pt x="1734614" y="1053624"/>
                </a:lnTo>
                <a:lnTo>
                  <a:pt x="1730382" y="1075062"/>
                </a:lnTo>
                <a:lnTo>
                  <a:pt x="1725092" y="1095970"/>
                </a:lnTo>
                <a:lnTo>
                  <a:pt x="1719273" y="1116879"/>
                </a:lnTo>
                <a:lnTo>
                  <a:pt x="1712925" y="1137523"/>
                </a:lnTo>
                <a:lnTo>
                  <a:pt x="1706577" y="1157902"/>
                </a:lnTo>
                <a:lnTo>
                  <a:pt x="1699170" y="1178016"/>
                </a:lnTo>
                <a:lnTo>
                  <a:pt x="1691764" y="1198130"/>
                </a:lnTo>
                <a:lnTo>
                  <a:pt x="1683565" y="1217980"/>
                </a:lnTo>
                <a:lnTo>
                  <a:pt x="1675101" y="1237565"/>
                </a:lnTo>
                <a:lnTo>
                  <a:pt x="1666108" y="1256886"/>
                </a:lnTo>
                <a:lnTo>
                  <a:pt x="1656585" y="1275941"/>
                </a:lnTo>
                <a:lnTo>
                  <a:pt x="1646534" y="1294733"/>
                </a:lnTo>
                <a:lnTo>
                  <a:pt x="1636219" y="1313259"/>
                </a:lnTo>
                <a:lnTo>
                  <a:pt x="1625639" y="1331521"/>
                </a:lnTo>
                <a:lnTo>
                  <a:pt x="1614265" y="1349253"/>
                </a:lnTo>
                <a:lnTo>
                  <a:pt x="1602627" y="1366986"/>
                </a:lnTo>
                <a:lnTo>
                  <a:pt x="1590724" y="1384453"/>
                </a:lnTo>
                <a:lnTo>
                  <a:pt x="1578292" y="1401392"/>
                </a:lnTo>
                <a:lnTo>
                  <a:pt x="1565596" y="1418066"/>
                </a:lnTo>
                <a:lnTo>
                  <a:pt x="1552371" y="1434475"/>
                </a:lnTo>
                <a:lnTo>
                  <a:pt x="1538881" y="1450619"/>
                </a:lnTo>
                <a:lnTo>
                  <a:pt x="1524863" y="1466234"/>
                </a:lnTo>
                <a:lnTo>
                  <a:pt x="1510315" y="1481585"/>
                </a:lnTo>
                <a:lnTo>
                  <a:pt x="1495503" y="1496671"/>
                </a:lnTo>
                <a:lnTo>
                  <a:pt x="1480426" y="1511492"/>
                </a:lnTo>
                <a:lnTo>
                  <a:pt x="1465085" y="1525784"/>
                </a:lnTo>
                <a:lnTo>
                  <a:pt x="1449479" y="1540075"/>
                </a:lnTo>
                <a:lnTo>
                  <a:pt x="1433609" y="1553573"/>
                </a:lnTo>
                <a:lnTo>
                  <a:pt x="1416945" y="1566542"/>
                </a:lnTo>
                <a:lnTo>
                  <a:pt x="1400282" y="1579510"/>
                </a:lnTo>
                <a:lnTo>
                  <a:pt x="1383353" y="1591949"/>
                </a:lnTo>
                <a:lnTo>
                  <a:pt x="1365896" y="1603859"/>
                </a:lnTo>
                <a:lnTo>
                  <a:pt x="1348439" y="1615505"/>
                </a:lnTo>
                <a:lnTo>
                  <a:pt x="1330453" y="1626885"/>
                </a:lnTo>
                <a:lnTo>
                  <a:pt x="1312202" y="1637472"/>
                </a:lnTo>
                <a:lnTo>
                  <a:pt x="1293687" y="1647793"/>
                </a:lnTo>
                <a:lnTo>
                  <a:pt x="1274907" y="1657851"/>
                </a:lnTo>
                <a:lnTo>
                  <a:pt x="1255863" y="1667379"/>
                </a:lnTo>
                <a:lnTo>
                  <a:pt x="1236818" y="1676377"/>
                </a:lnTo>
                <a:lnTo>
                  <a:pt x="1216981" y="1684846"/>
                </a:lnTo>
                <a:lnTo>
                  <a:pt x="1197407" y="1693051"/>
                </a:lnTo>
                <a:lnTo>
                  <a:pt x="1177305" y="1700726"/>
                </a:lnTo>
                <a:lnTo>
                  <a:pt x="1157203" y="1707607"/>
                </a:lnTo>
                <a:lnTo>
                  <a:pt x="1136572" y="1714753"/>
                </a:lnTo>
                <a:lnTo>
                  <a:pt x="1115940" y="1720576"/>
                </a:lnTo>
                <a:lnTo>
                  <a:pt x="1095045" y="1726134"/>
                </a:lnTo>
                <a:lnTo>
                  <a:pt x="1074149" y="1731427"/>
                </a:lnTo>
                <a:lnTo>
                  <a:pt x="1052724" y="1736191"/>
                </a:lnTo>
                <a:lnTo>
                  <a:pt x="1031299" y="1740426"/>
                </a:lnTo>
                <a:lnTo>
                  <a:pt x="1009610" y="1743866"/>
                </a:lnTo>
                <a:lnTo>
                  <a:pt x="987656" y="1747042"/>
                </a:lnTo>
                <a:lnTo>
                  <a:pt x="965702" y="1749424"/>
                </a:lnTo>
                <a:lnTo>
                  <a:pt x="943749" y="1751277"/>
                </a:lnTo>
                <a:lnTo>
                  <a:pt x="921266" y="1752865"/>
                </a:lnTo>
                <a:lnTo>
                  <a:pt x="899048" y="1753923"/>
                </a:lnTo>
                <a:lnTo>
                  <a:pt x="876300" y="1754188"/>
                </a:lnTo>
                <a:lnTo>
                  <a:pt x="853817" y="1753923"/>
                </a:lnTo>
                <a:lnTo>
                  <a:pt x="831335" y="1752865"/>
                </a:lnTo>
                <a:lnTo>
                  <a:pt x="809116" y="1751277"/>
                </a:lnTo>
                <a:lnTo>
                  <a:pt x="786898" y="1749424"/>
                </a:lnTo>
                <a:lnTo>
                  <a:pt x="764944" y="1747042"/>
                </a:lnTo>
                <a:lnTo>
                  <a:pt x="742990" y="1743866"/>
                </a:lnTo>
                <a:lnTo>
                  <a:pt x="721301" y="1740426"/>
                </a:lnTo>
                <a:lnTo>
                  <a:pt x="699876" y="1736191"/>
                </a:lnTo>
                <a:lnTo>
                  <a:pt x="678716" y="1731427"/>
                </a:lnTo>
                <a:lnTo>
                  <a:pt x="657820" y="1726134"/>
                </a:lnTo>
                <a:lnTo>
                  <a:pt x="636660" y="1720576"/>
                </a:lnTo>
                <a:lnTo>
                  <a:pt x="616028" y="1714753"/>
                </a:lnTo>
                <a:lnTo>
                  <a:pt x="595662" y="1707607"/>
                </a:lnTo>
                <a:lnTo>
                  <a:pt x="575295" y="1700726"/>
                </a:lnTo>
                <a:lnTo>
                  <a:pt x="555193" y="1693051"/>
                </a:lnTo>
                <a:lnTo>
                  <a:pt x="535619" y="1684846"/>
                </a:lnTo>
                <a:lnTo>
                  <a:pt x="516046" y="1676377"/>
                </a:lnTo>
                <a:lnTo>
                  <a:pt x="496737" y="1667379"/>
                </a:lnTo>
                <a:lnTo>
                  <a:pt x="477958" y="1657851"/>
                </a:lnTo>
                <a:lnTo>
                  <a:pt x="458913" y="1647793"/>
                </a:lnTo>
                <a:lnTo>
                  <a:pt x="440663" y="1637472"/>
                </a:lnTo>
                <a:lnTo>
                  <a:pt x="422412" y="1626885"/>
                </a:lnTo>
                <a:lnTo>
                  <a:pt x="404161" y="1615505"/>
                </a:lnTo>
                <a:lnTo>
                  <a:pt x="386704" y="1603859"/>
                </a:lnTo>
                <a:lnTo>
                  <a:pt x="369511" y="1591949"/>
                </a:lnTo>
                <a:lnTo>
                  <a:pt x="352318" y="1579510"/>
                </a:lnTo>
                <a:lnTo>
                  <a:pt x="335655" y="1566542"/>
                </a:lnTo>
                <a:lnTo>
                  <a:pt x="319255" y="1553573"/>
                </a:lnTo>
                <a:lnTo>
                  <a:pt x="303121" y="1540075"/>
                </a:lnTo>
                <a:lnTo>
                  <a:pt x="287251" y="1525784"/>
                </a:lnTo>
                <a:lnTo>
                  <a:pt x="271909" y="1511492"/>
                </a:lnTo>
                <a:lnTo>
                  <a:pt x="256833" y="1496671"/>
                </a:lnTo>
                <a:lnTo>
                  <a:pt x="242285" y="1481585"/>
                </a:lnTo>
                <a:lnTo>
                  <a:pt x="227737" y="1466234"/>
                </a:lnTo>
                <a:lnTo>
                  <a:pt x="213983" y="1450619"/>
                </a:lnTo>
                <a:lnTo>
                  <a:pt x="200229" y="1434475"/>
                </a:lnTo>
                <a:lnTo>
                  <a:pt x="187004" y="1418066"/>
                </a:lnTo>
                <a:lnTo>
                  <a:pt x="174308" y="1401392"/>
                </a:lnTo>
                <a:lnTo>
                  <a:pt x="161876" y="1384453"/>
                </a:lnTo>
                <a:lnTo>
                  <a:pt x="149709" y="1366986"/>
                </a:lnTo>
                <a:lnTo>
                  <a:pt x="138071" y="1349253"/>
                </a:lnTo>
                <a:lnTo>
                  <a:pt x="126961" y="1331521"/>
                </a:lnTo>
                <a:lnTo>
                  <a:pt x="116117" y="1313259"/>
                </a:lnTo>
                <a:lnTo>
                  <a:pt x="105801" y="1294733"/>
                </a:lnTo>
                <a:lnTo>
                  <a:pt x="95750" y="1275941"/>
                </a:lnTo>
                <a:lnTo>
                  <a:pt x="86492" y="1256886"/>
                </a:lnTo>
                <a:lnTo>
                  <a:pt x="77499" y="1237565"/>
                </a:lnTo>
                <a:lnTo>
                  <a:pt x="69035" y="1217980"/>
                </a:lnTo>
                <a:lnTo>
                  <a:pt x="60836" y="1198130"/>
                </a:lnTo>
                <a:lnTo>
                  <a:pt x="53165" y="1178016"/>
                </a:lnTo>
                <a:lnTo>
                  <a:pt x="46023" y="1157902"/>
                </a:lnTo>
                <a:lnTo>
                  <a:pt x="39411" y="1137523"/>
                </a:lnTo>
                <a:lnTo>
                  <a:pt x="33327" y="1116879"/>
                </a:lnTo>
                <a:lnTo>
                  <a:pt x="27508" y="1095970"/>
                </a:lnTo>
                <a:lnTo>
                  <a:pt x="22483" y="1075062"/>
                </a:lnTo>
                <a:lnTo>
                  <a:pt x="17721" y="1053624"/>
                </a:lnTo>
                <a:lnTo>
                  <a:pt x="13754" y="1031922"/>
                </a:lnTo>
                <a:lnTo>
                  <a:pt x="10051" y="1010220"/>
                </a:lnTo>
                <a:lnTo>
                  <a:pt x="6877" y="988782"/>
                </a:lnTo>
                <a:lnTo>
                  <a:pt x="4496" y="966550"/>
                </a:lnTo>
                <a:lnTo>
                  <a:pt x="2380" y="944583"/>
                </a:lnTo>
                <a:lnTo>
                  <a:pt x="1322" y="922351"/>
                </a:lnTo>
                <a:lnTo>
                  <a:pt x="264" y="899590"/>
                </a:lnTo>
                <a:lnTo>
                  <a:pt x="0" y="877094"/>
                </a:lnTo>
                <a:lnTo>
                  <a:pt x="264" y="854598"/>
                </a:lnTo>
                <a:lnTo>
                  <a:pt x="1322" y="831837"/>
                </a:lnTo>
                <a:lnTo>
                  <a:pt x="2380" y="809605"/>
                </a:lnTo>
                <a:lnTo>
                  <a:pt x="4496" y="787373"/>
                </a:lnTo>
                <a:lnTo>
                  <a:pt x="6877" y="765406"/>
                </a:lnTo>
                <a:lnTo>
                  <a:pt x="10051" y="743439"/>
                </a:lnTo>
                <a:lnTo>
                  <a:pt x="13754" y="721737"/>
                </a:lnTo>
                <a:lnTo>
                  <a:pt x="17721" y="700564"/>
                </a:lnTo>
                <a:lnTo>
                  <a:pt x="22483" y="679126"/>
                </a:lnTo>
                <a:lnTo>
                  <a:pt x="27508" y="658218"/>
                </a:lnTo>
                <a:lnTo>
                  <a:pt x="33327" y="637309"/>
                </a:lnTo>
                <a:lnTo>
                  <a:pt x="39411" y="616401"/>
                </a:lnTo>
                <a:lnTo>
                  <a:pt x="46023" y="596022"/>
                </a:lnTo>
                <a:lnTo>
                  <a:pt x="53165" y="575643"/>
                </a:lnTo>
                <a:lnTo>
                  <a:pt x="60836" y="555528"/>
                </a:lnTo>
                <a:lnTo>
                  <a:pt x="69035" y="535943"/>
                </a:lnTo>
                <a:lnTo>
                  <a:pt x="77499" y="516358"/>
                </a:lnTo>
                <a:lnTo>
                  <a:pt x="86492" y="497038"/>
                </a:lnTo>
                <a:lnTo>
                  <a:pt x="95750" y="478247"/>
                </a:lnTo>
                <a:lnTo>
                  <a:pt x="105801" y="459455"/>
                </a:lnTo>
                <a:lnTo>
                  <a:pt x="116117" y="440929"/>
                </a:lnTo>
                <a:lnTo>
                  <a:pt x="126961" y="422667"/>
                </a:lnTo>
                <a:lnTo>
                  <a:pt x="138071" y="404935"/>
                </a:lnTo>
                <a:lnTo>
                  <a:pt x="149709" y="386938"/>
                </a:lnTo>
                <a:lnTo>
                  <a:pt x="161876" y="369735"/>
                </a:lnTo>
                <a:lnTo>
                  <a:pt x="174308" y="352796"/>
                </a:lnTo>
                <a:lnTo>
                  <a:pt x="187004" y="335858"/>
                </a:lnTo>
                <a:lnTo>
                  <a:pt x="200229" y="319449"/>
                </a:lnTo>
                <a:lnTo>
                  <a:pt x="213983" y="303569"/>
                </a:lnTo>
                <a:lnTo>
                  <a:pt x="227737" y="287424"/>
                </a:lnTo>
                <a:lnTo>
                  <a:pt x="242285" y="272074"/>
                </a:lnTo>
                <a:lnTo>
                  <a:pt x="256833" y="257253"/>
                </a:lnTo>
                <a:lnTo>
                  <a:pt x="271909" y="242432"/>
                </a:lnTo>
                <a:lnTo>
                  <a:pt x="287251" y="228404"/>
                </a:lnTo>
                <a:lnTo>
                  <a:pt x="303121" y="214113"/>
                </a:lnTo>
                <a:lnTo>
                  <a:pt x="319255" y="200615"/>
                </a:lnTo>
                <a:lnTo>
                  <a:pt x="335655" y="187117"/>
                </a:lnTo>
                <a:lnTo>
                  <a:pt x="352318" y="174413"/>
                </a:lnTo>
                <a:lnTo>
                  <a:pt x="369511" y="162239"/>
                </a:lnTo>
                <a:lnTo>
                  <a:pt x="386704" y="149799"/>
                </a:lnTo>
                <a:lnTo>
                  <a:pt x="404161" y="138154"/>
                </a:lnTo>
                <a:lnTo>
                  <a:pt x="422412" y="127303"/>
                </a:lnTo>
                <a:lnTo>
                  <a:pt x="440663" y="116452"/>
                </a:lnTo>
                <a:lnTo>
                  <a:pt x="458913" y="105865"/>
                </a:lnTo>
                <a:lnTo>
                  <a:pt x="477958" y="96337"/>
                </a:lnTo>
                <a:lnTo>
                  <a:pt x="496737" y="86545"/>
                </a:lnTo>
                <a:lnTo>
                  <a:pt x="516046" y="77811"/>
                </a:lnTo>
                <a:lnTo>
                  <a:pt x="535619" y="69077"/>
                </a:lnTo>
                <a:lnTo>
                  <a:pt x="555193" y="60873"/>
                </a:lnTo>
                <a:lnTo>
                  <a:pt x="575295" y="53197"/>
                </a:lnTo>
                <a:lnTo>
                  <a:pt x="595662" y="46051"/>
                </a:lnTo>
                <a:lnTo>
                  <a:pt x="616028" y="39435"/>
                </a:lnTo>
                <a:lnTo>
                  <a:pt x="636660" y="33348"/>
                </a:lnTo>
                <a:lnTo>
                  <a:pt x="657820" y="27525"/>
                </a:lnTo>
                <a:lnTo>
                  <a:pt x="678716" y="22496"/>
                </a:lnTo>
                <a:lnTo>
                  <a:pt x="699876" y="17997"/>
                </a:lnTo>
                <a:lnTo>
                  <a:pt x="721301" y="13763"/>
                </a:lnTo>
                <a:lnTo>
                  <a:pt x="742990" y="10057"/>
                </a:lnTo>
                <a:lnTo>
                  <a:pt x="764944" y="7146"/>
                </a:lnTo>
                <a:lnTo>
                  <a:pt x="786898" y="4764"/>
                </a:lnTo>
                <a:lnTo>
                  <a:pt x="809116" y="2382"/>
                </a:lnTo>
                <a:lnTo>
                  <a:pt x="831335" y="1323"/>
                </a:lnTo>
                <a:lnTo>
                  <a:pt x="853817" y="265"/>
                </a:lnTo>
                <a:lnTo>
                  <a:pt x="876300" y="0"/>
                </a:lnTo>
                <a:close/>
              </a:path>
            </a:pathLst>
          </a:custGeom>
          <a:solidFill>
            <a:srgbClr val="D85737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1986" y="2149891"/>
            <a:ext cx="2483023" cy="432000"/>
          </a:xfrm>
          <a:prstGeom prst="rect">
            <a:avLst/>
          </a:prstGeom>
          <a:solidFill>
            <a:srgbClr val="52B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71986" y="2223545"/>
            <a:ext cx="2483023" cy="31547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人才资源、信息收集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67673" y="2622438"/>
            <a:ext cx="2491649" cy="6294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与附近多所高等院校建立长期合作关系，建立人才储备库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37333" y="1435126"/>
            <a:ext cx="1650964" cy="31547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人员招聘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6991" y="1856244"/>
            <a:ext cx="2491649" cy="34932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按需招聘、校园招聘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937333" y="3377236"/>
            <a:ext cx="1650964" cy="31547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员工之间转介绍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16991" y="3779304"/>
            <a:ext cx="2491649" cy="6294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在政府的帮助下开拓附近新的用工市场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11000">
        <p15:prstTrans prst="pageCurlDouble"/>
      </p:transition>
    </mc:Choice>
    <mc:Fallback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4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49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49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49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649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149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649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149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149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649"/>
                            </p:stCondLst>
                            <p:childTnLst>
                              <p:par>
                                <p:cTn id="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149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649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9" grpId="0"/>
      <p:bldP spid="23" grpId="0" animBg="1"/>
      <p:bldP spid="24" grpId="0" animBg="1"/>
      <p:bldP spid="25" grpId="0" animBg="1"/>
      <p:bldP spid="2" grpId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50726" y="149538"/>
            <a:ext cx="1447165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人事管理 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0" name="泪滴形 19"/>
          <p:cNvSpPr/>
          <p:nvPr/>
        </p:nvSpPr>
        <p:spPr>
          <a:xfrm rot="15425767">
            <a:off x="5096004" y="2812682"/>
            <a:ext cx="661659" cy="661659"/>
          </a:xfrm>
          <a:prstGeom prst="teardrop">
            <a:avLst/>
          </a:prstGeom>
          <a:solidFill>
            <a:schemeClr val="bg1">
              <a:lumMod val="95000"/>
            </a:schemeClr>
          </a:soli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innerShdw blurRad="762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1" name="泪滴形 20"/>
          <p:cNvSpPr/>
          <p:nvPr/>
        </p:nvSpPr>
        <p:spPr>
          <a:xfrm rot="1053013">
            <a:off x="3377894" y="2810893"/>
            <a:ext cx="661659" cy="661659"/>
          </a:xfrm>
          <a:prstGeom prst="teardrop">
            <a:avLst/>
          </a:prstGeom>
          <a:solidFill>
            <a:schemeClr val="bg1">
              <a:lumMod val="95000"/>
            </a:schemeClr>
          </a:soli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innerShdw blurRad="762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" name="泪滴形 21"/>
          <p:cNvSpPr/>
          <p:nvPr/>
        </p:nvSpPr>
        <p:spPr>
          <a:xfrm rot="4611004">
            <a:off x="3433422" y="1942880"/>
            <a:ext cx="661659" cy="661659"/>
          </a:xfrm>
          <a:prstGeom prst="teardrop">
            <a:avLst/>
          </a:prstGeom>
          <a:solidFill>
            <a:schemeClr val="bg1">
              <a:lumMod val="95000"/>
            </a:schemeClr>
          </a:soli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innerShdw blurRad="762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3" name="泪滴形 22"/>
          <p:cNvSpPr/>
          <p:nvPr/>
        </p:nvSpPr>
        <p:spPr>
          <a:xfrm rot="18810485">
            <a:off x="4228131" y="3372576"/>
            <a:ext cx="661659" cy="661659"/>
          </a:xfrm>
          <a:prstGeom prst="teardrop">
            <a:avLst/>
          </a:prstGeom>
          <a:solidFill>
            <a:schemeClr val="bg1">
              <a:lumMod val="95000"/>
            </a:schemeClr>
          </a:soli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innerShdw blurRad="762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4" name="泪滴形 23"/>
          <p:cNvSpPr/>
          <p:nvPr/>
        </p:nvSpPr>
        <p:spPr>
          <a:xfrm rot="11683030">
            <a:off x="5051651" y="1957131"/>
            <a:ext cx="661659" cy="661659"/>
          </a:xfrm>
          <a:prstGeom prst="teardrop">
            <a:avLst/>
          </a:prstGeom>
          <a:solidFill>
            <a:schemeClr val="bg1">
              <a:lumMod val="95000"/>
            </a:schemeClr>
          </a:soli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innerShdw blurRad="762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泪滴形 24"/>
          <p:cNvSpPr/>
          <p:nvPr/>
        </p:nvSpPr>
        <p:spPr>
          <a:xfrm rot="7990649">
            <a:off x="4203076" y="1469718"/>
            <a:ext cx="661659" cy="661659"/>
          </a:xfrm>
          <a:prstGeom prst="teardrop">
            <a:avLst/>
          </a:prstGeom>
          <a:solidFill>
            <a:schemeClr val="bg1">
              <a:lumMod val="95000"/>
            </a:schemeClr>
          </a:soli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innerShdw blurRad="762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082155" y="2269114"/>
            <a:ext cx="956088" cy="956088"/>
          </a:xfrm>
          <a:prstGeom prst="ellipse">
            <a:avLst/>
          </a:prstGeom>
          <a:gradFill>
            <a:gsLst>
              <a:gs pos="100000">
                <a:srgbClr val="F5F5F5"/>
              </a:gs>
              <a:gs pos="0">
                <a:srgbClr val="D9D9D9"/>
              </a:gs>
            </a:gsLst>
            <a:lin ang="5400000" scaled="0"/>
          </a:gra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outerShdw blurRad="1397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165"/>
            <a:endParaRPr lang="zh-CN" altLang="en-US" sz="13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7" name="自由形状-1"/>
          <p:cNvSpPr>
            <a:spLocks noEditPoints="1"/>
          </p:cNvSpPr>
          <p:nvPr/>
        </p:nvSpPr>
        <p:spPr bwMode="auto">
          <a:xfrm>
            <a:off x="4355331" y="2541098"/>
            <a:ext cx="447325" cy="420680"/>
          </a:xfrm>
          <a:custGeom>
            <a:avLst/>
            <a:gdLst>
              <a:gd name="T0" fmla="*/ 8 w 97"/>
              <a:gd name="T1" fmla="*/ 10 h 91"/>
              <a:gd name="T2" fmla="*/ 28 w 97"/>
              <a:gd name="T3" fmla="*/ 10 h 91"/>
              <a:gd name="T4" fmla="*/ 41 w 97"/>
              <a:gd name="T5" fmla="*/ 45 h 91"/>
              <a:gd name="T6" fmla="*/ 51 w 97"/>
              <a:gd name="T7" fmla="*/ 41 h 91"/>
              <a:gd name="T8" fmla="*/ 59 w 97"/>
              <a:gd name="T9" fmla="*/ 46 h 91"/>
              <a:gd name="T10" fmla="*/ 66 w 97"/>
              <a:gd name="T11" fmla="*/ 27 h 91"/>
              <a:gd name="T12" fmla="*/ 73 w 97"/>
              <a:gd name="T13" fmla="*/ 34 h 91"/>
              <a:gd name="T14" fmla="*/ 83 w 97"/>
              <a:gd name="T15" fmla="*/ 23 h 91"/>
              <a:gd name="T16" fmla="*/ 73 w 97"/>
              <a:gd name="T17" fmla="*/ 40 h 91"/>
              <a:gd name="T18" fmla="*/ 67 w 97"/>
              <a:gd name="T19" fmla="*/ 33 h 91"/>
              <a:gd name="T20" fmla="*/ 61 w 97"/>
              <a:gd name="T21" fmla="*/ 51 h 91"/>
              <a:gd name="T22" fmla="*/ 51 w 97"/>
              <a:gd name="T23" fmla="*/ 45 h 91"/>
              <a:gd name="T24" fmla="*/ 41 w 97"/>
              <a:gd name="T25" fmla="*/ 45 h 91"/>
              <a:gd name="T26" fmla="*/ 74 w 97"/>
              <a:gd name="T27" fmla="*/ 86 h 91"/>
              <a:gd name="T28" fmla="*/ 43 w 97"/>
              <a:gd name="T29" fmla="*/ 91 h 91"/>
              <a:gd name="T30" fmla="*/ 63 w 97"/>
              <a:gd name="T31" fmla="*/ 68 h 91"/>
              <a:gd name="T32" fmla="*/ 97 w 97"/>
              <a:gd name="T33" fmla="*/ 68 h 91"/>
              <a:gd name="T34" fmla="*/ 97 w 97"/>
              <a:gd name="T35" fmla="*/ 6 h 91"/>
              <a:gd name="T36" fmla="*/ 93 w 97"/>
              <a:gd name="T37" fmla="*/ 3 h 91"/>
              <a:gd name="T38" fmla="*/ 34 w 97"/>
              <a:gd name="T39" fmla="*/ 9 h 91"/>
              <a:gd name="T40" fmla="*/ 90 w 97"/>
              <a:gd name="T41" fmla="*/ 61 h 91"/>
              <a:gd name="T42" fmla="*/ 36 w 97"/>
              <a:gd name="T43" fmla="*/ 68 h 91"/>
              <a:gd name="T44" fmla="*/ 54 w 97"/>
              <a:gd name="T45" fmla="*/ 84 h 91"/>
              <a:gd name="T46" fmla="*/ 63 w 97"/>
              <a:gd name="T47" fmla="*/ 68 h 91"/>
              <a:gd name="T48" fmla="*/ 7 w 97"/>
              <a:gd name="T49" fmla="*/ 55 h 91"/>
              <a:gd name="T50" fmla="*/ 14 w 97"/>
              <a:gd name="T51" fmla="*/ 91 h 91"/>
              <a:gd name="T52" fmla="*/ 20 w 97"/>
              <a:gd name="T53" fmla="*/ 60 h 91"/>
              <a:gd name="T54" fmla="*/ 31 w 97"/>
              <a:gd name="T55" fmla="*/ 91 h 91"/>
              <a:gd name="T56" fmla="*/ 28 w 97"/>
              <a:gd name="T57" fmla="*/ 33 h 91"/>
              <a:gd name="T58" fmla="*/ 55 w 97"/>
              <a:gd name="T59" fmla="*/ 24 h 91"/>
              <a:gd name="T60" fmla="*/ 20 w 97"/>
              <a:gd name="T61" fmla="*/ 23 h 91"/>
              <a:gd name="T62" fmla="*/ 19 w 97"/>
              <a:gd name="T63" fmla="*/ 27 h 91"/>
              <a:gd name="T64" fmla="*/ 18 w 97"/>
              <a:gd name="T65" fmla="*/ 47 h 91"/>
              <a:gd name="T66" fmla="*/ 18 w 97"/>
              <a:gd name="T67" fmla="*/ 47 h 91"/>
              <a:gd name="T68" fmla="*/ 18 w 97"/>
              <a:gd name="T69" fmla="*/ 47 h 91"/>
              <a:gd name="T70" fmla="*/ 16 w 97"/>
              <a:gd name="T71" fmla="*/ 27 h 91"/>
              <a:gd name="T72" fmla="*/ 16 w 97"/>
              <a:gd name="T73" fmla="*/ 23 h 91"/>
              <a:gd name="T74" fmla="*/ 0 w 97"/>
              <a:gd name="T75" fmla="*/ 5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97" h="91">
                <a:moveTo>
                  <a:pt x="18" y="0"/>
                </a:moveTo>
                <a:cubicBezTo>
                  <a:pt x="12" y="0"/>
                  <a:pt x="8" y="4"/>
                  <a:pt x="8" y="10"/>
                </a:cubicBezTo>
                <a:cubicBezTo>
                  <a:pt x="8" y="16"/>
                  <a:pt x="12" y="20"/>
                  <a:pt x="18" y="20"/>
                </a:cubicBezTo>
                <a:cubicBezTo>
                  <a:pt x="24" y="20"/>
                  <a:pt x="28" y="16"/>
                  <a:pt x="28" y="10"/>
                </a:cubicBezTo>
                <a:cubicBezTo>
                  <a:pt x="28" y="4"/>
                  <a:pt x="24" y="0"/>
                  <a:pt x="18" y="0"/>
                </a:cubicBezTo>
                <a:close/>
                <a:moveTo>
                  <a:pt x="41" y="45"/>
                </a:move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1" y="41"/>
                  <a:pt x="51" y="41"/>
                </a:cubicBezTo>
                <a:cubicBezTo>
                  <a:pt x="52" y="42"/>
                  <a:pt x="52" y="42"/>
                  <a:pt x="52" y="42"/>
                </a:cubicBezTo>
                <a:cubicBezTo>
                  <a:pt x="59" y="46"/>
                  <a:pt x="59" y="46"/>
                  <a:pt x="59" y="46"/>
                </a:cubicBezTo>
                <a:cubicBezTo>
                  <a:pt x="65" y="29"/>
                  <a:pt x="65" y="29"/>
                  <a:pt x="65" y="29"/>
                </a:cubicBezTo>
                <a:cubicBezTo>
                  <a:pt x="66" y="27"/>
                  <a:pt x="66" y="27"/>
                  <a:pt x="66" y="27"/>
                </a:cubicBezTo>
                <a:cubicBezTo>
                  <a:pt x="67" y="29"/>
                  <a:pt x="67" y="29"/>
                  <a:pt x="67" y="29"/>
                </a:cubicBezTo>
                <a:cubicBezTo>
                  <a:pt x="73" y="34"/>
                  <a:pt x="73" y="34"/>
                  <a:pt x="73" y="34"/>
                </a:cubicBezTo>
                <a:cubicBezTo>
                  <a:pt x="81" y="21"/>
                  <a:pt x="81" y="21"/>
                  <a:pt x="81" y="21"/>
                </a:cubicBezTo>
                <a:cubicBezTo>
                  <a:pt x="83" y="23"/>
                  <a:pt x="83" y="23"/>
                  <a:pt x="83" y="23"/>
                </a:cubicBezTo>
                <a:cubicBezTo>
                  <a:pt x="75" y="38"/>
                  <a:pt x="75" y="38"/>
                  <a:pt x="75" y="38"/>
                </a:cubicBezTo>
                <a:cubicBezTo>
                  <a:pt x="73" y="40"/>
                  <a:pt x="73" y="40"/>
                  <a:pt x="73" y="40"/>
                </a:cubicBezTo>
                <a:cubicBezTo>
                  <a:pt x="72" y="38"/>
                  <a:pt x="72" y="38"/>
                  <a:pt x="72" y="38"/>
                </a:cubicBezTo>
                <a:cubicBezTo>
                  <a:pt x="67" y="33"/>
                  <a:pt x="67" y="33"/>
                  <a:pt x="67" y="33"/>
                </a:cubicBezTo>
                <a:cubicBezTo>
                  <a:pt x="61" y="49"/>
                  <a:pt x="61" y="49"/>
                  <a:pt x="61" y="49"/>
                </a:cubicBezTo>
                <a:cubicBezTo>
                  <a:pt x="61" y="51"/>
                  <a:pt x="61" y="51"/>
                  <a:pt x="61" y="51"/>
                </a:cubicBezTo>
                <a:cubicBezTo>
                  <a:pt x="59" y="50"/>
                  <a:pt x="59" y="50"/>
                  <a:pt x="59" y="50"/>
                </a:cubicBezTo>
                <a:cubicBezTo>
                  <a:pt x="51" y="45"/>
                  <a:pt x="51" y="45"/>
                  <a:pt x="51" y="45"/>
                </a:cubicBezTo>
                <a:cubicBezTo>
                  <a:pt x="42" y="48"/>
                  <a:pt x="42" y="48"/>
                  <a:pt x="42" y="48"/>
                </a:cubicBezTo>
                <a:cubicBezTo>
                  <a:pt x="41" y="45"/>
                  <a:pt x="41" y="45"/>
                  <a:pt x="41" y="45"/>
                </a:cubicBezTo>
                <a:close/>
                <a:moveTo>
                  <a:pt x="43" y="86"/>
                </a:moveTo>
                <a:cubicBezTo>
                  <a:pt x="74" y="86"/>
                  <a:pt x="74" y="86"/>
                  <a:pt x="74" y="86"/>
                </a:cubicBezTo>
                <a:cubicBezTo>
                  <a:pt x="74" y="91"/>
                  <a:pt x="74" y="91"/>
                  <a:pt x="74" y="91"/>
                </a:cubicBezTo>
                <a:cubicBezTo>
                  <a:pt x="43" y="91"/>
                  <a:pt x="43" y="91"/>
                  <a:pt x="43" y="91"/>
                </a:cubicBezTo>
                <a:cubicBezTo>
                  <a:pt x="43" y="86"/>
                  <a:pt x="43" y="86"/>
                  <a:pt x="43" y="86"/>
                </a:cubicBezTo>
                <a:close/>
                <a:moveTo>
                  <a:pt x="63" y="68"/>
                </a:moveTo>
                <a:cubicBezTo>
                  <a:pt x="93" y="68"/>
                  <a:pt x="93" y="68"/>
                  <a:pt x="93" y="68"/>
                </a:cubicBezTo>
                <a:cubicBezTo>
                  <a:pt x="97" y="68"/>
                  <a:pt x="97" y="68"/>
                  <a:pt x="97" y="68"/>
                </a:cubicBezTo>
                <a:cubicBezTo>
                  <a:pt x="97" y="64"/>
                  <a:pt x="97" y="64"/>
                  <a:pt x="97" y="64"/>
                </a:cubicBezTo>
                <a:cubicBezTo>
                  <a:pt x="97" y="6"/>
                  <a:pt x="97" y="6"/>
                  <a:pt x="97" y="6"/>
                </a:cubicBezTo>
                <a:cubicBezTo>
                  <a:pt x="97" y="3"/>
                  <a:pt x="97" y="3"/>
                  <a:pt x="97" y="3"/>
                </a:cubicBezTo>
                <a:cubicBezTo>
                  <a:pt x="93" y="3"/>
                  <a:pt x="93" y="3"/>
                  <a:pt x="93" y="3"/>
                </a:cubicBezTo>
                <a:cubicBezTo>
                  <a:pt x="34" y="3"/>
                  <a:pt x="34" y="3"/>
                  <a:pt x="34" y="3"/>
                </a:cubicBezTo>
                <a:cubicBezTo>
                  <a:pt x="34" y="9"/>
                  <a:pt x="34" y="9"/>
                  <a:pt x="34" y="9"/>
                </a:cubicBezTo>
                <a:cubicBezTo>
                  <a:pt x="90" y="9"/>
                  <a:pt x="90" y="9"/>
                  <a:pt x="90" y="9"/>
                </a:cubicBezTo>
                <a:cubicBezTo>
                  <a:pt x="90" y="61"/>
                  <a:pt x="90" y="61"/>
                  <a:pt x="90" y="61"/>
                </a:cubicBezTo>
                <a:cubicBezTo>
                  <a:pt x="36" y="61"/>
                  <a:pt x="36" y="61"/>
                  <a:pt x="36" y="61"/>
                </a:cubicBezTo>
                <a:cubicBezTo>
                  <a:pt x="36" y="68"/>
                  <a:pt x="36" y="68"/>
                  <a:pt x="36" y="68"/>
                </a:cubicBezTo>
                <a:cubicBezTo>
                  <a:pt x="54" y="68"/>
                  <a:pt x="54" y="68"/>
                  <a:pt x="54" y="68"/>
                </a:cubicBezTo>
                <a:cubicBezTo>
                  <a:pt x="54" y="84"/>
                  <a:pt x="54" y="84"/>
                  <a:pt x="54" y="84"/>
                </a:cubicBezTo>
                <a:cubicBezTo>
                  <a:pt x="63" y="84"/>
                  <a:pt x="63" y="84"/>
                  <a:pt x="63" y="84"/>
                </a:cubicBezTo>
                <a:cubicBezTo>
                  <a:pt x="63" y="68"/>
                  <a:pt x="63" y="68"/>
                  <a:pt x="63" y="68"/>
                </a:cubicBezTo>
                <a:close/>
                <a:moveTo>
                  <a:pt x="0" y="50"/>
                </a:moveTo>
                <a:cubicBezTo>
                  <a:pt x="7" y="55"/>
                  <a:pt x="7" y="55"/>
                  <a:pt x="7" y="55"/>
                </a:cubicBezTo>
                <a:cubicBezTo>
                  <a:pt x="5" y="91"/>
                  <a:pt x="5" y="91"/>
                  <a:pt x="5" y="91"/>
                </a:cubicBezTo>
                <a:cubicBezTo>
                  <a:pt x="14" y="91"/>
                  <a:pt x="14" y="91"/>
                  <a:pt x="14" y="91"/>
                </a:cubicBezTo>
                <a:cubicBezTo>
                  <a:pt x="16" y="60"/>
                  <a:pt x="16" y="60"/>
                  <a:pt x="16" y="60"/>
                </a:cubicBezTo>
                <a:cubicBezTo>
                  <a:pt x="20" y="60"/>
                  <a:pt x="20" y="60"/>
                  <a:pt x="20" y="60"/>
                </a:cubicBezTo>
                <a:cubicBezTo>
                  <a:pt x="22" y="91"/>
                  <a:pt x="22" y="91"/>
                  <a:pt x="22" y="91"/>
                </a:cubicBezTo>
                <a:cubicBezTo>
                  <a:pt x="31" y="91"/>
                  <a:pt x="31" y="91"/>
                  <a:pt x="31" y="91"/>
                </a:cubicBezTo>
                <a:cubicBezTo>
                  <a:pt x="29" y="55"/>
                  <a:pt x="29" y="55"/>
                  <a:pt x="29" y="55"/>
                </a:cubicBezTo>
                <a:cubicBezTo>
                  <a:pt x="28" y="33"/>
                  <a:pt x="28" y="33"/>
                  <a:pt x="28" y="33"/>
                </a:cubicBezTo>
                <a:cubicBezTo>
                  <a:pt x="50" y="32"/>
                  <a:pt x="50" y="32"/>
                  <a:pt x="50" y="32"/>
                </a:cubicBezTo>
                <a:cubicBezTo>
                  <a:pt x="55" y="24"/>
                  <a:pt x="55" y="24"/>
                  <a:pt x="55" y="24"/>
                </a:cubicBezTo>
                <a:cubicBezTo>
                  <a:pt x="30" y="23"/>
                  <a:pt x="30" y="23"/>
                  <a:pt x="3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7"/>
                  <a:pt x="19" y="27"/>
                  <a:pt x="19" y="27"/>
                </a:cubicBezTo>
                <a:cubicBezTo>
                  <a:pt x="22" y="43"/>
                  <a:pt x="22" y="43"/>
                  <a:pt x="22" y="43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4" y="43"/>
                  <a:pt x="14" y="43"/>
                  <a:pt x="14" y="43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4"/>
                  <a:pt x="15" y="24"/>
                  <a:pt x="15" y="24"/>
                </a:cubicBezTo>
                <a:cubicBezTo>
                  <a:pt x="16" y="23"/>
                  <a:pt x="16" y="23"/>
                  <a:pt x="16" y="23"/>
                </a:cubicBezTo>
                <a:cubicBezTo>
                  <a:pt x="5" y="23"/>
                  <a:pt x="5" y="23"/>
                  <a:pt x="5" y="23"/>
                </a:cubicBezTo>
                <a:lnTo>
                  <a:pt x="0" y="50"/>
                </a:lnTo>
                <a:close/>
              </a:path>
            </a:pathLst>
          </a:custGeom>
          <a:solidFill>
            <a:srgbClr val="D85737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91450" y="1563111"/>
            <a:ext cx="484911" cy="484911"/>
            <a:chOff x="4291450" y="1563111"/>
            <a:chExt cx="484911" cy="484911"/>
          </a:xfrm>
        </p:grpSpPr>
        <p:sp>
          <p:nvSpPr>
            <p:cNvPr id="28" name="椭圆 27"/>
            <p:cNvSpPr/>
            <p:nvPr/>
          </p:nvSpPr>
          <p:spPr>
            <a:xfrm>
              <a:off x="4291450" y="1563111"/>
              <a:ext cx="484911" cy="484911"/>
            </a:xfrm>
            <a:prstGeom prst="ellipse">
              <a:avLst/>
            </a:prstGeom>
            <a:solidFill>
              <a:srgbClr val="189983"/>
            </a:solidFill>
            <a:ln w="1905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/>
              <a:endParaRPr lang="zh-CN" altLang="en-US" sz="21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376290" y="1655525"/>
              <a:ext cx="315231" cy="30008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40025" y="2048022"/>
            <a:ext cx="484911" cy="484911"/>
            <a:chOff x="5140025" y="2048022"/>
            <a:chExt cx="484911" cy="484911"/>
          </a:xfrm>
        </p:grpSpPr>
        <p:sp>
          <p:nvSpPr>
            <p:cNvPr id="30" name="椭圆 29"/>
            <p:cNvSpPr/>
            <p:nvPr/>
          </p:nvSpPr>
          <p:spPr>
            <a:xfrm>
              <a:off x="5140025" y="2048022"/>
              <a:ext cx="484911" cy="484911"/>
            </a:xfrm>
            <a:prstGeom prst="ellipse">
              <a:avLst/>
            </a:prstGeom>
            <a:solidFill>
              <a:srgbClr val="D85737"/>
            </a:solidFill>
            <a:ln w="1905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/>
              <a:endParaRPr lang="zh-CN" altLang="en-US" sz="21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209235" y="2140436"/>
              <a:ext cx="346490" cy="30008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  <a:latin typeface="Impact" panose="020B0806030902050204" pitchFamily="34" charset="0"/>
                </a:rPr>
                <a:t>06</a:t>
              </a:r>
              <a:endParaRPr lang="zh-CN" altLang="en-US" sz="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184378" y="2897633"/>
            <a:ext cx="484911" cy="484911"/>
            <a:chOff x="5184378" y="2897633"/>
            <a:chExt cx="484911" cy="484911"/>
          </a:xfrm>
        </p:grpSpPr>
        <p:sp>
          <p:nvSpPr>
            <p:cNvPr id="32" name="椭圆 31"/>
            <p:cNvSpPr/>
            <p:nvPr/>
          </p:nvSpPr>
          <p:spPr>
            <a:xfrm>
              <a:off x="5184378" y="2897633"/>
              <a:ext cx="484911" cy="484911"/>
            </a:xfrm>
            <a:prstGeom prst="ellipse">
              <a:avLst/>
            </a:prstGeom>
            <a:solidFill>
              <a:srgbClr val="189983"/>
            </a:solidFill>
            <a:ln w="1905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/>
              <a:endParaRPr lang="zh-CN" altLang="en-US" sz="21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5254190" y="2990047"/>
              <a:ext cx="345287" cy="30008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325909" y="3460950"/>
            <a:ext cx="484911" cy="484911"/>
            <a:chOff x="4325909" y="3460950"/>
            <a:chExt cx="484911" cy="484911"/>
          </a:xfrm>
        </p:grpSpPr>
        <p:sp>
          <p:nvSpPr>
            <p:cNvPr id="34" name="椭圆 33"/>
            <p:cNvSpPr/>
            <p:nvPr/>
          </p:nvSpPr>
          <p:spPr>
            <a:xfrm>
              <a:off x="4325909" y="3460950"/>
              <a:ext cx="484911" cy="484911"/>
            </a:xfrm>
            <a:prstGeom prst="ellipse">
              <a:avLst/>
            </a:prstGeom>
            <a:solidFill>
              <a:srgbClr val="D85737"/>
            </a:solidFill>
            <a:ln w="1905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/>
              <a:endParaRPr lang="zh-CN" altLang="en-US" sz="21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399328" y="3553364"/>
              <a:ext cx="338073" cy="30008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466268" y="2899267"/>
            <a:ext cx="484911" cy="484911"/>
            <a:chOff x="3466268" y="2899267"/>
            <a:chExt cx="484911" cy="484911"/>
          </a:xfrm>
        </p:grpSpPr>
        <p:sp>
          <p:nvSpPr>
            <p:cNvPr id="36" name="椭圆 35"/>
            <p:cNvSpPr/>
            <p:nvPr/>
          </p:nvSpPr>
          <p:spPr>
            <a:xfrm>
              <a:off x="3466268" y="2899267"/>
              <a:ext cx="484911" cy="484911"/>
            </a:xfrm>
            <a:prstGeom prst="ellipse">
              <a:avLst/>
            </a:prstGeom>
            <a:solidFill>
              <a:srgbClr val="189983"/>
            </a:solidFill>
            <a:ln w="1905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/>
              <a:endParaRPr lang="zh-CN" altLang="en-US" sz="21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536681" y="2991681"/>
              <a:ext cx="344085" cy="30008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21796" y="2034823"/>
            <a:ext cx="484911" cy="484911"/>
            <a:chOff x="3521796" y="2034823"/>
            <a:chExt cx="484911" cy="484911"/>
          </a:xfrm>
        </p:grpSpPr>
        <p:sp>
          <p:nvSpPr>
            <p:cNvPr id="38" name="椭圆 37"/>
            <p:cNvSpPr/>
            <p:nvPr/>
          </p:nvSpPr>
          <p:spPr>
            <a:xfrm>
              <a:off x="3521796" y="2034823"/>
              <a:ext cx="484911" cy="484911"/>
            </a:xfrm>
            <a:prstGeom prst="ellipse">
              <a:avLst/>
            </a:prstGeom>
            <a:solidFill>
              <a:srgbClr val="D85737"/>
            </a:solidFill>
            <a:ln w="1905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/>
              <a:endParaRPr lang="zh-CN" altLang="en-US" sz="21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3595215" y="2127237"/>
              <a:ext cx="338074" cy="30008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4" name="TextBox 38"/>
          <p:cNvSpPr txBox="1"/>
          <p:nvPr/>
        </p:nvSpPr>
        <p:spPr>
          <a:xfrm>
            <a:off x="6059933" y="1492184"/>
            <a:ext cx="2524618" cy="3493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630" indent="-21463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提供各项人力数据及材料</a:t>
            </a:r>
            <a:endParaRPr lang="zh-CN" alt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D85737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0"/>
          <p:cNvSpPr txBox="1"/>
          <p:nvPr/>
        </p:nvSpPr>
        <p:spPr>
          <a:xfrm>
            <a:off x="6350219" y="2455542"/>
            <a:ext cx="2305428" cy="32201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630" indent="-21463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健康证年检</a:t>
            </a:r>
            <a:endParaRPr lang="zh-CN" altLang="en-US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2"/>
          <p:cNvSpPr txBox="1"/>
          <p:nvPr/>
        </p:nvSpPr>
        <p:spPr>
          <a:xfrm>
            <a:off x="6059932" y="3418901"/>
            <a:ext cx="2558099" cy="3493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630" indent="-21463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组织初、中、高级职称申报</a:t>
            </a:r>
            <a:endParaRPr lang="zh-CN" alt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D85737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4"/>
          <p:cNvSpPr txBox="1"/>
          <p:nvPr/>
        </p:nvSpPr>
        <p:spPr>
          <a:xfrm>
            <a:off x="751115" y="1492184"/>
            <a:ext cx="2305428" cy="32201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630" indent="-21463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签订、整理劳动合同</a:t>
            </a:r>
            <a:endParaRPr lang="zh-CN" alt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6"/>
          <p:cNvSpPr txBox="1"/>
          <p:nvPr/>
        </p:nvSpPr>
        <p:spPr>
          <a:xfrm>
            <a:off x="622300" y="2455542"/>
            <a:ext cx="2434243" cy="3493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630" indent="-21463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梳理员工档案、分类管理</a:t>
            </a:r>
            <a:endParaRPr lang="zh-CN" alt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751115" y="3418901"/>
            <a:ext cx="2305428" cy="32201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630" indent="-21463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专业技术资格考试</a:t>
            </a:r>
            <a:endParaRPr lang="zh-CN" alt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189983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000">
        <p:split orient="vert"/>
      </p:transition>
    </mc:Choice>
    <mc:Fallback>
      <p:transition spd="slow" advTm="6000">
        <p:split orient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699"/>
                                </p:stCondLst>
                                <p:childTnLst>
                                  <p:par>
                                    <p:cTn id="11" presetID="23" presetClass="entr" presetSubtype="27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199"/>
                                </p:stCondLst>
                                <p:childTnLst>
                                  <p:par>
                                    <p:cTn id="20" presetID="2" presetClass="entr" presetSubtype="1" fill="hold" grpId="0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9" fill="hold" grpId="0" nodeType="withEffect" p14:presetBounceEnd="30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2" fill="hold" grpId="0" nodeType="withEffect" p14:presetBounceEnd="3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4" fill="hold" grpId="0" nodeType="withEffect" p14:presetBounceEnd="30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4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6" fill="hold" grpId="0" nodeType="withEffect" p14:presetBounceEnd="3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9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3" fill="hold" grpId="0" nodeType="withEffect" p14:presetBounceEnd="3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1699"/>
                                </p:stCondLst>
                                <p:childTnLst>
                                  <p:par>
                                    <p:cTn id="45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6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62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199"/>
                                </p:stCondLst>
                                <p:childTnLst>
                                  <p:par>
                                    <p:cTn id="64" presetID="2" presetClass="entr" presetSubtype="8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6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7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8" fill="hold" grpId="0" nodeType="with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0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1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2" presetClass="entr" presetSubtype="8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4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5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2" fill="hold" grpId="0" nodeType="withEffect" p14:presetBounceEnd="5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8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9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2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8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3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2" fill="hold" grpId="0" nodeType="withEffect" p14:presetBounceEnd="5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86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7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44" grpId="0"/>
          <p:bldP spid="46" grpId="0"/>
          <p:bldP spid="47" grpId="0"/>
          <p:bldP spid="48" grpId="0"/>
          <p:bldP spid="49" grpId="0"/>
          <p:bldP spid="5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699"/>
                                </p:stCondLst>
                                <p:childTnLst>
                                  <p:par>
                                    <p:cTn id="11" presetID="23" presetClass="entr" presetSubtype="27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199"/>
                                </p:stCondLst>
                                <p:childTnLst>
                                  <p:par>
                                    <p:cTn id="20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9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4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1699"/>
                                </p:stCondLst>
                                <p:childTnLst>
                                  <p:par>
                                    <p:cTn id="45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6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5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62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199"/>
                                </p:stCondLst>
                                <p:childTnLst>
                                  <p:par>
                                    <p:cTn id="64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4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2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7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44" grpId="0"/>
          <p:bldP spid="46" grpId="0"/>
          <p:bldP spid="47" grpId="0"/>
          <p:bldP spid="48" grpId="0"/>
          <p:bldP spid="49" grpId="0"/>
          <p:bldP spid="52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rot="696496">
            <a:off x="3493340" y="2616376"/>
            <a:ext cx="1988447" cy="1988447"/>
            <a:chOff x="3186718" y="2487813"/>
            <a:chExt cx="2127850" cy="2127850"/>
          </a:xfrm>
        </p:grpSpPr>
        <p:sp>
          <p:nvSpPr>
            <p:cNvPr id="48" name="齿轮2"/>
            <p:cNvSpPr>
              <a:spLocks noEditPoints="1"/>
            </p:cNvSpPr>
            <p:nvPr/>
          </p:nvSpPr>
          <p:spPr bwMode="auto">
            <a:xfrm>
              <a:off x="3186718" y="2487813"/>
              <a:ext cx="2127850" cy="2127850"/>
            </a:xfrm>
            <a:custGeom>
              <a:avLst/>
              <a:gdLst>
                <a:gd name="T0" fmla="*/ 894 w 971"/>
                <a:gd name="T1" fmla="*/ 509 h 971"/>
                <a:gd name="T2" fmla="*/ 969 w 971"/>
                <a:gd name="T3" fmla="*/ 442 h 971"/>
                <a:gd name="T4" fmla="*/ 883 w 971"/>
                <a:gd name="T5" fmla="*/ 390 h 971"/>
                <a:gd name="T6" fmla="*/ 938 w 971"/>
                <a:gd name="T7" fmla="*/ 309 h 971"/>
                <a:gd name="T8" fmla="*/ 838 w 971"/>
                <a:gd name="T9" fmla="*/ 279 h 971"/>
                <a:gd name="T10" fmla="*/ 802 w 971"/>
                <a:gd name="T11" fmla="*/ 227 h 971"/>
                <a:gd name="T12" fmla="*/ 813 w 971"/>
                <a:gd name="T13" fmla="*/ 127 h 971"/>
                <a:gd name="T14" fmla="*/ 714 w 971"/>
                <a:gd name="T15" fmla="*/ 146 h 971"/>
                <a:gd name="T16" fmla="*/ 700 w 971"/>
                <a:gd name="T17" fmla="*/ 50 h 971"/>
                <a:gd name="T18" fmla="*/ 606 w 971"/>
                <a:gd name="T19" fmla="*/ 95 h 971"/>
                <a:gd name="T20" fmla="*/ 545 w 971"/>
                <a:gd name="T21" fmla="*/ 81 h 971"/>
                <a:gd name="T22" fmla="*/ 485 w 971"/>
                <a:gd name="T23" fmla="*/ 0 h 971"/>
                <a:gd name="T24" fmla="*/ 425 w 971"/>
                <a:gd name="T25" fmla="*/ 80 h 971"/>
                <a:gd name="T26" fmla="*/ 350 w 971"/>
                <a:gd name="T27" fmla="*/ 19 h 971"/>
                <a:gd name="T28" fmla="*/ 311 w 971"/>
                <a:gd name="T29" fmla="*/ 115 h 971"/>
                <a:gd name="T30" fmla="*/ 256 w 971"/>
                <a:gd name="T31" fmla="*/ 146 h 971"/>
                <a:gd name="T32" fmla="*/ 157 w 971"/>
                <a:gd name="T33" fmla="*/ 126 h 971"/>
                <a:gd name="T34" fmla="*/ 167 w 971"/>
                <a:gd name="T35" fmla="*/ 226 h 971"/>
                <a:gd name="T36" fmla="*/ 70 w 971"/>
                <a:gd name="T37" fmla="*/ 232 h 971"/>
                <a:gd name="T38" fmla="*/ 106 w 971"/>
                <a:gd name="T39" fmla="*/ 329 h 971"/>
                <a:gd name="T40" fmla="*/ 86 w 971"/>
                <a:gd name="T41" fmla="*/ 389 h 971"/>
                <a:gd name="T42" fmla="*/ 0 w 971"/>
                <a:gd name="T43" fmla="*/ 441 h 971"/>
                <a:gd name="T44" fmla="*/ 75 w 971"/>
                <a:gd name="T45" fmla="*/ 508 h 971"/>
                <a:gd name="T46" fmla="*/ 6 w 971"/>
                <a:gd name="T47" fmla="*/ 577 h 971"/>
                <a:gd name="T48" fmla="*/ 98 w 971"/>
                <a:gd name="T49" fmla="*/ 625 h 971"/>
                <a:gd name="T50" fmla="*/ 124 w 971"/>
                <a:gd name="T51" fmla="*/ 683 h 971"/>
                <a:gd name="T52" fmla="*/ 96 w 971"/>
                <a:gd name="T53" fmla="*/ 779 h 971"/>
                <a:gd name="T54" fmla="*/ 196 w 971"/>
                <a:gd name="T55" fmla="*/ 778 h 971"/>
                <a:gd name="T56" fmla="*/ 192 w 971"/>
                <a:gd name="T57" fmla="*/ 876 h 971"/>
                <a:gd name="T58" fmla="*/ 293 w 971"/>
                <a:gd name="T59" fmla="*/ 849 h 971"/>
                <a:gd name="T60" fmla="*/ 351 w 971"/>
                <a:gd name="T61" fmla="*/ 874 h 971"/>
                <a:gd name="T62" fmla="*/ 394 w 971"/>
                <a:gd name="T63" fmla="*/ 965 h 971"/>
                <a:gd name="T64" fmla="*/ 468 w 971"/>
                <a:gd name="T65" fmla="*/ 896 h 971"/>
                <a:gd name="T66" fmla="*/ 531 w 971"/>
                <a:gd name="T67" fmla="*/ 971 h 971"/>
                <a:gd name="T68" fmla="*/ 587 w 971"/>
                <a:gd name="T69" fmla="*/ 884 h 971"/>
                <a:gd name="T70" fmla="*/ 647 w 971"/>
                <a:gd name="T71" fmla="*/ 863 h 971"/>
                <a:gd name="T72" fmla="*/ 740 w 971"/>
                <a:gd name="T73" fmla="*/ 900 h 971"/>
                <a:gd name="T74" fmla="*/ 748 w 971"/>
                <a:gd name="T75" fmla="*/ 800 h 971"/>
                <a:gd name="T76" fmla="*/ 845 w 971"/>
                <a:gd name="T77" fmla="*/ 813 h 971"/>
                <a:gd name="T78" fmla="*/ 828 w 971"/>
                <a:gd name="T79" fmla="*/ 711 h 971"/>
                <a:gd name="T80" fmla="*/ 858 w 971"/>
                <a:gd name="T81" fmla="*/ 655 h 971"/>
                <a:gd name="T82" fmla="*/ 952 w 971"/>
                <a:gd name="T83" fmla="*/ 620 h 971"/>
                <a:gd name="T84" fmla="*/ 891 w 971"/>
                <a:gd name="T85" fmla="*/ 541 h 971"/>
                <a:gd name="T86" fmla="*/ 766 w 971"/>
                <a:gd name="T87" fmla="*/ 641 h 971"/>
                <a:gd name="T88" fmla="*/ 588 w 971"/>
                <a:gd name="T89" fmla="*/ 790 h 971"/>
                <a:gd name="T90" fmla="*/ 357 w 971"/>
                <a:gd name="T91" fmla="*/ 781 h 971"/>
                <a:gd name="T92" fmla="*/ 191 w 971"/>
                <a:gd name="T93" fmla="*/ 618 h 971"/>
                <a:gd name="T94" fmla="*/ 179 w 971"/>
                <a:gd name="T95" fmla="*/ 386 h 971"/>
                <a:gd name="T96" fmla="*/ 326 w 971"/>
                <a:gd name="T97" fmla="*/ 207 h 971"/>
                <a:gd name="T98" fmla="*/ 556 w 971"/>
                <a:gd name="T99" fmla="*/ 173 h 971"/>
                <a:gd name="T100" fmla="*/ 748 w 971"/>
                <a:gd name="T101" fmla="*/ 303 h 971"/>
                <a:gd name="T102" fmla="*/ 803 w 971"/>
                <a:gd name="T103" fmla="*/ 52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71" h="971">
                  <a:moveTo>
                    <a:pt x="891" y="541"/>
                  </a:moveTo>
                  <a:cubicBezTo>
                    <a:pt x="893" y="530"/>
                    <a:pt x="893" y="520"/>
                    <a:pt x="894" y="509"/>
                  </a:cubicBezTo>
                  <a:cubicBezTo>
                    <a:pt x="920" y="502"/>
                    <a:pt x="946" y="494"/>
                    <a:pt x="971" y="485"/>
                  </a:cubicBezTo>
                  <a:cubicBezTo>
                    <a:pt x="971" y="470"/>
                    <a:pt x="970" y="456"/>
                    <a:pt x="969" y="442"/>
                  </a:cubicBezTo>
                  <a:cubicBezTo>
                    <a:pt x="942" y="433"/>
                    <a:pt x="916" y="426"/>
                    <a:pt x="889" y="421"/>
                  </a:cubicBezTo>
                  <a:cubicBezTo>
                    <a:pt x="888" y="411"/>
                    <a:pt x="885" y="400"/>
                    <a:pt x="883" y="390"/>
                  </a:cubicBezTo>
                  <a:cubicBezTo>
                    <a:pt x="880" y="380"/>
                    <a:pt x="878" y="370"/>
                    <a:pt x="874" y="360"/>
                  </a:cubicBezTo>
                  <a:cubicBezTo>
                    <a:pt x="896" y="344"/>
                    <a:pt x="917" y="327"/>
                    <a:pt x="938" y="309"/>
                  </a:cubicBezTo>
                  <a:cubicBezTo>
                    <a:pt x="932" y="296"/>
                    <a:pt x="927" y="283"/>
                    <a:pt x="920" y="270"/>
                  </a:cubicBezTo>
                  <a:cubicBezTo>
                    <a:pt x="893" y="271"/>
                    <a:pt x="865" y="274"/>
                    <a:pt x="838" y="279"/>
                  </a:cubicBezTo>
                  <a:cubicBezTo>
                    <a:pt x="833" y="270"/>
                    <a:pt x="828" y="261"/>
                    <a:pt x="821" y="252"/>
                  </a:cubicBezTo>
                  <a:cubicBezTo>
                    <a:pt x="816" y="244"/>
                    <a:pt x="809" y="235"/>
                    <a:pt x="802" y="227"/>
                  </a:cubicBezTo>
                  <a:cubicBezTo>
                    <a:pt x="817" y="205"/>
                    <a:pt x="831" y="181"/>
                    <a:pt x="843" y="157"/>
                  </a:cubicBezTo>
                  <a:cubicBezTo>
                    <a:pt x="833" y="147"/>
                    <a:pt x="823" y="137"/>
                    <a:pt x="813" y="127"/>
                  </a:cubicBezTo>
                  <a:cubicBezTo>
                    <a:pt x="787" y="139"/>
                    <a:pt x="763" y="151"/>
                    <a:pt x="740" y="165"/>
                  </a:cubicBezTo>
                  <a:cubicBezTo>
                    <a:pt x="731" y="159"/>
                    <a:pt x="723" y="153"/>
                    <a:pt x="714" y="146"/>
                  </a:cubicBezTo>
                  <a:cubicBezTo>
                    <a:pt x="705" y="141"/>
                    <a:pt x="696" y="135"/>
                    <a:pt x="687" y="130"/>
                  </a:cubicBezTo>
                  <a:cubicBezTo>
                    <a:pt x="693" y="104"/>
                    <a:pt x="697" y="77"/>
                    <a:pt x="700" y="50"/>
                  </a:cubicBezTo>
                  <a:cubicBezTo>
                    <a:pt x="687" y="44"/>
                    <a:pt x="674" y="38"/>
                    <a:pt x="661" y="33"/>
                  </a:cubicBezTo>
                  <a:cubicBezTo>
                    <a:pt x="641" y="52"/>
                    <a:pt x="623" y="73"/>
                    <a:pt x="606" y="95"/>
                  </a:cubicBezTo>
                  <a:cubicBezTo>
                    <a:pt x="596" y="92"/>
                    <a:pt x="586" y="89"/>
                    <a:pt x="576" y="86"/>
                  </a:cubicBezTo>
                  <a:cubicBezTo>
                    <a:pt x="566" y="84"/>
                    <a:pt x="555" y="82"/>
                    <a:pt x="545" y="81"/>
                  </a:cubicBezTo>
                  <a:cubicBezTo>
                    <a:pt x="541" y="54"/>
                    <a:pt x="535" y="28"/>
                    <a:pt x="528" y="2"/>
                  </a:cubicBezTo>
                  <a:cubicBezTo>
                    <a:pt x="513" y="0"/>
                    <a:pt x="499" y="0"/>
                    <a:pt x="485" y="0"/>
                  </a:cubicBezTo>
                  <a:cubicBezTo>
                    <a:pt x="474" y="25"/>
                    <a:pt x="464" y="51"/>
                    <a:pt x="457" y="77"/>
                  </a:cubicBezTo>
                  <a:cubicBezTo>
                    <a:pt x="446" y="78"/>
                    <a:pt x="436" y="79"/>
                    <a:pt x="425" y="80"/>
                  </a:cubicBezTo>
                  <a:cubicBezTo>
                    <a:pt x="415" y="82"/>
                    <a:pt x="404" y="84"/>
                    <a:pt x="394" y="86"/>
                  </a:cubicBezTo>
                  <a:cubicBezTo>
                    <a:pt x="381" y="63"/>
                    <a:pt x="366" y="41"/>
                    <a:pt x="350" y="19"/>
                  </a:cubicBezTo>
                  <a:cubicBezTo>
                    <a:pt x="336" y="23"/>
                    <a:pt x="322" y="27"/>
                    <a:pt x="309" y="32"/>
                  </a:cubicBezTo>
                  <a:cubicBezTo>
                    <a:pt x="308" y="60"/>
                    <a:pt x="309" y="88"/>
                    <a:pt x="311" y="115"/>
                  </a:cubicBezTo>
                  <a:cubicBezTo>
                    <a:pt x="301" y="119"/>
                    <a:pt x="292" y="124"/>
                    <a:pt x="283" y="129"/>
                  </a:cubicBezTo>
                  <a:cubicBezTo>
                    <a:pt x="273" y="134"/>
                    <a:pt x="264" y="140"/>
                    <a:pt x="256" y="146"/>
                  </a:cubicBezTo>
                  <a:cubicBezTo>
                    <a:pt x="235" y="129"/>
                    <a:pt x="213" y="113"/>
                    <a:pt x="190" y="99"/>
                  </a:cubicBezTo>
                  <a:cubicBezTo>
                    <a:pt x="178" y="108"/>
                    <a:pt x="167" y="117"/>
                    <a:pt x="157" y="126"/>
                  </a:cubicBezTo>
                  <a:cubicBezTo>
                    <a:pt x="166" y="153"/>
                    <a:pt x="176" y="178"/>
                    <a:pt x="188" y="203"/>
                  </a:cubicBezTo>
                  <a:cubicBezTo>
                    <a:pt x="181" y="210"/>
                    <a:pt x="174" y="218"/>
                    <a:pt x="167" y="226"/>
                  </a:cubicBezTo>
                  <a:cubicBezTo>
                    <a:pt x="161" y="235"/>
                    <a:pt x="154" y="243"/>
                    <a:pt x="148" y="252"/>
                  </a:cubicBezTo>
                  <a:cubicBezTo>
                    <a:pt x="122" y="243"/>
                    <a:pt x="97" y="237"/>
                    <a:pt x="70" y="232"/>
                  </a:cubicBezTo>
                  <a:cubicBezTo>
                    <a:pt x="62" y="244"/>
                    <a:pt x="55" y="256"/>
                    <a:pt x="49" y="269"/>
                  </a:cubicBezTo>
                  <a:cubicBezTo>
                    <a:pt x="67" y="290"/>
                    <a:pt x="86" y="310"/>
                    <a:pt x="106" y="329"/>
                  </a:cubicBezTo>
                  <a:cubicBezTo>
                    <a:pt x="102" y="339"/>
                    <a:pt x="98" y="348"/>
                    <a:pt x="95" y="358"/>
                  </a:cubicBezTo>
                  <a:cubicBezTo>
                    <a:pt x="91" y="369"/>
                    <a:pt x="88" y="379"/>
                    <a:pt x="86" y="389"/>
                  </a:cubicBezTo>
                  <a:cubicBezTo>
                    <a:pt x="59" y="391"/>
                    <a:pt x="32" y="394"/>
                    <a:pt x="6" y="399"/>
                  </a:cubicBezTo>
                  <a:cubicBezTo>
                    <a:pt x="3" y="413"/>
                    <a:pt x="1" y="427"/>
                    <a:pt x="0" y="441"/>
                  </a:cubicBezTo>
                  <a:cubicBezTo>
                    <a:pt x="24" y="454"/>
                    <a:pt x="49" y="466"/>
                    <a:pt x="74" y="476"/>
                  </a:cubicBezTo>
                  <a:cubicBezTo>
                    <a:pt x="74" y="487"/>
                    <a:pt x="74" y="497"/>
                    <a:pt x="75" y="508"/>
                  </a:cubicBezTo>
                  <a:cubicBezTo>
                    <a:pt x="75" y="518"/>
                    <a:pt x="76" y="529"/>
                    <a:pt x="78" y="539"/>
                  </a:cubicBezTo>
                  <a:cubicBezTo>
                    <a:pt x="53" y="551"/>
                    <a:pt x="30" y="563"/>
                    <a:pt x="6" y="577"/>
                  </a:cubicBezTo>
                  <a:cubicBezTo>
                    <a:pt x="9" y="591"/>
                    <a:pt x="12" y="605"/>
                    <a:pt x="16" y="619"/>
                  </a:cubicBezTo>
                  <a:cubicBezTo>
                    <a:pt x="44" y="623"/>
                    <a:pt x="71" y="625"/>
                    <a:pt x="98" y="625"/>
                  </a:cubicBezTo>
                  <a:cubicBezTo>
                    <a:pt x="102" y="635"/>
                    <a:pt x="106" y="645"/>
                    <a:pt x="110" y="654"/>
                  </a:cubicBezTo>
                  <a:cubicBezTo>
                    <a:pt x="114" y="664"/>
                    <a:pt x="119" y="674"/>
                    <a:pt x="124" y="683"/>
                  </a:cubicBezTo>
                  <a:cubicBezTo>
                    <a:pt x="106" y="702"/>
                    <a:pt x="88" y="723"/>
                    <a:pt x="71" y="744"/>
                  </a:cubicBezTo>
                  <a:cubicBezTo>
                    <a:pt x="79" y="756"/>
                    <a:pt x="87" y="768"/>
                    <a:pt x="96" y="779"/>
                  </a:cubicBezTo>
                  <a:cubicBezTo>
                    <a:pt x="123" y="773"/>
                    <a:pt x="149" y="765"/>
                    <a:pt x="174" y="755"/>
                  </a:cubicBezTo>
                  <a:cubicBezTo>
                    <a:pt x="181" y="763"/>
                    <a:pt x="189" y="771"/>
                    <a:pt x="196" y="778"/>
                  </a:cubicBezTo>
                  <a:cubicBezTo>
                    <a:pt x="204" y="786"/>
                    <a:pt x="211" y="793"/>
                    <a:pt x="220" y="800"/>
                  </a:cubicBezTo>
                  <a:cubicBezTo>
                    <a:pt x="209" y="824"/>
                    <a:pt x="200" y="850"/>
                    <a:pt x="192" y="876"/>
                  </a:cubicBezTo>
                  <a:cubicBezTo>
                    <a:pt x="204" y="884"/>
                    <a:pt x="216" y="892"/>
                    <a:pt x="228" y="900"/>
                  </a:cubicBezTo>
                  <a:cubicBezTo>
                    <a:pt x="251" y="884"/>
                    <a:pt x="272" y="867"/>
                    <a:pt x="293" y="849"/>
                  </a:cubicBezTo>
                  <a:cubicBezTo>
                    <a:pt x="302" y="854"/>
                    <a:pt x="311" y="858"/>
                    <a:pt x="321" y="863"/>
                  </a:cubicBezTo>
                  <a:cubicBezTo>
                    <a:pt x="331" y="867"/>
                    <a:pt x="341" y="871"/>
                    <a:pt x="351" y="874"/>
                  </a:cubicBezTo>
                  <a:cubicBezTo>
                    <a:pt x="350" y="901"/>
                    <a:pt x="351" y="928"/>
                    <a:pt x="353" y="955"/>
                  </a:cubicBezTo>
                  <a:cubicBezTo>
                    <a:pt x="366" y="959"/>
                    <a:pt x="380" y="962"/>
                    <a:pt x="394" y="965"/>
                  </a:cubicBezTo>
                  <a:cubicBezTo>
                    <a:pt x="410" y="942"/>
                    <a:pt x="424" y="918"/>
                    <a:pt x="436" y="894"/>
                  </a:cubicBezTo>
                  <a:cubicBezTo>
                    <a:pt x="447" y="895"/>
                    <a:pt x="457" y="896"/>
                    <a:pt x="468" y="896"/>
                  </a:cubicBezTo>
                  <a:cubicBezTo>
                    <a:pt x="479" y="897"/>
                    <a:pt x="489" y="897"/>
                    <a:pt x="500" y="896"/>
                  </a:cubicBezTo>
                  <a:cubicBezTo>
                    <a:pt x="509" y="921"/>
                    <a:pt x="519" y="947"/>
                    <a:pt x="531" y="971"/>
                  </a:cubicBezTo>
                  <a:cubicBezTo>
                    <a:pt x="545" y="969"/>
                    <a:pt x="559" y="967"/>
                    <a:pt x="573" y="965"/>
                  </a:cubicBezTo>
                  <a:cubicBezTo>
                    <a:pt x="580" y="937"/>
                    <a:pt x="584" y="911"/>
                    <a:pt x="587" y="884"/>
                  </a:cubicBezTo>
                  <a:cubicBezTo>
                    <a:pt x="597" y="881"/>
                    <a:pt x="607" y="878"/>
                    <a:pt x="617" y="875"/>
                  </a:cubicBezTo>
                  <a:cubicBezTo>
                    <a:pt x="627" y="871"/>
                    <a:pt x="637" y="867"/>
                    <a:pt x="647" y="863"/>
                  </a:cubicBezTo>
                  <a:cubicBezTo>
                    <a:pt x="664" y="883"/>
                    <a:pt x="683" y="903"/>
                    <a:pt x="703" y="921"/>
                  </a:cubicBezTo>
                  <a:cubicBezTo>
                    <a:pt x="716" y="915"/>
                    <a:pt x="728" y="908"/>
                    <a:pt x="740" y="900"/>
                  </a:cubicBezTo>
                  <a:cubicBezTo>
                    <a:pt x="736" y="873"/>
                    <a:pt x="731" y="846"/>
                    <a:pt x="723" y="820"/>
                  </a:cubicBezTo>
                  <a:cubicBezTo>
                    <a:pt x="732" y="814"/>
                    <a:pt x="740" y="807"/>
                    <a:pt x="748" y="800"/>
                  </a:cubicBezTo>
                  <a:cubicBezTo>
                    <a:pt x="757" y="794"/>
                    <a:pt x="764" y="786"/>
                    <a:pt x="772" y="779"/>
                  </a:cubicBezTo>
                  <a:cubicBezTo>
                    <a:pt x="795" y="792"/>
                    <a:pt x="820" y="803"/>
                    <a:pt x="845" y="813"/>
                  </a:cubicBezTo>
                  <a:cubicBezTo>
                    <a:pt x="855" y="802"/>
                    <a:pt x="864" y="791"/>
                    <a:pt x="872" y="780"/>
                  </a:cubicBezTo>
                  <a:cubicBezTo>
                    <a:pt x="859" y="756"/>
                    <a:pt x="844" y="733"/>
                    <a:pt x="828" y="711"/>
                  </a:cubicBezTo>
                  <a:cubicBezTo>
                    <a:pt x="834" y="702"/>
                    <a:pt x="839" y="693"/>
                    <a:pt x="844" y="684"/>
                  </a:cubicBezTo>
                  <a:cubicBezTo>
                    <a:pt x="849" y="674"/>
                    <a:pt x="854" y="665"/>
                    <a:pt x="858" y="655"/>
                  </a:cubicBezTo>
                  <a:cubicBezTo>
                    <a:pt x="885" y="659"/>
                    <a:pt x="911" y="660"/>
                    <a:pt x="939" y="661"/>
                  </a:cubicBezTo>
                  <a:cubicBezTo>
                    <a:pt x="944" y="647"/>
                    <a:pt x="948" y="634"/>
                    <a:pt x="952" y="620"/>
                  </a:cubicBezTo>
                  <a:cubicBezTo>
                    <a:pt x="931" y="602"/>
                    <a:pt x="908" y="586"/>
                    <a:pt x="886" y="572"/>
                  </a:cubicBezTo>
                  <a:cubicBezTo>
                    <a:pt x="888" y="561"/>
                    <a:pt x="890" y="551"/>
                    <a:pt x="891" y="541"/>
                  </a:cubicBezTo>
                  <a:close/>
                  <a:moveTo>
                    <a:pt x="803" y="529"/>
                  </a:moveTo>
                  <a:cubicBezTo>
                    <a:pt x="798" y="568"/>
                    <a:pt x="785" y="606"/>
                    <a:pt x="766" y="641"/>
                  </a:cubicBezTo>
                  <a:cubicBezTo>
                    <a:pt x="747" y="676"/>
                    <a:pt x="721" y="707"/>
                    <a:pt x="691" y="732"/>
                  </a:cubicBezTo>
                  <a:cubicBezTo>
                    <a:pt x="661" y="758"/>
                    <a:pt x="626" y="778"/>
                    <a:pt x="588" y="790"/>
                  </a:cubicBezTo>
                  <a:cubicBezTo>
                    <a:pt x="551" y="803"/>
                    <a:pt x="511" y="809"/>
                    <a:pt x="472" y="807"/>
                  </a:cubicBezTo>
                  <a:cubicBezTo>
                    <a:pt x="432" y="806"/>
                    <a:pt x="393" y="797"/>
                    <a:pt x="357" y="781"/>
                  </a:cubicBezTo>
                  <a:cubicBezTo>
                    <a:pt x="320" y="765"/>
                    <a:pt x="287" y="743"/>
                    <a:pt x="259" y="715"/>
                  </a:cubicBezTo>
                  <a:cubicBezTo>
                    <a:pt x="230" y="687"/>
                    <a:pt x="207" y="654"/>
                    <a:pt x="191" y="618"/>
                  </a:cubicBezTo>
                  <a:cubicBezTo>
                    <a:pt x="175" y="582"/>
                    <a:pt x="166" y="543"/>
                    <a:pt x="164" y="503"/>
                  </a:cubicBezTo>
                  <a:cubicBezTo>
                    <a:pt x="161" y="464"/>
                    <a:pt x="167" y="424"/>
                    <a:pt x="179" y="386"/>
                  </a:cubicBezTo>
                  <a:cubicBezTo>
                    <a:pt x="191" y="349"/>
                    <a:pt x="211" y="313"/>
                    <a:pt x="236" y="283"/>
                  </a:cubicBezTo>
                  <a:cubicBezTo>
                    <a:pt x="261" y="252"/>
                    <a:pt x="292" y="226"/>
                    <a:pt x="326" y="207"/>
                  </a:cubicBezTo>
                  <a:cubicBezTo>
                    <a:pt x="361" y="187"/>
                    <a:pt x="399" y="174"/>
                    <a:pt x="438" y="168"/>
                  </a:cubicBezTo>
                  <a:cubicBezTo>
                    <a:pt x="477" y="163"/>
                    <a:pt x="517" y="164"/>
                    <a:pt x="556" y="173"/>
                  </a:cubicBezTo>
                  <a:cubicBezTo>
                    <a:pt x="594" y="182"/>
                    <a:pt x="632" y="198"/>
                    <a:pt x="664" y="220"/>
                  </a:cubicBezTo>
                  <a:cubicBezTo>
                    <a:pt x="697" y="242"/>
                    <a:pt x="726" y="271"/>
                    <a:pt x="748" y="303"/>
                  </a:cubicBezTo>
                  <a:cubicBezTo>
                    <a:pt x="771" y="336"/>
                    <a:pt x="787" y="372"/>
                    <a:pt x="797" y="411"/>
                  </a:cubicBezTo>
                  <a:cubicBezTo>
                    <a:pt x="806" y="450"/>
                    <a:pt x="808" y="490"/>
                    <a:pt x="803" y="529"/>
                  </a:cubicBezTo>
                  <a:close/>
                </a:path>
              </a:pathLst>
            </a:custGeom>
            <a:solidFill>
              <a:srgbClr val="F1907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49" name="椭圆 48"/>
            <p:cNvSpPr/>
            <p:nvPr/>
          </p:nvSpPr>
          <p:spPr>
            <a:xfrm>
              <a:off x="3463836" y="2764931"/>
              <a:ext cx="1573614" cy="15736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067848" y="824543"/>
            <a:ext cx="1808627" cy="1808627"/>
            <a:chOff x="3067848" y="824543"/>
            <a:chExt cx="1808627" cy="1808627"/>
          </a:xfrm>
        </p:grpSpPr>
        <p:sp>
          <p:nvSpPr>
            <p:cNvPr id="55" name="齿轮2"/>
            <p:cNvSpPr>
              <a:spLocks noEditPoints="1"/>
            </p:cNvSpPr>
            <p:nvPr/>
          </p:nvSpPr>
          <p:spPr bwMode="auto">
            <a:xfrm rot="21033817">
              <a:off x="3067848" y="824543"/>
              <a:ext cx="1808627" cy="1808627"/>
            </a:xfrm>
            <a:custGeom>
              <a:avLst/>
              <a:gdLst>
                <a:gd name="T0" fmla="*/ 894 w 971"/>
                <a:gd name="T1" fmla="*/ 509 h 971"/>
                <a:gd name="T2" fmla="*/ 969 w 971"/>
                <a:gd name="T3" fmla="*/ 442 h 971"/>
                <a:gd name="T4" fmla="*/ 883 w 971"/>
                <a:gd name="T5" fmla="*/ 390 h 971"/>
                <a:gd name="T6" fmla="*/ 938 w 971"/>
                <a:gd name="T7" fmla="*/ 309 h 971"/>
                <a:gd name="T8" fmla="*/ 838 w 971"/>
                <a:gd name="T9" fmla="*/ 279 h 971"/>
                <a:gd name="T10" fmla="*/ 802 w 971"/>
                <a:gd name="T11" fmla="*/ 227 h 971"/>
                <a:gd name="T12" fmla="*/ 813 w 971"/>
                <a:gd name="T13" fmla="*/ 127 h 971"/>
                <a:gd name="T14" fmla="*/ 714 w 971"/>
                <a:gd name="T15" fmla="*/ 146 h 971"/>
                <a:gd name="T16" fmla="*/ 700 w 971"/>
                <a:gd name="T17" fmla="*/ 50 h 971"/>
                <a:gd name="T18" fmla="*/ 606 w 971"/>
                <a:gd name="T19" fmla="*/ 95 h 971"/>
                <a:gd name="T20" fmla="*/ 545 w 971"/>
                <a:gd name="T21" fmla="*/ 81 h 971"/>
                <a:gd name="T22" fmla="*/ 485 w 971"/>
                <a:gd name="T23" fmla="*/ 0 h 971"/>
                <a:gd name="T24" fmla="*/ 425 w 971"/>
                <a:gd name="T25" fmla="*/ 80 h 971"/>
                <a:gd name="T26" fmla="*/ 350 w 971"/>
                <a:gd name="T27" fmla="*/ 19 h 971"/>
                <a:gd name="T28" fmla="*/ 311 w 971"/>
                <a:gd name="T29" fmla="*/ 115 h 971"/>
                <a:gd name="T30" fmla="*/ 256 w 971"/>
                <a:gd name="T31" fmla="*/ 146 h 971"/>
                <a:gd name="T32" fmla="*/ 157 w 971"/>
                <a:gd name="T33" fmla="*/ 126 h 971"/>
                <a:gd name="T34" fmla="*/ 167 w 971"/>
                <a:gd name="T35" fmla="*/ 226 h 971"/>
                <a:gd name="T36" fmla="*/ 70 w 971"/>
                <a:gd name="T37" fmla="*/ 232 h 971"/>
                <a:gd name="T38" fmla="*/ 106 w 971"/>
                <a:gd name="T39" fmla="*/ 329 h 971"/>
                <a:gd name="T40" fmla="*/ 86 w 971"/>
                <a:gd name="T41" fmla="*/ 389 h 971"/>
                <a:gd name="T42" fmla="*/ 0 w 971"/>
                <a:gd name="T43" fmla="*/ 441 h 971"/>
                <a:gd name="T44" fmla="*/ 75 w 971"/>
                <a:gd name="T45" fmla="*/ 508 h 971"/>
                <a:gd name="T46" fmla="*/ 6 w 971"/>
                <a:gd name="T47" fmla="*/ 577 h 971"/>
                <a:gd name="T48" fmla="*/ 98 w 971"/>
                <a:gd name="T49" fmla="*/ 625 h 971"/>
                <a:gd name="T50" fmla="*/ 124 w 971"/>
                <a:gd name="T51" fmla="*/ 683 h 971"/>
                <a:gd name="T52" fmla="*/ 96 w 971"/>
                <a:gd name="T53" fmla="*/ 779 h 971"/>
                <a:gd name="T54" fmla="*/ 196 w 971"/>
                <a:gd name="T55" fmla="*/ 778 h 971"/>
                <a:gd name="T56" fmla="*/ 192 w 971"/>
                <a:gd name="T57" fmla="*/ 876 h 971"/>
                <a:gd name="T58" fmla="*/ 293 w 971"/>
                <a:gd name="T59" fmla="*/ 849 h 971"/>
                <a:gd name="T60" fmla="*/ 351 w 971"/>
                <a:gd name="T61" fmla="*/ 874 h 971"/>
                <a:gd name="T62" fmla="*/ 394 w 971"/>
                <a:gd name="T63" fmla="*/ 965 h 971"/>
                <a:gd name="T64" fmla="*/ 468 w 971"/>
                <a:gd name="T65" fmla="*/ 896 h 971"/>
                <a:gd name="T66" fmla="*/ 531 w 971"/>
                <a:gd name="T67" fmla="*/ 971 h 971"/>
                <a:gd name="T68" fmla="*/ 587 w 971"/>
                <a:gd name="T69" fmla="*/ 884 h 971"/>
                <a:gd name="T70" fmla="*/ 647 w 971"/>
                <a:gd name="T71" fmla="*/ 863 h 971"/>
                <a:gd name="T72" fmla="*/ 740 w 971"/>
                <a:gd name="T73" fmla="*/ 900 h 971"/>
                <a:gd name="T74" fmla="*/ 748 w 971"/>
                <a:gd name="T75" fmla="*/ 800 h 971"/>
                <a:gd name="T76" fmla="*/ 845 w 971"/>
                <a:gd name="T77" fmla="*/ 813 h 971"/>
                <a:gd name="T78" fmla="*/ 828 w 971"/>
                <a:gd name="T79" fmla="*/ 711 h 971"/>
                <a:gd name="T80" fmla="*/ 858 w 971"/>
                <a:gd name="T81" fmla="*/ 655 h 971"/>
                <a:gd name="T82" fmla="*/ 952 w 971"/>
                <a:gd name="T83" fmla="*/ 620 h 971"/>
                <a:gd name="T84" fmla="*/ 891 w 971"/>
                <a:gd name="T85" fmla="*/ 541 h 971"/>
                <a:gd name="T86" fmla="*/ 766 w 971"/>
                <a:gd name="T87" fmla="*/ 641 h 971"/>
                <a:gd name="T88" fmla="*/ 588 w 971"/>
                <a:gd name="T89" fmla="*/ 790 h 971"/>
                <a:gd name="T90" fmla="*/ 357 w 971"/>
                <a:gd name="T91" fmla="*/ 781 h 971"/>
                <a:gd name="T92" fmla="*/ 191 w 971"/>
                <a:gd name="T93" fmla="*/ 618 h 971"/>
                <a:gd name="T94" fmla="*/ 179 w 971"/>
                <a:gd name="T95" fmla="*/ 386 h 971"/>
                <a:gd name="T96" fmla="*/ 326 w 971"/>
                <a:gd name="T97" fmla="*/ 207 h 971"/>
                <a:gd name="T98" fmla="*/ 556 w 971"/>
                <a:gd name="T99" fmla="*/ 173 h 971"/>
                <a:gd name="T100" fmla="*/ 748 w 971"/>
                <a:gd name="T101" fmla="*/ 303 h 971"/>
                <a:gd name="T102" fmla="*/ 803 w 971"/>
                <a:gd name="T103" fmla="*/ 52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71" h="971">
                  <a:moveTo>
                    <a:pt x="891" y="541"/>
                  </a:moveTo>
                  <a:cubicBezTo>
                    <a:pt x="893" y="530"/>
                    <a:pt x="893" y="520"/>
                    <a:pt x="894" y="509"/>
                  </a:cubicBezTo>
                  <a:cubicBezTo>
                    <a:pt x="920" y="502"/>
                    <a:pt x="946" y="494"/>
                    <a:pt x="971" y="485"/>
                  </a:cubicBezTo>
                  <a:cubicBezTo>
                    <a:pt x="971" y="470"/>
                    <a:pt x="970" y="456"/>
                    <a:pt x="969" y="442"/>
                  </a:cubicBezTo>
                  <a:cubicBezTo>
                    <a:pt x="942" y="433"/>
                    <a:pt x="916" y="426"/>
                    <a:pt x="889" y="421"/>
                  </a:cubicBezTo>
                  <a:cubicBezTo>
                    <a:pt x="888" y="411"/>
                    <a:pt x="885" y="400"/>
                    <a:pt x="883" y="390"/>
                  </a:cubicBezTo>
                  <a:cubicBezTo>
                    <a:pt x="880" y="380"/>
                    <a:pt x="878" y="370"/>
                    <a:pt x="874" y="360"/>
                  </a:cubicBezTo>
                  <a:cubicBezTo>
                    <a:pt x="896" y="344"/>
                    <a:pt x="917" y="327"/>
                    <a:pt x="938" y="309"/>
                  </a:cubicBezTo>
                  <a:cubicBezTo>
                    <a:pt x="932" y="296"/>
                    <a:pt x="927" y="283"/>
                    <a:pt x="920" y="270"/>
                  </a:cubicBezTo>
                  <a:cubicBezTo>
                    <a:pt x="893" y="271"/>
                    <a:pt x="865" y="274"/>
                    <a:pt x="838" y="279"/>
                  </a:cubicBezTo>
                  <a:cubicBezTo>
                    <a:pt x="833" y="270"/>
                    <a:pt x="828" y="261"/>
                    <a:pt x="821" y="252"/>
                  </a:cubicBezTo>
                  <a:cubicBezTo>
                    <a:pt x="816" y="244"/>
                    <a:pt x="809" y="235"/>
                    <a:pt x="802" y="227"/>
                  </a:cubicBezTo>
                  <a:cubicBezTo>
                    <a:pt x="817" y="205"/>
                    <a:pt x="831" y="181"/>
                    <a:pt x="843" y="157"/>
                  </a:cubicBezTo>
                  <a:cubicBezTo>
                    <a:pt x="833" y="147"/>
                    <a:pt x="823" y="137"/>
                    <a:pt x="813" y="127"/>
                  </a:cubicBezTo>
                  <a:cubicBezTo>
                    <a:pt x="787" y="139"/>
                    <a:pt x="763" y="151"/>
                    <a:pt x="740" y="165"/>
                  </a:cubicBezTo>
                  <a:cubicBezTo>
                    <a:pt x="731" y="159"/>
                    <a:pt x="723" y="153"/>
                    <a:pt x="714" y="146"/>
                  </a:cubicBezTo>
                  <a:cubicBezTo>
                    <a:pt x="705" y="141"/>
                    <a:pt x="696" y="135"/>
                    <a:pt x="687" y="130"/>
                  </a:cubicBezTo>
                  <a:cubicBezTo>
                    <a:pt x="693" y="104"/>
                    <a:pt x="697" y="77"/>
                    <a:pt x="700" y="50"/>
                  </a:cubicBezTo>
                  <a:cubicBezTo>
                    <a:pt x="687" y="44"/>
                    <a:pt x="674" y="38"/>
                    <a:pt x="661" y="33"/>
                  </a:cubicBezTo>
                  <a:cubicBezTo>
                    <a:pt x="641" y="52"/>
                    <a:pt x="623" y="73"/>
                    <a:pt x="606" y="95"/>
                  </a:cubicBezTo>
                  <a:cubicBezTo>
                    <a:pt x="596" y="92"/>
                    <a:pt x="586" y="89"/>
                    <a:pt x="576" y="86"/>
                  </a:cubicBezTo>
                  <a:cubicBezTo>
                    <a:pt x="566" y="84"/>
                    <a:pt x="555" y="82"/>
                    <a:pt x="545" y="81"/>
                  </a:cubicBezTo>
                  <a:cubicBezTo>
                    <a:pt x="541" y="54"/>
                    <a:pt x="535" y="28"/>
                    <a:pt x="528" y="2"/>
                  </a:cubicBezTo>
                  <a:cubicBezTo>
                    <a:pt x="513" y="0"/>
                    <a:pt x="499" y="0"/>
                    <a:pt x="485" y="0"/>
                  </a:cubicBezTo>
                  <a:cubicBezTo>
                    <a:pt x="474" y="25"/>
                    <a:pt x="464" y="51"/>
                    <a:pt x="457" y="77"/>
                  </a:cubicBezTo>
                  <a:cubicBezTo>
                    <a:pt x="446" y="78"/>
                    <a:pt x="436" y="79"/>
                    <a:pt x="425" y="80"/>
                  </a:cubicBezTo>
                  <a:cubicBezTo>
                    <a:pt x="415" y="82"/>
                    <a:pt x="404" y="84"/>
                    <a:pt x="394" y="86"/>
                  </a:cubicBezTo>
                  <a:cubicBezTo>
                    <a:pt x="381" y="63"/>
                    <a:pt x="366" y="41"/>
                    <a:pt x="350" y="19"/>
                  </a:cubicBezTo>
                  <a:cubicBezTo>
                    <a:pt x="336" y="23"/>
                    <a:pt x="322" y="27"/>
                    <a:pt x="309" y="32"/>
                  </a:cubicBezTo>
                  <a:cubicBezTo>
                    <a:pt x="308" y="60"/>
                    <a:pt x="309" y="88"/>
                    <a:pt x="311" y="115"/>
                  </a:cubicBezTo>
                  <a:cubicBezTo>
                    <a:pt x="301" y="119"/>
                    <a:pt x="292" y="124"/>
                    <a:pt x="283" y="129"/>
                  </a:cubicBezTo>
                  <a:cubicBezTo>
                    <a:pt x="273" y="134"/>
                    <a:pt x="264" y="140"/>
                    <a:pt x="256" y="146"/>
                  </a:cubicBezTo>
                  <a:cubicBezTo>
                    <a:pt x="235" y="129"/>
                    <a:pt x="213" y="113"/>
                    <a:pt x="190" y="99"/>
                  </a:cubicBezTo>
                  <a:cubicBezTo>
                    <a:pt x="178" y="108"/>
                    <a:pt x="167" y="117"/>
                    <a:pt x="157" y="126"/>
                  </a:cubicBezTo>
                  <a:cubicBezTo>
                    <a:pt x="166" y="153"/>
                    <a:pt x="176" y="178"/>
                    <a:pt x="188" y="203"/>
                  </a:cubicBezTo>
                  <a:cubicBezTo>
                    <a:pt x="181" y="210"/>
                    <a:pt x="174" y="218"/>
                    <a:pt x="167" y="226"/>
                  </a:cubicBezTo>
                  <a:cubicBezTo>
                    <a:pt x="161" y="235"/>
                    <a:pt x="154" y="243"/>
                    <a:pt x="148" y="252"/>
                  </a:cubicBezTo>
                  <a:cubicBezTo>
                    <a:pt x="122" y="243"/>
                    <a:pt x="97" y="237"/>
                    <a:pt x="70" y="232"/>
                  </a:cubicBezTo>
                  <a:cubicBezTo>
                    <a:pt x="62" y="244"/>
                    <a:pt x="55" y="256"/>
                    <a:pt x="49" y="269"/>
                  </a:cubicBezTo>
                  <a:cubicBezTo>
                    <a:pt x="67" y="290"/>
                    <a:pt x="86" y="310"/>
                    <a:pt x="106" y="329"/>
                  </a:cubicBezTo>
                  <a:cubicBezTo>
                    <a:pt x="102" y="339"/>
                    <a:pt x="98" y="348"/>
                    <a:pt x="95" y="358"/>
                  </a:cubicBezTo>
                  <a:cubicBezTo>
                    <a:pt x="91" y="369"/>
                    <a:pt x="88" y="379"/>
                    <a:pt x="86" y="389"/>
                  </a:cubicBezTo>
                  <a:cubicBezTo>
                    <a:pt x="59" y="391"/>
                    <a:pt x="32" y="394"/>
                    <a:pt x="6" y="399"/>
                  </a:cubicBezTo>
                  <a:cubicBezTo>
                    <a:pt x="3" y="413"/>
                    <a:pt x="1" y="427"/>
                    <a:pt x="0" y="441"/>
                  </a:cubicBezTo>
                  <a:cubicBezTo>
                    <a:pt x="24" y="454"/>
                    <a:pt x="49" y="466"/>
                    <a:pt x="74" y="476"/>
                  </a:cubicBezTo>
                  <a:cubicBezTo>
                    <a:pt x="74" y="487"/>
                    <a:pt x="74" y="497"/>
                    <a:pt x="75" y="508"/>
                  </a:cubicBezTo>
                  <a:cubicBezTo>
                    <a:pt x="75" y="518"/>
                    <a:pt x="76" y="529"/>
                    <a:pt x="78" y="539"/>
                  </a:cubicBezTo>
                  <a:cubicBezTo>
                    <a:pt x="53" y="551"/>
                    <a:pt x="30" y="563"/>
                    <a:pt x="6" y="577"/>
                  </a:cubicBezTo>
                  <a:cubicBezTo>
                    <a:pt x="9" y="591"/>
                    <a:pt x="12" y="605"/>
                    <a:pt x="16" y="619"/>
                  </a:cubicBezTo>
                  <a:cubicBezTo>
                    <a:pt x="44" y="623"/>
                    <a:pt x="71" y="625"/>
                    <a:pt x="98" y="625"/>
                  </a:cubicBezTo>
                  <a:cubicBezTo>
                    <a:pt x="102" y="635"/>
                    <a:pt x="106" y="645"/>
                    <a:pt x="110" y="654"/>
                  </a:cubicBezTo>
                  <a:cubicBezTo>
                    <a:pt x="114" y="664"/>
                    <a:pt x="119" y="674"/>
                    <a:pt x="124" y="683"/>
                  </a:cubicBezTo>
                  <a:cubicBezTo>
                    <a:pt x="106" y="702"/>
                    <a:pt x="88" y="723"/>
                    <a:pt x="71" y="744"/>
                  </a:cubicBezTo>
                  <a:cubicBezTo>
                    <a:pt x="79" y="756"/>
                    <a:pt x="87" y="768"/>
                    <a:pt x="96" y="779"/>
                  </a:cubicBezTo>
                  <a:cubicBezTo>
                    <a:pt x="123" y="773"/>
                    <a:pt x="149" y="765"/>
                    <a:pt x="174" y="755"/>
                  </a:cubicBezTo>
                  <a:cubicBezTo>
                    <a:pt x="181" y="763"/>
                    <a:pt x="189" y="771"/>
                    <a:pt x="196" y="778"/>
                  </a:cubicBezTo>
                  <a:cubicBezTo>
                    <a:pt x="204" y="786"/>
                    <a:pt x="211" y="793"/>
                    <a:pt x="220" y="800"/>
                  </a:cubicBezTo>
                  <a:cubicBezTo>
                    <a:pt x="209" y="824"/>
                    <a:pt x="200" y="850"/>
                    <a:pt x="192" y="876"/>
                  </a:cubicBezTo>
                  <a:cubicBezTo>
                    <a:pt x="204" y="884"/>
                    <a:pt x="216" y="892"/>
                    <a:pt x="228" y="900"/>
                  </a:cubicBezTo>
                  <a:cubicBezTo>
                    <a:pt x="251" y="884"/>
                    <a:pt x="272" y="867"/>
                    <a:pt x="293" y="849"/>
                  </a:cubicBezTo>
                  <a:cubicBezTo>
                    <a:pt x="302" y="854"/>
                    <a:pt x="311" y="858"/>
                    <a:pt x="321" y="863"/>
                  </a:cubicBezTo>
                  <a:cubicBezTo>
                    <a:pt x="331" y="867"/>
                    <a:pt x="341" y="871"/>
                    <a:pt x="351" y="874"/>
                  </a:cubicBezTo>
                  <a:cubicBezTo>
                    <a:pt x="350" y="901"/>
                    <a:pt x="351" y="928"/>
                    <a:pt x="353" y="955"/>
                  </a:cubicBezTo>
                  <a:cubicBezTo>
                    <a:pt x="366" y="959"/>
                    <a:pt x="380" y="962"/>
                    <a:pt x="394" y="965"/>
                  </a:cubicBezTo>
                  <a:cubicBezTo>
                    <a:pt x="410" y="942"/>
                    <a:pt x="424" y="918"/>
                    <a:pt x="436" y="894"/>
                  </a:cubicBezTo>
                  <a:cubicBezTo>
                    <a:pt x="447" y="895"/>
                    <a:pt x="457" y="896"/>
                    <a:pt x="468" y="896"/>
                  </a:cubicBezTo>
                  <a:cubicBezTo>
                    <a:pt x="479" y="897"/>
                    <a:pt x="489" y="897"/>
                    <a:pt x="500" y="896"/>
                  </a:cubicBezTo>
                  <a:cubicBezTo>
                    <a:pt x="509" y="921"/>
                    <a:pt x="519" y="947"/>
                    <a:pt x="531" y="971"/>
                  </a:cubicBezTo>
                  <a:cubicBezTo>
                    <a:pt x="545" y="969"/>
                    <a:pt x="559" y="967"/>
                    <a:pt x="573" y="965"/>
                  </a:cubicBezTo>
                  <a:cubicBezTo>
                    <a:pt x="580" y="937"/>
                    <a:pt x="584" y="911"/>
                    <a:pt x="587" y="884"/>
                  </a:cubicBezTo>
                  <a:cubicBezTo>
                    <a:pt x="597" y="881"/>
                    <a:pt x="607" y="878"/>
                    <a:pt x="617" y="875"/>
                  </a:cubicBezTo>
                  <a:cubicBezTo>
                    <a:pt x="627" y="871"/>
                    <a:pt x="637" y="867"/>
                    <a:pt x="647" y="863"/>
                  </a:cubicBezTo>
                  <a:cubicBezTo>
                    <a:pt x="664" y="883"/>
                    <a:pt x="683" y="903"/>
                    <a:pt x="703" y="921"/>
                  </a:cubicBezTo>
                  <a:cubicBezTo>
                    <a:pt x="716" y="915"/>
                    <a:pt x="728" y="908"/>
                    <a:pt x="740" y="900"/>
                  </a:cubicBezTo>
                  <a:cubicBezTo>
                    <a:pt x="736" y="873"/>
                    <a:pt x="731" y="846"/>
                    <a:pt x="723" y="820"/>
                  </a:cubicBezTo>
                  <a:cubicBezTo>
                    <a:pt x="732" y="814"/>
                    <a:pt x="740" y="807"/>
                    <a:pt x="748" y="800"/>
                  </a:cubicBezTo>
                  <a:cubicBezTo>
                    <a:pt x="757" y="794"/>
                    <a:pt x="764" y="786"/>
                    <a:pt x="772" y="779"/>
                  </a:cubicBezTo>
                  <a:cubicBezTo>
                    <a:pt x="795" y="792"/>
                    <a:pt x="820" y="803"/>
                    <a:pt x="845" y="813"/>
                  </a:cubicBezTo>
                  <a:cubicBezTo>
                    <a:pt x="855" y="802"/>
                    <a:pt x="864" y="791"/>
                    <a:pt x="872" y="780"/>
                  </a:cubicBezTo>
                  <a:cubicBezTo>
                    <a:pt x="859" y="756"/>
                    <a:pt x="844" y="733"/>
                    <a:pt x="828" y="711"/>
                  </a:cubicBezTo>
                  <a:cubicBezTo>
                    <a:pt x="834" y="702"/>
                    <a:pt x="839" y="693"/>
                    <a:pt x="844" y="684"/>
                  </a:cubicBezTo>
                  <a:cubicBezTo>
                    <a:pt x="849" y="674"/>
                    <a:pt x="854" y="665"/>
                    <a:pt x="858" y="655"/>
                  </a:cubicBezTo>
                  <a:cubicBezTo>
                    <a:pt x="885" y="659"/>
                    <a:pt x="911" y="660"/>
                    <a:pt x="939" y="661"/>
                  </a:cubicBezTo>
                  <a:cubicBezTo>
                    <a:pt x="944" y="647"/>
                    <a:pt x="948" y="634"/>
                    <a:pt x="952" y="620"/>
                  </a:cubicBezTo>
                  <a:cubicBezTo>
                    <a:pt x="931" y="602"/>
                    <a:pt x="908" y="586"/>
                    <a:pt x="886" y="572"/>
                  </a:cubicBezTo>
                  <a:cubicBezTo>
                    <a:pt x="888" y="561"/>
                    <a:pt x="890" y="551"/>
                    <a:pt x="891" y="541"/>
                  </a:cubicBezTo>
                  <a:close/>
                  <a:moveTo>
                    <a:pt x="803" y="529"/>
                  </a:moveTo>
                  <a:cubicBezTo>
                    <a:pt x="798" y="568"/>
                    <a:pt x="785" y="606"/>
                    <a:pt x="766" y="641"/>
                  </a:cubicBezTo>
                  <a:cubicBezTo>
                    <a:pt x="747" y="676"/>
                    <a:pt x="721" y="707"/>
                    <a:pt x="691" y="732"/>
                  </a:cubicBezTo>
                  <a:cubicBezTo>
                    <a:pt x="661" y="758"/>
                    <a:pt x="626" y="778"/>
                    <a:pt x="588" y="790"/>
                  </a:cubicBezTo>
                  <a:cubicBezTo>
                    <a:pt x="551" y="803"/>
                    <a:pt x="511" y="809"/>
                    <a:pt x="472" y="807"/>
                  </a:cubicBezTo>
                  <a:cubicBezTo>
                    <a:pt x="432" y="806"/>
                    <a:pt x="393" y="797"/>
                    <a:pt x="357" y="781"/>
                  </a:cubicBezTo>
                  <a:cubicBezTo>
                    <a:pt x="320" y="765"/>
                    <a:pt x="287" y="743"/>
                    <a:pt x="259" y="715"/>
                  </a:cubicBezTo>
                  <a:cubicBezTo>
                    <a:pt x="230" y="687"/>
                    <a:pt x="207" y="654"/>
                    <a:pt x="191" y="618"/>
                  </a:cubicBezTo>
                  <a:cubicBezTo>
                    <a:pt x="175" y="582"/>
                    <a:pt x="166" y="543"/>
                    <a:pt x="164" y="503"/>
                  </a:cubicBezTo>
                  <a:cubicBezTo>
                    <a:pt x="161" y="464"/>
                    <a:pt x="167" y="424"/>
                    <a:pt x="179" y="386"/>
                  </a:cubicBezTo>
                  <a:cubicBezTo>
                    <a:pt x="191" y="349"/>
                    <a:pt x="211" y="313"/>
                    <a:pt x="236" y="283"/>
                  </a:cubicBezTo>
                  <a:cubicBezTo>
                    <a:pt x="261" y="252"/>
                    <a:pt x="292" y="226"/>
                    <a:pt x="326" y="207"/>
                  </a:cubicBezTo>
                  <a:cubicBezTo>
                    <a:pt x="361" y="187"/>
                    <a:pt x="399" y="174"/>
                    <a:pt x="438" y="168"/>
                  </a:cubicBezTo>
                  <a:cubicBezTo>
                    <a:pt x="477" y="163"/>
                    <a:pt x="517" y="164"/>
                    <a:pt x="556" y="173"/>
                  </a:cubicBezTo>
                  <a:cubicBezTo>
                    <a:pt x="594" y="182"/>
                    <a:pt x="632" y="198"/>
                    <a:pt x="664" y="220"/>
                  </a:cubicBezTo>
                  <a:cubicBezTo>
                    <a:pt x="697" y="242"/>
                    <a:pt x="726" y="271"/>
                    <a:pt x="748" y="303"/>
                  </a:cubicBezTo>
                  <a:cubicBezTo>
                    <a:pt x="771" y="336"/>
                    <a:pt x="787" y="372"/>
                    <a:pt x="797" y="411"/>
                  </a:cubicBezTo>
                  <a:cubicBezTo>
                    <a:pt x="806" y="450"/>
                    <a:pt x="808" y="490"/>
                    <a:pt x="803" y="529"/>
                  </a:cubicBezTo>
                  <a:close/>
                </a:path>
              </a:pathLst>
            </a:custGeom>
            <a:solidFill>
              <a:srgbClr val="D85737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57" name="椭圆 56"/>
            <p:cNvSpPr/>
            <p:nvPr/>
          </p:nvSpPr>
          <p:spPr>
            <a:xfrm>
              <a:off x="3303392" y="1060087"/>
              <a:ext cx="1337538" cy="1337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 rot="573761">
            <a:off x="1116031" y="1734373"/>
            <a:ext cx="2496267" cy="2496267"/>
            <a:chOff x="703566" y="1367713"/>
            <a:chExt cx="2677893" cy="2677893"/>
          </a:xfrm>
        </p:grpSpPr>
        <p:sp>
          <p:nvSpPr>
            <p:cNvPr id="38" name="齿轮2"/>
            <p:cNvSpPr>
              <a:spLocks noEditPoints="1"/>
            </p:cNvSpPr>
            <p:nvPr/>
          </p:nvSpPr>
          <p:spPr bwMode="auto">
            <a:xfrm rot="21277202">
              <a:off x="703566" y="1367713"/>
              <a:ext cx="2677893" cy="2677893"/>
            </a:xfrm>
            <a:custGeom>
              <a:avLst/>
              <a:gdLst>
                <a:gd name="T0" fmla="*/ 894 w 971"/>
                <a:gd name="T1" fmla="*/ 509 h 971"/>
                <a:gd name="T2" fmla="*/ 969 w 971"/>
                <a:gd name="T3" fmla="*/ 442 h 971"/>
                <a:gd name="T4" fmla="*/ 883 w 971"/>
                <a:gd name="T5" fmla="*/ 390 h 971"/>
                <a:gd name="T6" fmla="*/ 938 w 971"/>
                <a:gd name="T7" fmla="*/ 309 h 971"/>
                <a:gd name="T8" fmla="*/ 838 w 971"/>
                <a:gd name="T9" fmla="*/ 279 h 971"/>
                <a:gd name="T10" fmla="*/ 802 w 971"/>
                <a:gd name="T11" fmla="*/ 227 h 971"/>
                <a:gd name="T12" fmla="*/ 813 w 971"/>
                <a:gd name="T13" fmla="*/ 127 h 971"/>
                <a:gd name="T14" fmla="*/ 714 w 971"/>
                <a:gd name="T15" fmla="*/ 146 h 971"/>
                <a:gd name="T16" fmla="*/ 700 w 971"/>
                <a:gd name="T17" fmla="*/ 50 h 971"/>
                <a:gd name="T18" fmla="*/ 606 w 971"/>
                <a:gd name="T19" fmla="*/ 95 h 971"/>
                <a:gd name="T20" fmla="*/ 545 w 971"/>
                <a:gd name="T21" fmla="*/ 81 h 971"/>
                <a:gd name="T22" fmla="*/ 485 w 971"/>
                <a:gd name="T23" fmla="*/ 0 h 971"/>
                <a:gd name="T24" fmla="*/ 425 w 971"/>
                <a:gd name="T25" fmla="*/ 80 h 971"/>
                <a:gd name="T26" fmla="*/ 350 w 971"/>
                <a:gd name="T27" fmla="*/ 19 h 971"/>
                <a:gd name="T28" fmla="*/ 311 w 971"/>
                <a:gd name="T29" fmla="*/ 115 h 971"/>
                <a:gd name="T30" fmla="*/ 256 w 971"/>
                <a:gd name="T31" fmla="*/ 146 h 971"/>
                <a:gd name="T32" fmla="*/ 157 w 971"/>
                <a:gd name="T33" fmla="*/ 126 h 971"/>
                <a:gd name="T34" fmla="*/ 167 w 971"/>
                <a:gd name="T35" fmla="*/ 226 h 971"/>
                <a:gd name="T36" fmla="*/ 70 w 971"/>
                <a:gd name="T37" fmla="*/ 232 h 971"/>
                <a:gd name="T38" fmla="*/ 106 w 971"/>
                <a:gd name="T39" fmla="*/ 329 h 971"/>
                <a:gd name="T40" fmla="*/ 86 w 971"/>
                <a:gd name="T41" fmla="*/ 389 h 971"/>
                <a:gd name="T42" fmla="*/ 0 w 971"/>
                <a:gd name="T43" fmla="*/ 441 h 971"/>
                <a:gd name="T44" fmla="*/ 75 w 971"/>
                <a:gd name="T45" fmla="*/ 508 h 971"/>
                <a:gd name="T46" fmla="*/ 6 w 971"/>
                <a:gd name="T47" fmla="*/ 577 h 971"/>
                <a:gd name="T48" fmla="*/ 98 w 971"/>
                <a:gd name="T49" fmla="*/ 625 h 971"/>
                <a:gd name="T50" fmla="*/ 124 w 971"/>
                <a:gd name="T51" fmla="*/ 683 h 971"/>
                <a:gd name="T52" fmla="*/ 96 w 971"/>
                <a:gd name="T53" fmla="*/ 779 h 971"/>
                <a:gd name="T54" fmla="*/ 196 w 971"/>
                <a:gd name="T55" fmla="*/ 778 h 971"/>
                <a:gd name="T56" fmla="*/ 192 w 971"/>
                <a:gd name="T57" fmla="*/ 876 h 971"/>
                <a:gd name="T58" fmla="*/ 293 w 971"/>
                <a:gd name="T59" fmla="*/ 849 h 971"/>
                <a:gd name="T60" fmla="*/ 351 w 971"/>
                <a:gd name="T61" fmla="*/ 874 h 971"/>
                <a:gd name="T62" fmla="*/ 394 w 971"/>
                <a:gd name="T63" fmla="*/ 965 h 971"/>
                <a:gd name="T64" fmla="*/ 468 w 971"/>
                <a:gd name="T65" fmla="*/ 896 h 971"/>
                <a:gd name="T66" fmla="*/ 531 w 971"/>
                <a:gd name="T67" fmla="*/ 971 h 971"/>
                <a:gd name="T68" fmla="*/ 587 w 971"/>
                <a:gd name="T69" fmla="*/ 884 h 971"/>
                <a:gd name="T70" fmla="*/ 647 w 971"/>
                <a:gd name="T71" fmla="*/ 863 h 971"/>
                <a:gd name="T72" fmla="*/ 740 w 971"/>
                <a:gd name="T73" fmla="*/ 900 h 971"/>
                <a:gd name="T74" fmla="*/ 748 w 971"/>
                <a:gd name="T75" fmla="*/ 800 h 971"/>
                <a:gd name="T76" fmla="*/ 845 w 971"/>
                <a:gd name="T77" fmla="*/ 813 h 971"/>
                <a:gd name="T78" fmla="*/ 828 w 971"/>
                <a:gd name="T79" fmla="*/ 711 h 971"/>
                <a:gd name="T80" fmla="*/ 858 w 971"/>
                <a:gd name="T81" fmla="*/ 655 h 971"/>
                <a:gd name="T82" fmla="*/ 952 w 971"/>
                <a:gd name="T83" fmla="*/ 620 h 971"/>
                <a:gd name="T84" fmla="*/ 891 w 971"/>
                <a:gd name="T85" fmla="*/ 541 h 971"/>
                <a:gd name="T86" fmla="*/ 766 w 971"/>
                <a:gd name="T87" fmla="*/ 641 h 971"/>
                <a:gd name="T88" fmla="*/ 588 w 971"/>
                <a:gd name="T89" fmla="*/ 790 h 971"/>
                <a:gd name="T90" fmla="*/ 357 w 971"/>
                <a:gd name="T91" fmla="*/ 781 h 971"/>
                <a:gd name="T92" fmla="*/ 191 w 971"/>
                <a:gd name="T93" fmla="*/ 618 h 971"/>
                <a:gd name="T94" fmla="*/ 179 w 971"/>
                <a:gd name="T95" fmla="*/ 386 h 971"/>
                <a:gd name="T96" fmla="*/ 326 w 971"/>
                <a:gd name="T97" fmla="*/ 207 h 971"/>
                <a:gd name="T98" fmla="*/ 556 w 971"/>
                <a:gd name="T99" fmla="*/ 173 h 971"/>
                <a:gd name="T100" fmla="*/ 748 w 971"/>
                <a:gd name="T101" fmla="*/ 303 h 971"/>
                <a:gd name="T102" fmla="*/ 803 w 971"/>
                <a:gd name="T103" fmla="*/ 52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71" h="971">
                  <a:moveTo>
                    <a:pt x="891" y="541"/>
                  </a:moveTo>
                  <a:cubicBezTo>
                    <a:pt x="893" y="530"/>
                    <a:pt x="893" y="520"/>
                    <a:pt x="894" y="509"/>
                  </a:cubicBezTo>
                  <a:cubicBezTo>
                    <a:pt x="920" y="502"/>
                    <a:pt x="946" y="494"/>
                    <a:pt x="971" y="485"/>
                  </a:cubicBezTo>
                  <a:cubicBezTo>
                    <a:pt x="971" y="470"/>
                    <a:pt x="970" y="456"/>
                    <a:pt x="969" y="442"/>
                  </a:cubicBezTo>
                  <a:cubicBezTo>
                    <a:pt x="942" y="433"/>
                    <a:pt x="916" y="426"/>
                    <a:pt x="889" y="421"/>
                  </a:cubicBezTo>
                  <a:cubicBezTo>
                    <a:pt x="888" y="411"/>
                    <a:pt x="885" y="400"/>
                    <a:pt x="883" y="390"/>
                  </a:cubicBezTo>
                  <a:cubicBezTo>
                    <a:pt x="880" y="380"/>
                    <a:pt x="878" y="370"/>
                    <a:pt x="874" y="360"/>
                  </a:cubicBezTo>
                  <a:cubicBezTo>
                    <a:pt x="896" y="344"/>
                    <a:pt x="917" y="327"/>
                    <a:pt x="938" y="309"/>
                  </a:cubicBezTo>
                  <a:cubicBezTo>
                    <a:pt x="932" y="296"/>
                    <a:pt x="927" y="283"/>
                    <a:pt x="920" y="270"/>
                  </a:cubicBezTo>
                  <a:cubicBezTo>
                    <a:pt x="893" y="271"/>
                    <a:pt x="865" y="274"/>
                    <a:pt x="838" y="279"/>
                  </a:cubicBezTo>
                  <a:cubicBezTo>
                    <a:pt x="833" y="270"/>
                    <a:pt x="828" y="261"/>
                    <a:pt x="821" y="252"/>
                  </a:cubicBezTo>
                  <a:cubicBezTo>
                    <a:pt x="816" y="244"/>
                    <a:pt x="809" y="235"/>
                    <a:pt x="802" y="227"/>
                  </a:cubicBezTo>
                  <a:cubicBezTo>
                    <a:pt x="817" y="205"/>
                    <a:pt x="831" y="181"/>
                    <a:pt x="843" y="157"/>
                  </a:cubicBezTo>
                  <a:cubicBezTo>
                    <a:pt x="833" y="147"/>
                    <a:pt x="823" y="137"/>
                    <a:pt x="813" y="127"/>
                  </a:cubicBezTo>
                  <a:cubicBezTo>
                    <a:pt x="787" y="139"/>
                    <a:pt x="763" y="151"/>
                    <a:pt x="740" y="165"/>
                  </a:cubicBezTo>
                  <a:cubicBezTo>
                    <a:pt x="731" y="159"/>
                    <a:pt x="723" y="153"/>
                    <a:pt x="714" y="146"/>
                  </a:cubicBezTo>
                  <a:cubicBezTo>
                    <a:pt x="705" y="141"/>
                    <a:pt x="696" y="135"/>
                    <a:pt x="687" y="130"/>
                  </a:cubicBezTo>
                  <a:cubicBezTo>
                    <a:pt x="693" y="104"/>
                    <a:pt x="697" y="77"/>
                    <a:pt x="700" y="50"/>
                  </a:cubicBezTo>
                  <a:cubicBezTo>
                    <a:pt x="687" y="44"/>
                    <a:pt x="674" y="38"/>
                    <a:pt x="661" y="33"/>
                  </a:cubicBezTo>
                  <a:cubicBezTo>
                    <a:pt x="641" y="52"/>
                    <a:pt x="623" y="73"/>
                    <a:pt x="606" y="95"/>
                  </a:cubicBezTo>
                  <a:cubicBezTo>
                    <a:pt x="596" y="92"/>
                    <a:pt x="586" y="89"/>
                    <a:pt x="576" y="86"/>
                  </a:cubicBezTo>
                  <a:cubicBezTo>
                    <a:pt x="566" y="84"/>
                    <a:pt x="555" y="82"/>
                    <a:pt x="545" y="81"/>
                  </a:cubicBezTo>
                  <a:cubicBezTo>
                    <a:pt x="541" y="54"/>
                    <a:pt x="535" y="28"/>
                    <a:pt x="528" y="2"/>
                  </a:cubicBezTo>
                  <a:cubicBezTo>
                    <a:pt x="513" y="0"/>
                    <a:pt x="499" y="0"/>
                    <a:pt x="485" y="0"/>
                  </a:cubicBezTo>
                  <a:cubicBezTo>
                    <a:pt x="474" y="25"/>
                    <a:pt x="464" y="51"/>
                    <a:pt x="457" y="77"/>
                  </a:cubicBezTo>
                  <a:cubicBezTo>
                    <a:pt x="446" y="78"/>
                    <a:pt x="436" y="79"/>
                    <a:pt x="425" y="80"/>
                  </a:cubicBezTo>
                  <a:cubicBezTo>
                    <a:pt x="415" y="82"/>
                    <a:pt x="404" y="84"/>
                    <a:pt x="394" y="86"/>
                  </a:cubicBezTo>
                  <a:cubicBezTo>
                    <a:pt x="381" y="63"/>
                    <a:pt x="366" y="41"/>
                    <a:pt x="350" y="19"/>
                  </a:cubicBezTo>
                  <a:cubicBezTo>
                    <a:pt x="336" y="23"/>
                    <a:pt x="322" y="27"/>
                    <a:pt x="309" y="32"/>
                  </a:cubicBezTo>
                  <a:cubicBezTo>
                    <a:pt x="308" y="60"/>
                    <a:pt x="309" y="88"/>
                    <a:pt x="311" y="115"/>
                  </a:cubicBezTo>
                  <a:cubicBezTo>
                    <a:pt x="301" y="119"/>
                    <a:pt x="292" y="124"/>
                    <a:pt x="283" y="129"/>
                  </a:cubicBezTo>
                  <a:cubicBezTo>
                    <a:pt x="273" y="134"/>
                    <a:pt x="264" y="140"/>
                    <a:pt x="256" y="146"/>
                  </a:cubicBezTo>
                  <a:cubicBezTo>
                    <a:pt x="235" y="129"/>
                    <a:pt x="213" y="113"/>
                    <a:pt x="190" y="99"/>
                  </a:cubicBezTo>
                  <a:cubicBezTo>
                    <a:pt x="178" y="108"/>
                    <a:pt x="167" y="117"/>
                    <a:pt x="157" y="126"/>
                  </a:cubicBezTo>
                  <a:cubicBezTo>
                    <a:pt x="166" y="153"/>
                    <a:pt x="176" y="178"/>
                    <a:pt x="188" y="203"/>
                  </a:cubicBezTo>
                  <a:cubicBezTo>
                    <a:pt x="181" y="210"/>
                    <a:pt x="174" y="218"/>
                    <a:pt x="167" y="226"/>
                  </a:cubicBezTo>
                  <a:cubicBezTo>
                    <a:pt x="161" y="235"/>
                    <a:pt x="154" y="243"/>
                    <a:pt x="148" y="252"/>
                  </a:cubicBezTo>
                  <a:cubicBezTo>
                    <a:pt x="122" y="243"/>
                    <a:pt x="97" y="237"/>
                    <a:pt x="70" y="232"/>
                  </a:cubicBezTo>
                  <a:cubicBezTo>
                    <a:pt x="62" y="244"/>
                    <a:pt x="55" y="256"/>
                    <a:pt x="49" y="269"/>
                  </a:cubicBezTo>
                  <a:cubicBezTo>
                    <a:pt x="67" y="290"/>
                    <a:pt x="86" y="310"/>
                    <a:pt x="106" y="329"/>
                  </a:cubicBezTo>
                  <a:cubicBezTo>
                    <a:pt x="102" y="339"/>
                    <a:pt x="98" y="348"/>
                    <a:pt x="95" y="358"/>
                  </a:cubicBezTo>
                  <a:cubicBezTo>
                    <a:pt x="91" y="369"/>
                    <a:pt x="88" y="379"/>
                    <a:pt x="86" y="389"/>
                  </a:cubicBezTo>
                  <a:cubicBezTo>
                    <a:pt x="59" y="391"/>
                    <a:pt x="32" y="394"/>
                    <a:pt x="6" y="399"/>
                  </a:cubicBezTo>
                  <a:cubicBezTo>
                    <a:pt x="3" y="413"/>
                    <a:pt x="1" y="427"/>
                    <a:pt x="0" y="441"/>
                  </a:cubicBezTo>
                  <a:cubicBezTo>
                    <a:pt x="24" y="454"/>
                    <a:pt x="49" y="466"/>
                    <a:pt x="74" y="476"/>
                  </a:cubicBezTo>
                  <a:cubicBezTo>
                    <a:pt x="74" y="487"/>
                    <a:pt x="74" y="497"/>
                    <a:pt x="75" y="508"/>
                  </a:cubicBezTo>
                  <a:cubicBezTo>
                    <a:pt x="75" y="518"/>
                    <a:pt x="76" y="529"/>
                    <a:pt x="78" y="539"/>
                  </a:cubicBezTo>
                  <a:cubicBezTo>
                    <a:pt x="53" y="551"/>
                    <a:pt x="30" y="563"/>
                    <a:pt x="6" y="577"/>
                  </a:cubicBezTo>
                  <a:cubicBezTo>
                    <a:pt x="9" y="591"/>
                    <a:pt x="12" y="605"/>
                    <a:pt x="16" y="619"/>
                  </a:cubicBezTo>
                  <a:cubicBezTo>
                    <a:pt x="44" y="623"/>
                    <a:pt x="71" y="625"/>
                    <a:pt x="98" y="625"/>
                  </a:cubicBezTo>
                  <a:cubicBezTo>
                    <a:pt x="102" y="635"/>
                    <a:pt x="106" y="645"/>
                    <a:pt x="110" y="654"/>
                  </a:cubicBezTo>
                  <a:cubicBezTo>
                    <a:pt x="114" y="664"/>
                    <a:pt x="119" y="674"/>
                    <a:pt x="124" y="683"/>
                  </a:cubicBezTo>
                  <a:cubicBezTo>
                    <a:pt x="106" y="702"/>
                    <a:pt x="88" y="723"/>
                    <a:pt x="71" y="744"/>
                  </a:cubicBezTo>
                  <a:cubicBezTo>
                    <a:pt x="79" y="756"/>
                    <a:pt x="87" y="768"/>
                    <a:pt x="96" y="779"/>
                  </a:cubicBezTo>
                  <a:cubicBezTo>
                    <a:pt x="123" y="773"/>
                    <a:pt x="149" y="765"/>
                    <a:pt x="174" y="755"/>
                  </a:cubicBezTo>
                  <a:cubicBezTo>
                    <a:pt x="181" y="763"/>
                    <a:pt x="189" y="771"/>
                    <a:pt x="196" y="778"/>
                  </a:cubicBezTo>
                  <a:cubicBezTo>
                    <a:pt x="204" y="786"/>
                    <a:pt x="211" y="793"/>
                    <a:pt x="220" y="800"/>
                  </a:cubicBezTo>
                  <a:cubicBezTo>
                    <a:pt x="209" y="824"/>
                    <a:pt x="200" y="850"/>
                    <a:pt x="192" y="876"/>
                  </a:cubicBezTo>
                  <a:cubicBezTo>
                    <a:pt x="204" y="884"/>
                    <a:pt x="216" y="892"/>
                    <a:pt x="228" y="900"/>
                  </a:cubicBezTo>
                  <a:cubicBezTo>
                    <a:pt x="251" y="884"/>
                    <a:pt x="272" y="867"/>
                    <a:pt x="293" y="849"/>
                  </a:cubicBezTo>
                  <a:cubicBezTo>
                    <a:pt x="302" y="854"/>
                    <a:pt x="311" y="858"/>
                    <a:pt x="321" y="863"/>
                  </a:cubicBezTo>
                  <a:cubicBezTo>
                    <a:pt x="331" y="867"/>
                    <a:pt x="341" y="871"/>
                    <a:pt x="351" y="874"/>
                  </a:cubicBezTo>
                  <a:cubicBezTo>
                    <a:pt x="350" y="901"/>
                    <a:pt x="351" y="928"/>
                    <a:pt x="353" y="955"/>
                  </a:cubicBezTo>
                  <a:cubicBezTo>
                    <a:pt x="366" y="959"/>
                    <a:pt x="380" y="962"/>
                    <a:pt x="394" y="965"/>
                  </a:cubicBezTo>
                  <a:cubicBezTo>
                    <a:pt x="410" y="942"/>
                    <a:pt x="424" y="918"/>
                    <a:pt x="436" y="894"/>
                  </a:cubicBezTo>
                  <a:cubicBezTo>
                    <a:pt x="447" y="895"/>
                    <a:pt x="457" y="896"/>
                    <a:pt x="468" y="896"/>
                  </a:cubicBezTo>
                  <a:cubicBezTo>
                    <a:pt x="479" y="897"/>
                    <a:pt x="489" y="897"/>
                    <a:pt x="500" y="896"/>
                  </a:cubicBezTo>
                  <a:cubicBezTo>
                    <a:pt x="509" y="921"/>
                    <a:pt x="519" y="947"/>
                    <a:pt x="531" y="971"/>
                  </a:cubicBezTo>
                  <a:cubicBezTo>
                    <a:pt x="545" y="969"/>
                    <a:pt x="559" y="967"/>
                    <a:pt x="573" y="965"/>
                  </a:cubicBezTo>
                  <a:cubicBezTo>
                    <a:pt x="580" y="937"/>
                    <a:pt x="584" y="911"/>
                    <a:pt x="587" y="884"/>
                  </a:cubicBezTo>
                  <a:cubicBezTo>
                    <a:pt x="597" y="881"/>
                    <a:pt x="607" y="878"/>
                    <a:pt x="617" y="875"/>
                  </a:cubicBezTo>
                  <a:cubicBezTo>
                    <a:pt x="627" y="871"/>
                    <a:pt x="637" y="867"/>
                    <a:pt x="647" y="863"/>
                  </a:cubicBezTo>
                  <a:cubicBezTo>
                    <a:pt x="664" y="883"/>
                    <a:pt x="683" y="903"/>
                    <a:pt x="703" y="921"/>
                  </a:cubicBezTo>
                  <a:cubicBezTo>
                    <a:pt x="716" y="915"/>
                    <a:pt x="728" y="908"/>
                    <a:pt x="740" y="900"/>
                  </a:cubicBezTo>
                  <a:cubicBezTo>
                    <a:pt x="736" y="873"/>
                    <a:pt x="731" y="846"/>
                    <a:pt x="723" y="820"/>
                  </a:cubicBezTo>
                  <a:cubicBezTo>
                    <a:pt x="732" y="814"/>
                    <a:pt x="740" y="807"/>
                    <a:pt x="748" y="800"/>
                  </a:cubicBezTo>
                  <a:cubicBezTo>
                    <a:pt x="757" y="794"/>
                    <a:pt x="764" y="786"/>
                    <a:pt x="772" y="779"/>
                  </a:cubicBezTo>
                  <a:cubicBezTo>
                    <a:pt x="795" y="792"/>
                    <a:pt x="820" y="803"/>
                    <a:pt x="845" y="813"/>
                  </a:cubicBezTo>
                  <a:cubicBezTo>
                    <a:pt x="855" y="802"/>
                    <a:pt x="864" y="791"/>
                    <a:pt x="872" y="780"/>
                  </a:cubicBezTo>
                  <a:cubicBezTo>
                    <a:pt x="859" y="756"/>
                    <a:pt x="844" y="733"/>
                    <a:pt x="828" y="711"/>
                  </a:cubicBezTo>
                  <a:cubicBezTo>
                    <a:pt x="834" y="702"/>
                    <a:pt x="839" y="693"/>
                    <a:pt x="844" y="684"/>
                  </a:cubicBezTo>
                  <a:cubicBezTo>
                    <a:pt x="849" y="674"/>
                    <a:pt x="854" y="665"/>
                    <a:pt x="858" y="655"/>
                  </a:cubicBezTo>
                  <a:cubicBezTo>
                    <a:pt x="885" y="659"/>
                    <a:pt x="911" y="660"/>
                    <a:pt x="939" y="661"/>
                  </a:cubicBezTo>
                  <a:cubicBezTo>
                    <a:pt x="944" y="647"/>
                    <a:pt x="948" y="634"/>
                    <a:pt x="952" y="620"/>
                  </a:cubicBezTo>
                  <a:cubicBezTo>
                    <a:pt x="931" y="602"/>
                    <a:pt x="908" y="586"/>
                    <a:pt x="886" y="572"/>
                  </a:cubicBezTo>
                  <a:cubicBezTo>
                    <a:pt x="888" y="561"/>
                    <a:pt x="890" y="551"/>
                    <a:pt x="891" y="541"/>
                  </a:cubicBezTo>
                  <a:close/>
                  <a:moveTo>
                    <a:pt x="803" y="529"/>
                  </a:moveTo>
                  <a:cubicBezTo>
                    <a:pt x="798" y="568"/>
                    <a:pt x="785" y="606"/>
                    <a:pt x="766" y="641"/>
                  </a:cubicBezTo>
                  <a:cubicBezTo>
                    <a:pt x="747" y="676"/>
                    <a:pt x="721" y="707"/>
                    <a:pt x="691" y="732"/>
                  </a:cubicBezTo>
                  <a:cubicBezTo>
                    <a:pt x="661" y="758"/>
                    <a:pt x="626" y="778"/>
                    <a:pt x="588" y="790"/>
                  </a:cubicBezTo>
                  <a:cubicBezTo>
                    <a:pt x="551" y="803"/>
                    <a:pt x="511" y="809"/>
                    <a:pt x="472" y="807"/>
                  </a:cubicBezTo>
                  <a:cubicBezTo>
                    <a:pt x="432" y="806"/>
                    <a:pt x="393" y="797"/>
                    <a:pt x="357" y="781"/>
                  </a:cubicBezTo>
                  <a:cubicBezTo>
                    <a:pt x="320" y="765"/>
                    <a:pt x="287" y="743"/>
                    <a:pt x="259" y="715"/>
                  </a:cubicBezTo>
                  <a:cubicBezTo>
                    <a:pt x="230" y="687"/>
                    <a:pt x="207" y="654"/>
                    <a:pt x="191" y="618"/>
                  </a:cubicBezTo>
                  <a:cubicBezTo>
                    <a:pt x="175" y="582"/>
                    <a:pt x="166" y="543"/>
                    <a:pt x="164" y="503"/>
                  </a:cubicBezTo>
                  <a:cubicBezTo>
                    <a:pt x="161" y="464"/>
                    <a:pt x="167" y="424"/>
                    <a:pt x="179" y="386"/>
                  </a:cubicBezTo>
                  <a:cubicBezTo>
                    <a:pt x="191" y="349"/>
                    <a:pt x="211" y="313"/>
                    <a:pt x="236" y="283"/>
                  </a:cubicBezTo>
                  <a:cubicBezTo>
                    <a:pt x="261" y="252"/>
                    <a:pt x="292" y="226"/>
                    <a:pt x="326" y="207"/>
                  </a:cubicBezTo>
                  <a:cubicBezTo>
                    <a:pt x="361" y="187"/>
                    <a:pt x="399" y="174"/>
                    <a:pt x="438" y="168"/>
                  </a:cubicBezTo>
                  <a:cubicBezTo>
                    <a:pt x="477" y="163"/>
                    <a:pt x="517" y="164"/>
                    <a:pt x="556" y="173"/>
                  </a:cubicBezTo>
                  <a:cubicBezTo>
                    <a:pt x="594" y="182"/>
                    <a:pt x="632" y="198"/>
                    <a:pt x="664" y="220"/>
                  </a:cubicBezTo>
                  <a:cubicBezTo>
                    <a:pt x="697" y="242"/>
                    <a:pt x="726" y="271"/>
                    <a:pt x="748" y="303"/>
                  </a:cubicBezTo>
                  <a:cubicBezTo>
                    <a:pt x="771" y="336"/>
                    <a:pt x="787" y="372"/>
                    <a:pt x="797" y="411"/>
                  </a:cubicBezTo>
                  <a:cubicBezTo>
                    <a:pt x="806" y="450"/>
                    <a:pt x="808" y="490"/>
                    <a:pt x="803" y="529"/>
                  </a:cubicBezTo>
                  <a:close/>
                </a:path>
              </a:pathLst>
            </a:custGeom>
            <a:solidFill>
              <a:srgbClr val="52BBA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46" name="椭圆 45"/>
            <p:cNvSpPr/>
            <p:nvPr/>
          </p:nvSpPr>
          <p:spPr>
            <a:xfrm rot="21277202">
              <a:off x="1052318" y="1716465"/>
              <a:ext cx="1980388" cy="19803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/>
        </p:nvSpPr>
        <p:spPr>
          <a:xfrm>
            <a:off x="6009227" y="1446261"/>
            <a:ext cx="2240186" cy="2240186"/>
          </a:xfrm>
          <a:prstGeom prst="ellipse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6146596" y="1583629"/>
            <a:ext cx="1965449" cy="1965449"/>
          </a:xfrm>
          <a:prstGeom prst="ellipse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452555" y="1290219"/>
            <a:ext cx="1048349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助理以上</a:t>
            </a:r>
            <a:endParaRPr lang="en-US" altLang="zh-CN" sz="12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管理干部</a:t>
            </a:r>
            <a:endParaRPr lang="zh-CN" altLang="en-US" sz="12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78814" y="1772686"/>
            <a:ext cx="1395830" cy="3462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“职业化形象与商务礼仪”</a:t>
            </a:r>
            <a:r>
              <a:rPr lang="zh-CN" altLang="en-US" sz="9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满意率</a:t>
            </a:r>
            <a:r>
              <a:rPr lang="en-US" altLang="zh-CN" sz="9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93%</a:t>
            </a:r>
            <a:endParaRPr lang="zh-CN" altLang="en-US" sz="900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60703" y="3185534"/>
            <a:ext cx="1253720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生产人员</a:t>
            </a:r>
            <a:endParaRPr lang="zh-CN" altLang="en-US" sz="12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748704" y="3528285"/>
            <a:ext cx="1477718" cy="63863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“杰出生产管理干部管理技能提升”  </a:t>
            </a:r>
            <a:r>
              <a:rPr lang="zh-CN" altLang="en-US" sz="9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满意率</a:t>
            </a:r>
            <a:r>
              <a:rPr lang="en-US" altLang="zh-CN" sz="9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84%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、“安全生产管理”</a:t>
            </a:r>
            <a:r>
              <a:rPr lang="zh-CN" altLang="en-US" sz="9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满意率</a:t>
            </a:r>
            <a:r>
              <a:rPr lang="en-US" altLang="zh-CN" sz="9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79% </a:t>
            </a:r>
            <a:endParaRPr lang="zh-CN" altLang="en-US" sz="900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746590" y="2265137"/>
            <a:ext cx="125372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助理级以上</a:t>
            </a:r>
            <a:endParaRPr lang="en-US" altLang="zh-CN" sz="12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管理干部</a:t>
            </a:r>
            <a:endParaRPr lang="zh-CN" altLang="en-US" sz="12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502959" y="2769198"/>
            <a:ext cx="1740982" cy="90024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“中层危机” 、“超越执行力” 、“年度培训规划”、 “打造高品质沟通团队”、 “年度绩效考评、薪酬设计、奖惩制度设计与违纪员工处理”、 “优秀员工训练营”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12"/>
          <p:cNvSpPr txBox="1"/>
          <p:nvPr/>
        </p:nvSpPr>
        <p:spPr>
          <a:xfrm>
            <a:off x="3896128" y="144458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培训管理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0000">
        <p:blinds dir="vert"/>
      </p:transition>
    </mc:Choice>
    <mc:Fallback>
      <p:transition spd="slow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2" presetClass="entr" presetSubtype="1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8" presetClass="emph" presetSubtype="0" repeatCount="indefinite" fill="hold" nodeType="withEffect">
                                  <p:stCondLst>
                                    <p:cond delay="2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-21600000">
                                      <p:cBhvr>
                                        <p:cTn id="2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8" presetClass="emp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40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3" presetClass="entr" presetSubtype="272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28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9" grpId="0" bldLvl="0" animBg="1"/>
      <p:bldP spid="30" grpId="0"/>
      <p:bldP spid="31" grpId="0"/>
      <p:bldP spid="33" grpId="0"/>
      <p:bldP spid="34" grpId="0"/>
      <p:bldP spid="35" grpId="0"/>
      <p:bldP spid="36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2"/>
          <p:cNvSpPr txBox="1"/>
          <p:nvPr/>
        </p:nvSpPr>
        <p:spPr>
          <a:xfrm>
            <a:off x="3896129" y="144458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培训管理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03538" y="1495822"/>
            <a:ext cx="1800000" cy="1224136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719382" y="1495822"/>
            <a:ext cx="1800000" cy="122413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735226" y="1495822"/>
            <a:ext cx="1800000" cy="1224136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751071" y="1495822"/>
            <a:ext cx="1800000" cy="1224136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104900" y="1346200"/>
            <a:ext cx="1117600" cy="324000"/>
          </a:xfrm>
          <a:prstGeom prst="roundRect">
            <a:avLst>
              <a:gd name="adj" fmla="val 40185"/>
            </a:avLst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85982" y="1346200"/>
            <a:ext cx="1117600" cy="324000"/>
          </a:xfrm>
          <a:prstGeom prst="roundRect">
            <a:avLst>
              <a:gd name="adj" fmla="val 40185"/>
            </a:avLst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5067064" y="1346200"/>
            <a:ext cx="1117600" cy="324000"/>
          </a:xfrm>
          <a:prstGeom prst="roundRect">
            <a:avLst>
              <a:gd name="adj" fmla="val 40185"/>
            </a:avLst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7048146" y="1346200"/>
            <a:ext cx="1117600" cy="324000"/>
          </a:xfrm>
          <a:prstGeom prst="roundRect">
            <a:avLst>
              <a:gd name="adj" fmla="val 40185"/>
            </a:avLst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298696" y="1361942"/>
            <a:ext cx="730008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Impact" panose="020B0806030902050204" pitchFamily="34" charset="0"/>
              </a:rPr>
              <a:t>PART 01</a:t>
            </a:r>
            <a:endParaRPr lang="zh-CN" altLang="en-US" sz="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58939" y="1361942"/>
            <a:ext cx="75245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Impact" panose="020B0806030902050204" pitchFamily="34" charset="0"/>
              </a:rPr>
              <a:t>PART 02</a:t>
            </a:r>
            <a:endParaRPr lang="zh-CN" altLang="en-US" sz="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241624" y="1361942"/>
            <a:ext cx="758862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Impact" panose="020B0806030902050204" pitchFamily="34" charset="0"/>
              </a:rPr>
              <a:t>PART 03</a:t>
            </a:r>
            <a:endParaRPr lang="zh-CN" altLang="en-US" sz="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230721" y="1361942"/>
            <a:ext cx="75245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Impact" panose="020B0806030902050204" pitchFamily="34" charset="0"/>
              </a:rPr>
              <a:t>PART 04</a:t>
            </a:r>
            <a:endParaRPr lang="zh-CN" altLang="en-US" sz="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41115" y="3075444"/>
            <a:ext cx="1963842" cy="6294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员工继续教育：</a:t>
            </a:r>
            <a:endParaRPr lang="en-US" altLang="zh-CN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组织员工去总公司学习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676008" y="3075444"/>
            <a:ext cx="1843374" cy="6294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新员工入职培训：</a:t>
            </a:r>
            <a:endParaRPr lang="en-US" altLang="zh-CN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三级安全培训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691851" y="3075444"/>
            <a:ext cx="1843374" cy="60208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员工转正考核之安全转正考试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707694" y="3075444"/>
            <a:ext cx="1843374" cy="60208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制造部门员工技能考核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0">
        <p14:vortex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49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149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49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649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149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649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49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149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649"/>
                            </p:stCondLst>
                            <p:childTnLst>
                              <p:par>
                                <p:cTn id="6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649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149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649"/>
                            </p:stCondLst>
                            <p:childTnLst>
                              <p:par>
                                <p:cTn id="8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bldLvl="0" animBg="1"/>
      <p:bldP spid="23" grpId="0" bldLvl="0" animBg="1"/>
      <p:bldP spid="24" grpId="0" bldLvl="0" animBg="1"/>
      <p:bldP spid="25" grpId="0" bldLvl="0" animBg="1"/>
      <p:bldP spid="2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96129" y="14464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绩效管理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00301" y="1637164"/>
            <a:ext cx="2642684" cy="1083999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930066" y="2565400"/>
            <a:ext cx="2528385" cy="1270000"/>
          </a:xfrm>
          <a:prstGeom prst="rect">
            <a:avLst/>
          </a:prstGeom>
          <a:noFill/>
          <a:ln>
            <a:solidFill>
              <a:srgbClr val="189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042985" y="1451164"/>
            <a:ext cx="3076630" cy="1965136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219931" y="1869080"/>
            <a:ext cx="2483023" cy="31547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日常绩效管理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19931" y="2150498"/>
            <a:ext cx="2491649" cy="32201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各部门月度绩效评定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83263" y="3071382"/>
            <a:ext cx="2483023" cy="31547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16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月度考核</a:t>
            </a:r>
            <a:endParaRPr lang="zh-CN" altLang="en-US" sz="1600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83263" y="3416300"/>
            <a:ext cx="2491649" cy="60208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考核与每个人挂钩，在当月工资里体现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1112" y="3374419"/>
            <a:ext cx="1097088" cy="500137"/>
          </a:xfrm>
          <a:prstGeom prst="rect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697602" y="3374419"/>
            <a:ext cx="798808" cy="50013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DFGothic-EB" panose="02010609010101010101" pitchFamily="1" charset="-128"/>
              </a:rPr>
              <a:t>TWO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504385" y="1924995"/>
            <a:ext cx="677108" cy="50013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DFGothic-EB" panose="02010609010101010101" pitchFamily="1" charset="-128"/>
              </a:rPr>
              <a:t>ONE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30" name="任意多边形 29"/>
          <p:cNvSpPr>
            <a:spLocks noChangeAspect="1"/>
          </p:cNvSpPr>
          <p:nvPr/>
        </p:nvSpPr>
        <p:spPr>
          <a:xfrm>
            <a:off x="1359521" y="1813898"/>
            <a:ext cx="744369" cy="721583"/>
          </a:xfrm>
          <a:custGeom>
            <a:avLst/>
            <a:gdLst/>
            <a:ahLst/>
            <a:cxnLst/>
            <a:rect l="l" t="t" r="r" b="b"/>
            <a:pathLst>
              <a:path w="252551" h="244817">
                <a:moveTo>
                  <a:pt x="44632" y="163733"/>
                </a:moveTo>
                <a:cubicBezTo>
                  <a:pt x="52095" y="164881"/>
                  <a:pt x="76444" y="166220"/>
                  <a:pt x="117680" y="167751"/>
                </a:cubicBezTo>
                <a:lnTo>
                  <a:pt x="115528" y="220564"/>
                </a:lnTo>
                <a:lnTo>
                  <a:pt x="115241" y="223721"/>
                </a:lnTo>
                <a:lnTo>
                  <a:pt x="54965" y="219559"/>
                </a:lnTo>
                <a:cubicBezTo>
                  <a:pt x="51521" y="219272"/>
                  <a:pt x="48316" y="217765"/>
                  <a:pt x="45350" y="215039"/>
                </a:cubicBezTo>
                <a:cubicBezTo>
                  <a:pt x="42384" y="212312"/>
                  <a:pt x="40136" y="209178"/>
                  <a:pt x="38605" y="205638"/>
                </a:cubicBezTo>
                <a:cubicBezTo>
                  <a:pt x="37552" y="203055"/>
                  <a:pt x="36859" y="200424"/>
                  <a:pt x="36524" y="197745"/>
                </a:cubicBezTo>
                <a:cubicBezTo>
                  <a:pt x="36189" y="195066"/>
                  <a:pt x="36380" y="191957"/>
                  <a:pt x="37098" y="188417"/>
                </a:cubicBezTo>
                <a:cubicBezTo>
                  <a:pt x="37815" y="184877"/>
                  <a:pt x="38389" y="182246"/>
                  <a:pt x="38820" y="180524"/>
                </a:cubicBezTo>
                <a:cubicBezTo>
                  <a:pt x="39251" y="178802"/>
                  <a:pt x="40279" y="175740"/>
                  <a:pt x="41906" y="171339"/>
                </a:cubicBezTo>
                <a:cubicBezTo>
                  <a:pt x="43532" y="166938"/>
                  <a:pt x="44441" y="164402"/>
                  <a:pt x="44632" y="163733"/>
                </a:cubicBezTo>
                <a:close/>
                <a:moveTo>
                  <a:pt x="164753" y="140197"/>
                </a:moveTo>
                <a:lnTo>
                  <a:pt x="165757" y="165024"/>
                </a:lnTo>
                <a:cubicBezTo>
                  <a:pt x="182022" y="166555"/>
                  <a:pt x="195560" y="166794"/>
                  <a:pt x="206371" y="165742"/>
                </a:cubicBezTo>
                <a:cubicBezTo>
                  <a:pt x="217183" y="164689"/>
                  <a:pt x="225315" y="163111"/>
                  <a:pt x="230768" y="161006"/>
                </a:cubicBezTo>
                <a:lnTo>
                  <a:pt x="238805" y="157849"/>
                </a:lnTo>
                <a:lnTo>
                  <a:pt x="211825" y="209370"/>
                </a:lnTo>
                <a:cubicBezTo>
                  <a:pt x="210677" y="212144"/>
                  <a:pt x="208931" y="214369"/>
                  <a:pt x="206587" y="216043"/>
                </a:cubicBezTo>
                <a:cubicBezTo>
                  <a:pt x="204242" y="217717"/>
                  <a:pt x="202162" y="218698"/>
                  <a:pt x="200344" y="218985"/>
                </a:cubicBezTo>
                <a:lnTo>
                  <a:pt x="197760" y="219559"/>
                </a:lnTo>
                <a:cubicBezTo>
                  <a:pt x="190968" y="220229"/>
                  <a:pt x="180491" y="220803"/>
                  <a:pt x="166331" y="221281"/>
                </a:cubicBezTo>
                <a:lnTo>
                  <a:pt x="167479" y="244817"/>
                </a:lnTo>
                <a:lnTo>
                  <a:pt x="134471" y="192148"/>
                </a:lnTo>
                <a:close/>
                <a:moveTo>
                  <a:pt x="0" y="81213"/>
                </a:moveTo>
                <a:lnTo>
                  <a:pt x="62141" y="83653"/>
                </a:lnTo>
                <a:lnTo>
                  <a:pt x="87973" y="138044"/>
                </a:lnTo>
                <a:lnTo>
                  <a:pt x="66877" y="124841"/>
                </a:lnTo>
                <a:cubicBezTo>
                  <a:pt x="60849" y="131729"/>
                  <a:pt x="55515" y="138642"/>
                  <a:pt x="50875" y="145578"/>
                </a:cubicBezTo>
                <a:cubicBezTo>
                  <a:pt x="46235" y="152515"/>
                  <a:pt x="42767" y="158494"/>
                  <a:pt x="40470" y="163517"/>
                </a:cubicBezTo>
                <a:cubicBezTo>
                  <a:pt x="38174" y="168540"/>
                  <a:pt x="36285" y="173061"/>
                  <a:pt x="34802" y="177079"/>
                </a:cubicBezTo>
                <a:cubicBezTo>
                  <a:pt x="33319" y="181098"/>
                  <a:pt x="32434" y="184111"/>
                  <a:pt x="32147" y="186121"/>
                </a:cubicBezTo>
                <a:lnTo>
                  <a:pt x="31573" y="189134"/>
                </a:lnTo>
                <a:lnTo>
                  <a:pt x="4305" y="137900"/>
                </a:lnTo>
                <a:cubicBezTo>
                  <a:pt x="2679" y="135413"/>
                  <a:pt x="1818" y="132734"/>
                  <a:pt x="1722" y="129864"/>
                </a:cubicBezTo>
                <a:cubicBezTo>
                  <a:pt x="1626" y="126993"/>
                  <a:pt x="1913" y="124745"/>
                  <a:pt x="2583" y="123119"/>
                </a:cubicBezTo>
                <a:lnTo>
                  <a:pt x="3731" y="120535"/>
                </a:lnTo>
                <a:cubicBezTo>
                  <a:pt x="7080" y="114508"/>
                  <a:pt x="12533" y="105514"/>
                  <a:pt x="20092" y="93555"/>
                </a:cubicBezTo>
                <a:close/>
                <a:moveTo>
                  <a:pt x="220148" y="69301"/>
                </a:moveTo>
                <a:lnTo>
                  <a:pt x="250573" y="121396"/>
                </a:lnTo>
                <a:cubicBezTo>
                  <a:pt x="252295" y="124936"/>
                  <a:pt x="252893" y="128572"/>
                  <a:pt x="252367" y="132303"/>
                </a:cubicBezTo>
                <a:cubicBezTo>
                  <a:pt x="251841" y="136035"/>
                  <a:pt x="250525" y="139575"/>
                  <a:pt x="248420" y="142923"/>
                </a:cubicBezTo>
                <a:cubicBezTo>
                  <a:pt x="247177" y="144837"/>
                  <a:pt x="245598" y="146607"/>
                  <a:pt x="243685" y="148233"/>
                </a:cubicBezTo>
                <a:cubicBezTo>
                  <a:pt x="241771" y="149860"/>
                  <a:pt x="239953" y="151199"/>
                  <a:pt x="238231" y="152252"/>
                </a:cubicBezTo>
                <a:cubicBezTo>
                  <a:pt x="236509" y="153304"/>
                  <a:pt x="234189" y="154357"/>
                  <a:pt x="231271" y="155409"/>
                </a:cubicBezTo>
                <a:cubicBezTo>
                  <a:pt x="228353" y="156461"/>
                  <a:pt x="226104" y="157227"/>
                  <a:pt x="224526" y="157705"/>
                </a:cubicBezTo>
                <a:cubicBezTo>
                  <a:pt x="222947" y="158184"/>
                  <a:pt x="220483" y="158853"/>
                  <a:pt x="217135" y="159714"/>
                </a:cubicBezTo>
                <a:cubicBezTo>
                  <a:pt x="213786" y="160575"/>
                  <a:pt x="211586" y="161149"/>
                  <a:pt x="210533" y="161436"/>
                </a:cubicBezTo>
                <a:cubicBezTo>
                  <a:pt x="207280" y="154548"/>
                  <a:pt x="194603" y="133691"/>
                  <a:pt x="172502" y="98865"/>
                </a:cubicBezTo>
                <a:lnTo>
                  <a:pt x="217422" y="70880"/>
                </a:lnTo>
                <a:close/>
                <a:moveTo>
                  <a:pt x="109931" y="1707"/>
                </a:moveTo>
                <a:lnTo>
                  <a:pt x="168053" y="1850"/>
                </a:lnTo>
                <a:cubicBezTo>
                  <a:pt x="171019" y="1563"/>
                  <a:pt x="173794" y="2065"/>
                  <a:pt x="176377" y="3357"/>
                </a:cubicBezTo>
                <a:cubicBezTo>
                  <a:pt x="178960" y="4649"/>
                  <a:pt x="180826" y="6012"/>
                  <a:pt x="181974" y="7447"/>
                </a:cubicBezTo>
                <a:lnTo>
                  <a:pt x="183553" y="9600"/>
                </a:lnTo>
                <a:cubicBezTo>
                  <a:pt x="187284" y="15436"/>
                  <a:pt x="192642" y="24525"/>
                  <a:pt x="199626" y="36867"/>
                </a:cubicBezTo>
                <a:lnTo>
                  <a:pt x="220005" y="24956"/>
                </a:lnTo>
                <a:lnTo>
                  <a:pt x="188432" y="78486"/>
                </a:lnTo>
                <a:lnTo>
                  <a:pt x="128300" y="75616"/>
                </a:lnTo>
                <a:lnTo>
                  <a:pt x="149971" y="63274"/>
                </a:lnTo>
                <a:cubicBezTo>
                  <a:pt x="146718" y="54759"/>
                  <a:pt x="143130" y="46818"/>
                  <a:pt x="139207" y="39451"/>
                </a:cubicBezTo>
                <a:cubicBezTo>
                  <a:pt x="135285" y="32084"/>
                  <a:pt x="131673" y="26176"/>
                  <a:pt x="128372" y="21727"/>
                </a:cubicBezTo>
                <a:cubicBezTo>
                  <a:pt x="125071" y="17278"/>
                  <a:pt x="121986" y="13451"/>
                  <a:pt x="119115" y="10246"/>
                </a:cubicBezTo>
                <a:cubicBezTo>
                  <a:pt x="116245" y="7041"/>
                  <a:pt x="113997" y="4816"/>
                  <a:pt x="112370" y="3572"/>
                </a:cubicBezTo>
                <a:close/>
                <a:moveTo>
                  <a:pt x="92279" y="128"/>
                </a:moveTo>
                <a:cubicBezTo>
                  <a:pt x="94575" y="319"/>
                  <a:pt x="96895" y="893"/>
                  <a:pt x="99239" y="1850"/>
                </a:cubicBezTo>
                <a:cubicBezTo>
                  <a:pt x="101583" y="2807"/>
                  <a:pt x="103592" y="3812"/>
                  <a:pt x="105266" y="4864"/>
                </a:cubicBezTo>
                <a:cubicBezTo>
                  <a:pt x="106941" y="5916"/>
                  <a:pt x="108926" y="7495"/>
                  <a:pt x="111222" y="9600"/>
                </a:cubicBezTo>
                <a:cubicBezTo>
                  <a:pt x="113518" y="11705"/>
                  <a:pt x="115241" y="13355"/>
                  <a:pt x="116389" y="14551"/>
                </a:cubicBezTo>
                <a:cubicBezTo>
                  <a:pt x="117537" y="15747"/>
                  <a:pt x="119259" y="17637"/>
                  <a:pt x="121555" y="20220"/>
                </a:cubicBezTo>
                <a:cubicBezTo>
                  <a:pt x="123851" y="22803"/>
                  <a:pt x="125382" y="24477"/>
                  <a:pt x="126148" y="25243"/>
                </a:cubicBezTo>
                <a:cubicBezTo>
                  <a:pt x="121651" y="31270"/>
                  <a:pt x="108974" y="52080"/>
                  <a:pt x="88117" y="87671"/>
                </a:cubicBezTo>
                <a:lnTo>
                  <a:pt x="42623" y="60834"/>
                </a:lnTo>
                <a:lnTo>
                  <a:pt x="39896" y="59112"/>
                </a:lnTo>
                <a:lnTo>
                  <a:pt x="72187" y="8021"/>
                </a:lnTo>
                <a:cubicBezTo>
                  <a:pt x="74100" y="5055"/>
                  <a:pt x="76970" y="2903"/>
                  <a:pt x="80797" y="1563"/>
                </a:cubicBezTo>
                <a:cubicBezTo>
                  <a:pt x="84625" y="224"/>
                  <a:pt x="88452" y="-255"/>
                  <a:pt x="92279" y="128"/>
                </a:cubicBezTo>
                <a:close/>
              </a:path>
            </a:pathLst>
          </a:custGeom>
          <a:solidFill>
            <a:srgbClr val="18998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sz="2000" dirty="0">
              <a:solidFill>
                <a:srgbClr val="000000"/>
              </a:solidFill>
              <a:latin typeface="FontAwesom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8000">
        <p:split orient="vert"/>
      </p:transition>
    </mc:Choice>
    <mc:Fallback>
      <p:transition spd="slow" advTm="8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49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49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49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49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149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649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149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649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" grpId="0" animBg="1"/>
      <p:bldP spid="22" grpId="0" animBg="1"/>
      <p:bldP spid="20" grpId="0" bldLvl="0" animBg="1"/>
      <p:bldP spid="23" grpId="0"/>
      <p:bldP spid="24" grpId="0"/>
      <p:bldP spid="25" grpId="0"/>
      <p:bldP spid="26" grpId="0"/>
      <p:bldP spid="3" grpId="0" animBg="1"/>
      <p:bldP spid="27" grpId="0"/>
      <p:bldP spid="29" grpId="0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93820" y="144436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制度考核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03648" y="2625429"/>
            <a:ext cx="6282659" cy="45719"/>
          </a:xfrm>
          <a:prstGeom prst="rect">
            <a:avLst/>
          </a:prstGeom>
          <a:solidFill>
            <a:srgbClr val="F190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919040" y="2436867"/>
            <a:ext cx="422842" cy="422842"/>
          </a:xfrm>
          <a:prstGeom prst="ellipse">
            <a:avLst/>
          </a:prstGeom>
          <a:solidFill>
            <a:srgbClr val="189983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-32"/>
          <p:cNvSpPr>
            <a:spLocks noEditPoints="1"/>
          </p:cNvSpPr>
          <p:nvPr/>
        </p:nvSpPr>
        <p:spPr bwMode="auto">
          <a:xfrm>
            <a:off x="2021376" y="2540294"/>
            <a:ext cx="218170" cy="215989"/>
          </a:xfrm>
          <a:custGeom>
            <a:avLst/>
            <a:gdLst>
              <a:gd name="T0" fmla="*/ 172 w 344"/>
              <a:gd name="T1" fmla="*/ 0 h 344"/>
              <a:gd name="T2" fmla="*/ 0 w 344"/>
              <a:gd name="T3" fmla="*/ 172 h 344"/>
              <a:gd name="T4" fmla="*/ 172 w 344"/>
              <a:gd name="T5" fmla="*/ 344 h 344"/>
              <a:gd name="T6" fmla="*/ 344 w 344"/>
              <a:gd name="T7" fmla="*/ 172 h 344"/>
              <a:gd name="T8" fmla="*/ 172 w 344"/>
              <a:gd name="T9" fmla="*/ 0 h 344"/>
              <a:gd name="T10" fmla="*/ 186 w 344"/>
              <a:gd name="T11" fmla="*/ 311 h 344"/>
              <a:gd name="T12" fmla="*/ 186 w 344"/>
              <a:gd name="T13" fmla="*/ 234 h 344"/>
              <a:gd name="T14" fmla="*/ 158 w 344"/>
              <a:gd name="T15" fmla="*/ 234 h 344"/>
              <a:gd name="T16" fmla="*/ 158 w 344"/>
              <a:gd name="T17" fmla="*/ 311 h 344"/>
              <a:gd name="T18" fmla="*/ 32 w 344"/>
              <a:gd name="T19" fmla="*/ 186 h 344"/>
              <a:gd name="T20" fmla="*/ 110 w 344"/>
              <a:gd name="T21" fmla="*/ 186 h 344"/>
              <a:gd name="T22" fmla="*/ 110 w 344"/>
              <a:gd name="T23" fmla="*/ 158 h 344"/>
              <a:gd name="T24" fmla="*/ 32 w 344"/>
              <a:gd name="T25" fmla="*/ 158 h 344"/>
              <a:gd name="T26" fmla="*/ 158 w 344"/>
              <a:gd name="T27" fmla="*/ 33 h 344"/>
              <a:gd name="T28" fmla="*/ 158 w 344"/>
              <a:gd name="T29" fmla="*/ 110 h 344"/>
              <a:gd name="T30" fmla="*/ 186 w 344"/>
              <a:gd name="T31" fmla="*/ 110 h 344"/>
              <a:gd name="T32" fmla="*/ 186 w 344"/>
              <a:gd name="T33" fmla="*/ 33 h 344"/>
              <a:gd name="T34" fmla="*/ 311 w 344"/>
              <a:gd name="T35" fmla="*/ 158 h 344"/>
              <a:gd name="T36" fmla="*/ 234 w 344"/>
              <a:gd name="T37" fmla="*/ 158 h 344"/>
              <a:gd name="T38" fmla="*/ 234 w 344"/>
              <a:gd name="T39" fmla="*/ 186 h 344"/>
              <a:gd name="T40" fmla="*/ 311 w 344"/>
              <a:gd name="T41" fmla="*/ 186 h 344"/>
              <a:gd name="T42" fmla="*/ 186 w 344"/>
              <a:gd name="T43" fmla="*/ 311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44" h="344">
                <a:moveTo>
                  <a:pt x="172" y="0"/>
                </a:moveTo>
                <a:cubicBezTo>
                  <a:pt x="77" y="0"/>
                  <a:pt x="0" y="77"/>
                  <a:pt x="0" y="172"/>
                </a:cubicBezTo>
                <a:cubicBezTo>
                  <a:pt x="0" y="267"/>
                  <a:pt x="77" y="344"/>
                  <a:pt x="172" y="344"/>
                </a:cubicBezTo>
                <a:cubicBezTo>
                  <a:pt x="267" y="344"/>
                  <a:pt x="344" y="267"/>
                  <a:pt x="344" y="172"/>
                </a:cubicBezTo>
                <a:cubicBezTo>
                  <a:pt x="344" y="77"/>
                  <a:pt x="267" y="0"/>
                  <a:pt x="172" y="0"/>
                </a:cubicBezTo>
                <a:close/>
                <a:moveTo>
                  <a:pt x="186" y="311"/>
                </a:moveTo>
                <a:cubicBezTo>
                  <a:pt x="186" y="234"/>
                  <a:pt x="186" y="234"/>
                  <a:pt x="186" y="234"/>
                </a:cubicBezTo>
                <a:cubicBezTo>
                  <a:pt x="158" y="234"/>
                  <a:pt x="158" y="234"/>
                  <a:pt x="158" y="234"/>
                </a:cubicBezTo>
                <a:cubicBezTo>
                  <a:pt x="158" y="311"/>
                  <a:pt x="158" y="311"/>
                  <a:pt x="158" y="311"/>
                </a:cubicBezTo>
                <a:cubicBezTo>
                  <a:pt x="92" y="305"/>
                  <a:pt x="39" y="252"/>
                  <a:pt x="32" y="186"/>
                </a:cubicBezTo>
                <a:cubicBezTo>
                  <a:pt x="110" y="186"/>
                  <a:pt x="110" y="186"/>
                  <a:pt x="110" y="186"/>
                </a:cubicBezTo>
                <a:cubicBezTo>
                  <a:pt x="110" y="158"/>
                  <a:pt x="110" y="158"/>
                  <a:pt x="110" y="158"/>
                </a:cubicBezTo>
                <a:cubicBezTo>
                  <a:pt x="32" y="158"/>
                  <a:pt x="32" y="158"/>
                  <a:pt x="32" y="158"/>
                </a:cubicBezTo>
                <a:cubicBezTo>
                  <a:pt x="39" y="92"/>
                  <a:pt x="92" y="39"/>
                  <a:pt x="158" y="33"/>
                </a:cubicBezTo>
                <a:cubicBezTo>
                  <a:pt x="158" y="110"/>
                  <a:pt x="158" y="110"/>
                  <a:pt x="158" y="110"/>
                </a:cubicBezTo>
                <a:cubicBezTo>
                  <a:pt x="186" y="110"/>
                  <a:pt x="186" y="110"/>
                  <a:pt x="186" y="110"/>
                </a:cubicBezTo>
                <a:cubicBezTo>
                  <a:pt x="186" y="33"/>
                  <a:pt x="186" y="33"/>
                  <a:pt x="186" y="33"/>
                </a:cubicBezTo>
                <a:cubicBezTo>
                  <a:pt x="252" y="39"/>
                  <a:pt x="305" y="92"/>
                  <a:pt x="311" y="158"/>
                </a:cubicBezTo>
                <a:cubicBezTo>
                  <a:pt x="234" y="158"/>
                  <a:pt x="234" y="158"/>
                  <a:pt x="234" y="158"/>
                </a:cubicBezTo>
                <a:cubicBezTo>
                  <a:pt x="234" y="186"/>
                  <a:pt x="234" y="186"/>
                  <a:pt x="234" y="186"/>
                </a:cubicBezTo>
                <a:cubicBezTo>
                  <a:pt x="311" y="186"/>
                  <a:pt x="311" y="186"/>
                  <a:pt x="311" y="186"/>
                </a:cubicBezTo>
                <a:cubicBezTo>
                  <a:pt x="305" y="252"/>
                  <a:pt x="252" y="305"/>
                  <a:pt x="186" y="3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38100" dir="2700000" algn="tl" rotWithShape="0">
              <a:prstClr val="black">
                <a:alpha val="2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AU" sz="2000">
              <a:solidFill>
                <a:srgbClr val="000000"/>
              </a:solidFill>
              <a:latin typeface="FontAwesome" pitchFamily="2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146446" y="2436867"/>
            <a:ext cx="422842" cy="422842"/>
          </a:xfrm>
          <a:prstGeom prst="ellipse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-3"/>
          <p:cNvSpPr>
            <a:spLocks noEditPoints="1"/>
          </p:cNvSpPr>
          <p:nvPr/>
        </p:nvSpPr>
        <p:spPr bwMode="auto">
          <a:xfrm>
            <a:off x="3257061" y="2545101"/>
            <a:ext cx="201613" cy="206375"/>
          </a:xfrm>
          <a:custGeom>
            <a:avLst/>
            <a:gdLst/>
            <a:ahLst/>
            <a:cxnLst>
              <a:cxn ang="0">
                <a:pos x="1" y="40"/>
              </a:cxn>
              <a:cxn ang="0">
                <a:pos x="1" y="38"/>
              </a:cxn>
              <a:cxn ang="0">
                <a:pos x="13" y="39"/>
              </a:cxn>
              <a:cxn ang="0">
                <a:pos x="28" y="19"/>
              </a:cxn>
              <a:cxn ang="0">
                <a:pos x="16" y="8"/>
              </a:cxn>
              <a:cxn ang="0">
                <a:pos x="8" y="14"/>
              </a:cxn>
              <a:cxn ang="0">
                <a:pos x="8" y="19"/>
              </a:cxn>
              <a:cxn ang="0">
                <a:pos x="17" y="37"/>
              </a:cxn>
              <a:cxn ang="0">
                <a:pos x="3" y="24"/>
              </a:cxn>
              <a:cxn ang="0">
                <a:pos x="3" y="9"/>
              </a:cxn>
              <a:cxn ang="0">
                <a:pos x="16" y="1"/>
              </a:cxn>
              <a:cxn ang="0">
                <a:pos x="35" y="16"/>
              </a:cxn>
              <a:cxn ang="0">
                <a:pos x="28" y="19"/>
              </a:cxn>
              <a:cxn ang="0">
                <a:pos x="5" y="55"/>
              </a:cxn>
              <a:cxn ang="0">
                <a:pos x="5" y="53"/>
              </a:cxn>
              <a:cxn ang="0">
                <a:pos x="15" y="44"/>
              </a:cxn>
              <a:cxn ang="0">
                <a:pos x="6" y="55"/>
              </a:cxn>
              <a:cxn ang="0">
                <a:pos x="20" y="60"/>
              </a:cxn>
              <a:cxn ang="0">
                <a:pos x="19" y="47"/>
              </a:cxn>
              <a:cxn ang="0">
                <a:pos x="21" y="47"/>
              </a:cxn>
              <a:cxn ang="0">
                <a:pos x="56" y="51"/>
              </a:cxn>
              <a:cxn ang="0">
                <a:pos x="43" y="59"/>
              </a:cxn>
              <a:cxn ang="0">
                <a:pos x="24" y="44"/>
              </a:cxn>
              <a:cxn ang="0">
                <a:pos x="31" y="42"/>
              </a:cxn>
              <a:cxn ang="0">
                <a:pos x="45" y="51"/>
              </a:cxn>
              <a:cxn ang="0">
                <a:pos x="52" y="44"/>
              </a:cxn>
              <a:cxn ang="0">
                <a:pos x="41" y="32"/>
              </a:cxn>
              <a:cxn ang="0">
                <a:pos x="44" y="24"/>
              </a:cxn>
              <a:cxn ang="0">
                <a:pos x="59" y="44"/>
              </a:cxn>
              <a:cxn ang="0">
                <a:pos x="40" y="13"/>
              </a:cxn>
              <a:cxn ang="0">
                <a:pos x="37" y="13"/>
              </a:cxn>
              <a:cxn ang="0">
                <a:pos x="39" y="0"/>
              </a:cxn>
              <a:cxn ang="0">
                <a:pos x="40" y="13"/>
              </a:cxn>
              <a:cxn ang="0">
                <a:pos x="44" y="16"/>
              </a:cxn>
              <a:cxn ang="0">
                <a:pos x="43" y="14"/>
              </a:cxn>
              <a:cxn ang="0">
                <a:pos x="54" y="5"/>
              </a:cxn>
              <a:cxn ang="0">
                <a:pos x="45" y="16"/>
              </a:cxn>
              <a:cxn ang="0">
                <a:pos x="47" y="22"/>
              </a:cxn>
              <a:cxn ang="0">
                <a:pos x="47" y="20"/>
              </a:cxn>
              <a:cxn ang="0">
                <a:pos x="59" y="21"/>
              </a:cxn>
            </a:cxnLst>
            <a:rect l="0" t="0" r="r" b="b"/>
            <a:pathLst>
              <a:path w="59" h="60">
                <a:moveTo>
                  <a:pt x="12" y="40"/>
                </a:moveTo>
                <a:cubicBezTo>
                  <a:pt x="1" y="40"/>
                  <a:pt x="1" y="40"/>
                  <a:pt x="1" y="40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9"/>
                  <a:pt x="0" y="38"/>
                  <a:pt x="1" y="38"/>
                </a:cubicBezTo>
                <a:cubicBezTo>
                  <a:pt x="12" y="38"/>
                  <a:pt x="12" y="38"/>
                  <a:pt x="12" y="38"/>
                </a:cubicBezTo>
                <a:cubicBezTo>
                  <a:pt x="13" y="38"/>
                  <a:pt x="13" y="39"/>
                  <a:pt x="13" y="39"/>
                </a:cubicBezTo>
                <a:cubicBezTo>
                  <a:pt x="13" y="40"/>
                  <a:pt x="13" y="40"/>
                  <a:pt x="12" y="40"/>
                </a:cubicBezTo>
                <a:close/>
                <a:moveTo>
                  <a:pt x="28" y="19"/>
                </a:moveTo>
                <a:cubicBezTo>
                  <a:pt x="18" y="9"/>
                  <a:pt x="18" y="9"/>
                  <a:pt x="18" y="9"/>
                </a:cubicBezTo>
                <a:cubicBezTo>
                  <a:pt x="18" y="8"/>
                  <a:pt x="17" y="8"/>
                  <a:pt x="16" y="8"/>
                </a:cubicBezTo>
                <a:cubicBezTo>
                  <a:pt x="15" y="8"/>
                  <a:pt x="14" y="8"/>
                  <a:pt x="13" y="9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5"/>
                  <a:pt x="7" y="15"/>
                  <a:pt x="7" y="16"/>
                </a:cubicBezTo>
                <a:cubicBezTo>
                  <a:pt x="7" y="17"/>
                  <a:pt x="8" y="18"/>
                  <a:pt x="8" y="19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7"/>
                  <a:pt x="17" y="37"/>
                  <a:pt x="17" y="37"/>
                </a:cubicBezTo>
                <a:cubicBezTo>
                  <a:pt x="17" y="37"/>
                  <a:pt x="16" y="36"/>
                  <a:pt x="15" y="36"/>
                </a:cubicBezTo>
                <a:cubicBezTo>
                  <a:pt x="3" y="24"/>
                  <a:pt x="3" y="24"/>
                  <a:pt x="3" y="24"/>
                </a:cubicBezTo>
                <a:cubicBezTo>
                  <a:pt x="1" y="22"/>
                  <a:pt x="0" y="19"/>
                  <a:pt x="0" y="16"/>
                </a:cubicBezTo>
                <a:cubicBezTo>
                  <a:pt x="0" y="14"/>
                  <a:pt x="1" y="11"/>
                  <a:pt x="3" y="9"/>
                </a:cubicBezTo>
                <a:cubicBezTo>
                  <a:pt x="9" y="4"/>
                  <a:pt x="9" y="4"/>
                  <a:pt x="9" y="4"/>
                </a:cubicBezTo>
                <a:cubicBezTo>
                  <a:pt x="11" y="2"/>
                  <a:pt x="13" y="1"/>
                  <a:pt x="16" y="1"/>
                </a:cubicBezTo>
                <a:cubicBezTo>
                  <a:pt x="19" y="1"/>
                  <a:pt x="21" y="2"/>
                  <a:pt x="23" y="4"/>
                </a:cubicBezTo>
                <a:cubicBezTo>
                  <a:pt x="35" y="16"/>
                  <a:pt x="35" y="16"/>
                  <a:pt x="35" y="16"/>
                </a:cubicBezTo>
                <a:cubicBezTo>
                  <a:pt x="36" y="17"/>
                  <a:pt x="36" y="17"/>
                  <a:pt x="37" y="18"/>
                </a:cubicBezTo>
                <a:lnTo>
                  <a:pt x="28" y="19"/>
                </a:lnTo>
                <a:close/>
                <a:moveTo>
                  <a:pt x="6" y="55"/>
                </a:moveTo>
                <a:cubicBezTo>
                  <a:pt x="6" y="55"/>
                  <a:pt x="6" y="55"/>
                  <a:pt x="5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4" y="54"/>
                  <a:pt x="4" y="54"/>
                  <a:pt x="5" y="53"/>
                </a:cubicBezTo>
                <a:cubicBezTo>
                  <a:pt x="14" y="44"/>
                  <a:pt x="14" y="44"/>
                  <a:pt x="14" y="44"/>
                </a:cubicBezTo>
                <a:cubicBezTo>
                  <a:pt x="14" y="44"/>
                  <a:pt x="15" y="44"/>
                  <a:pt x="15" y="44"/>
                </a:cubicBezTo>
                <a:cubicBezTo>
                  <a:pt x="16" y="45"/>
                  <a:pt x="16" y="45"/>
                  <a:pt x="15" y="46"/>
                </a:cubicBezTo>
                <a:lnTo>
                  <a:pt x="6" y="55"/>
                </a:lnTo>
                <a:close/>
                <a:moveTo>
                  <a:pt x="21" y="59"/>
                </a:moveTo>
                <a:cubicBezTo>
                  <a:pt x="21" y="59"/>
                  <a:pt x="21" y="60"/>
                  <a:pt x="20" y="60"/>
                </a:cubicBezTo>
                <a:cubicBezTo>
                  <a:pt x="20" y="60"/>
                  <a:pt x="19" y="59"/>
                  <a:pt x="19" y="59"/>
                </a:cubicBezTo>
                <a:cubicBezTo>
                  <a:pt x="19" y="47"/>
                  <a:pt x="19" y="47"/>
                  <a:pt x="19" y="47"/>
                </a:cubicBezTo>
                <a:cubicBezTo>
                  <a:pt x="19" y="47"/>
                  <a:pt x="20" y="46"/>
                  <a:pt x="20" y="46"/>
                </a:cubicBezTo>
                <a:cubicBezTo>
                  <a:pt x="21" y="46"/>
                  <a:pt x="21" y="47"/>
                  <a:pt x="21" y="47"/>
                </a:cubicBezTo>
                <a:lnTo>
                  <a:pt x="21" y="59"/>
                </a:lnTo>
                <a:close/>
                <a:moveTo>
                  <a:pt x="56" y="51"/>
                </a:moveTo>
                <a:cubicBezTo>
                  <a:pt x="50" y="56"/>
                  <a:pt x="50" y="56"/>
                  <a:pt x="50" y="56"/>
                </a:cubicBezTo>
                <a:cubicBezTo>
                  <a:pt x="48" y="58"/>
                  <a:pt x="46" y="59"/>
                  <a:pt x="43" y="59"/>
                </a:cubicBezTo>
                <a:cubicBezTo>
                  <a:pt x="40" y="59"/>
                  <a:pt x="38" y="58"/>
                  <a:pt x="36" y="56"/>
                </a:cubicBezTo>
                <a:cubicBezTo>
                  <a:pt x="24" y="44"/>
                  <a:pt x="24" y="44"/>
                  <a:pt x="24" y="44"/>
                </a:cubicBezTo>
                <a:cubicBezTo>
                  <a:pt x="23" y="44"/>
                  <a:pt x="23" y="43"/>
                  <a:pt x="22" y="42"/>
                </a:cubicBezTo>
                <a:cubicBezTo>
                  <a:pt x="31" y="42"/>
                  <a:pt x="31" y="42"/>
                  <a:pt x="31" y="42"/>
                </a:cubicBezTo>
                <a:cubicBezTo>
                  <a:pt x="41" y="51"/>
                  <a:pt x="41" y="51"/>
                  <a:pt x="41" y="51"/>
                </a:cubicBezTo>
                <a:cubicBezTo>
                  <a:pt x="42" y="53"/>
                  <a:pt x="44" y="53"/>
                  <a:pt x="45" y="51"/>
                </a:cubicBezTo>
                <a:cubicBezTo>
                  <a:pt x="51" y="46"/>
                  <a:pt x="51" y="46"/>
                  <a:pt x="51" y="46"/>
                </a:cubicBezTo>
                <a:cubicBezTo>
                  <a:pt x="51" y="46"/>
                  <a:pt x="52" y="45"/>
                  <a:pt x="52" y="44"/>
                </a:cubicBezTo>
                <a:cubicBezTo>
                  <a:pt x="52" y="43"/>
                  <a:pt x="51" y="42"/>
                  <a:pt x="51" y="41"/>
                </a:cubicBezTo>
                <a:cubicBezTo>
                  <a:pt x="41" y="32"/>
                  <a:pt x="41" y="32"/>
                  <a:pt x="41" y="32"/>
                </a:cubicBezTo>
                <a:cubicBezTo>
                  <a:pt x="42" y="23"/>
                  <a:pt x="42" y="23"/>
                  <a:pt x="42" y="23"/>
                </a:cubicBezTo>
                <a:cubicBezTo>
                  <a:pt x="42" y="23"/>
                  <a:pt x="43" y="24"/>
                  <a:pt x="44" y="24"/>
                </a:cubicBezTo>
                <a:cubicBezTo>
                  <a:pt x="56" y="36"/>
                  <a:pt x="56" y="36"/>
                  <a:pt x="56" y="36"/>
                </a:cubicBezTo>
                <a:cubicBezTo>
                  <a:pt x="58" y="38"/>
                  <a:pt x="59" y="41"/>
                  <a:pt x="59" y="44"/>
                </a:cubicBezTo>
                <a:cubicBezTo>
                  <a:pt x="59" y="47"/>
                  <a:pt x="58" y="49"/>
                  <a:pt x="56" y="51"/>
                </a:cubicBezTo>
                <a:close/>
                <a:moveTo>
                  <a:pt x="40" y="13"/>
                </a:moveTo>
                <a:cubicBezTo>
                  <a:pt x="40" y="14"/>
                  <a:pt x="39" y="14"/>
                  <a:pt x="39" y="14"/>
                </a:cubicBezTo>
                <a:cubicBezTo>
                  <a:pt x="38" y="14"/>
                  <a:pt x="37" y="14"/>
                  <a:pt x="37" y="13"/>
                </a:cubicBezTo>
                <a:cubicBezTo>
                  <a:pt x="37" y="1"/>
                  <a:pt x="37" y="1"/>
                  <a:pt x="37" y="1"/>
                </a:cubicBezTo>
                <a:cubicBezTo>
                  <a:pt x="37" y="1"/>
                  <a:pt x="38" y="0"/>
                  <a:pt x="39" y="0"/>
                </a:cubicBezTo>
                <a:cubicBezTo>
                  <a:pt x="39" y="0"/>
                  <a:pt x="40" y="1"/>
                  <a:pt x="40" y="1"/>
                </a:cubicBezTo>
                <a:lnTo>
                  <a:pt x="40" y="13"/>
                </a:lnTo>
                <a:close/>
                <a:moveTo>
                  <a:pt x="45" y="16"/>
                </a:move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3" y="16"/>
                </a:cubicBezTo>
                <a:cubicBezTo>
                  <a:pt x="43" y="16"/>
                  <a:pt x="43" y="15"/>
                  <a:pt x="43" y="14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4" y="5"/>
                  <a:pt x="54" y="5"/>
                </a:cubicBezTo>
                <a:cubicBezTo>
                  <a:pt x="55" y="6"/>
                  <a:pt x="55" y="6"/>
                  <a:pt x="54" y="7"/>
                </a:cubicBezTo>
                <a:lnTo>
                  <a:pt x="45" y="16"/>
                </a:lnTo>
                <a:close/>
                <a:moveTo>
                  <a:pt x="58" y="22"/>
                </a:moveTo>
                <a:cubicBezTo>
                  <a:pt x="47" y="22"/>
                  <a:pt x="47" y="22"/>
                  <a:pt x="47" y="22"/>
                </a:cubicBezTo>
                <a:cubicBezTo>
                  <a:pt x="46" y="22"/>
                  <a:pt x="45" y="22"/>
                  <a:pt x="45" y="21"/>
                </a:cubicBezTo>
                <a:cubicBezTo>
                  <a:pt x="45" y="20"/>
                  <a:pt x="46" y="20"/>
                  <a:pt x="47" y="20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20"/>
                  <a:pt x="59" y="20"/>
                  <a:pt x="59" y="21"/>
                </a:cubicBezTo>
                <a:cubicBezTo>
                  <a:pt x="59" y="22"/>
                  <a:pt x="59" y="22"/>
                  <a:pt x="58" y="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381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sz="2000">
              <a:solidFill>
                <a:srgbClr val="000000"/>
              </a:solidFill>
              <a:latin typeface="FontAwesome" pitchFamily="2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601258" y="2436867"/>
            <a:ext cx="422842" cy="422842"/>
          </a:xfrm>
          <a:prstGeom prst="ellipse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-8"/>
          <p:cNvSpPr>
            <a:spLocks noEditPoints="1"/>
          </p:cNvSpPr>
          <p:nvPr/>
        </p:nvSpPr>
        <p:spPr bwMode="auto">
          <a:xfrm>
            <a:off x="5726954" y="2562563"/>
            <a:ext cx="171450" cy="171450"/>
          </a:xfrm>
          <a:custGeom>
            <a:avLst/>
            <a:gdLst/>
            <a:ahLst/>
            <a:cxnLst>
              <a:cxn ang="0">
                <a:pos x="49" y="49"/>
              </a:cxn>
              <a:cxn ang="0">
                <a:pos x="48" y="50"/>
              </a:cxn>
              <a:cxn ang="0">
                <a:pos x="43" y="50"/>
              </a:cxn>
              <a:cxn ang="0">
                <a:pos x="40" y="48"/>
              </a:cxn>
              <a:cxn ang="0">
                <a:pos x="2" y="10"/>
              </a:cxn>
              <a:cxn ang="0">
                <a:pos x="0" y="7"/>
              </a:cxn>
              <a:cxn ang="0">
                <a:pos x="0" y="2"/>
              </a:cxn>
              <a:cxn ang="0">
                <a:pos x="0" y="1"/>
              </a:cxn>
              <a:cxn ang="0">
                <a:pos x="2" y="0"/>
              </a:cxn>
              <a:cxn ang="0">
                <a:pos x="2" y="0"/>
              </a:cxn>
              <a:cxn ang="0">
                <a:pos x="35" y="15"/>
              </a:cxn>
              <a:cxn ang="0">
                <a:pos x="50" y="48"/>
              </a:cxn>
              <a:cxn ang="0">
                <a:pos x="49" y="49"/>
              </a:cxn>
              <a:cxn ang="0">
                <a:pos x="31" y="49"/>
              </a:cxn>
              <a:cxn ang="0">
                <a:pos x="29" y="50"/>
              </a:cxn>
              <a:cxn ang="0">
                <a:pos x="25" y="50"/>
              </a:cxn>
              <a:cxn ang="0">
                <a:pos x="22" y="48"/>
              </a:cxn>
              <a:cxn ang="0">
                <a:pos x="2" y="28"/>
              </a:cxn>
              <a:cxn ang="0">
                <a:pos x="0" y="25"/>
              </a:cxn>
              <a:cxn ang="0">
                <a:pos x="0" y="20"/>
              </a:cxn>
              <a:cxn ang="0">
                <a:pos x="1" y="19"/>
              </a:cxn>
              <a:cxn ang="0">
                <a:pos x="2" y="18"/>
              </a:cxn>
              <a:cxn ang="0">
                <a:pos x="2" y="18"/>
              </a:cxn>
              <a:cxn ang="0">
                <a:pos x="22" y="28"/>
              </a:cxn>
              <a:cxn ang="0">
                <a:pos x="32" y="48"/>
              </a:cxn>
              <a:cxn ang="0">
                <a:pos x="31" y="49"/>
              </a:cxn>
              <a:cxn ang="0">
                <a:pos x="7" y="50"/>
              </a:cxn>
              <a:cxn ang="0">
                <a:pos x="0" y="43"/>
              </a:cxn>
              <a:cxn ang="0">
                <a:pos x="7" y="36"/>
              </a:cxn>
              <a:cxn ang="0">
                <a:pos x="13" y="43"/>
              </a:cxn>
              <a:cxn ang="0">
                <a:pos x="7" y="50"/>
              </a:cxn>
            </a:cxnLst>
            <a:rect l="0" t="0" r="r" b="b"/>
            <a:pathLst>
              <a:path w="50" h="50">
                <a:moveTo>
                  <a:pt x="49" y="49"/>
                </a:moveTo>
                <a:cubicBezTo>
                  <a:pt x="49" y="50"/>
                  <a:pt x="48" y="50"/>
                  <a:pt x="48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0"/>
                  <a:pt x="40" y="49"/>
                  <a:pt x="40" y="48"/>
                </a:cubicBezTo>
                <a:cubicBezTo>
                  <a:pt x="39" y="27"/>
                  <a:pt x="23" y="11"/>
                  <a:pt x="2" y="10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1" y="0"/>
                  <a:pt x="1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5" y="1"/>
                  <a:pt x="26" y="6"/>
                  <a:pt x="35" y="15"/>
                </a:cubicBezTo>
                <a:cubicBezTo>
                  <a:pt x="44" y="24"/>
                  <a:pt x="49" y="35"/>
                  <a:pt x="50" y="48"/>
                </a:cubicBezTo>
                <a:cubicBezTo>
                  <a:pt x="50" y="48"/>
                  <a:pt x="50" y="49"/>
                  <a:pt x="49" y="49"/>
                </a:cubicBezTo>
                <a:close/>
                <a:moveTo>
                  <a:pt x="31" y="49"/>
                </a:moveTo>
                <a:cubicBezTo>
                  <a:pt x="31" y="50"/>
                  <a:pt x="30" y="50"/>
                  <a:pt x="29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23" y="50"/>
                  <a:pt x="23" y="49"/>
                  <a:pt x="22" y="48"/>
                </a:cubicBezTo>
                <a:cubicBezTo>
                  <a:pt x="21" y="37"/>
                  <a:pt x="13" y="29"/>
                  <a:pt x="2" y="28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19"/>
                  <a:pt x="1" y="19"/>
                </a:cubicBezTo>
                <a:cubicBezTo>
                  <a:pt x="1" y="18"/>
                  <a:pt x="1" y="18"/>
                  <a:pt x="2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10" y="19"/>
                  <a:pt x="17" y="22"/>
                  <a:pt x="22" y="28"/>
                </a:cubicBezTo>
                <a:cubicBezTo>
                  <a:pt x="28" y="33"/>
                  <a:pt x="31" y="40"/>
                  <a:pt x="32" y="48"/>
                </a:cubicBezTo>
                <a:cubicBezTo>
                  <a:pt x="32" y="48"/>
                  <a:pt x="32" y="49"/>
                  <a:pt x="31" y="49"/>
                </a:cubicBezTo>
                <a:close/>
                <a:moveTo>
                  <a:pt x="7" y="50"/>
                </a:moveTo>
                <a:cubicBezTo>
                  <a:pt x="3" y="50"/>
                  <a:pt x="0" y="47"/>
                  <a:pt x="0" y="43"/>
                </a:cubicBezTo>
                <a:cubicBezTo>
                  <a:pt x="0" y="40"/>
                  <a:pt x="3" y="36"/>
                  <a:pt x="7" y="36"/>
                </a:cubicBezTo>
                <a:cubicBezTo>
                  <a:pt x="10" y="36"/>
                  <a:pt x="13" y="40"/>
                  <a:pt x="13" y="43"/>
                </a:cubicBezTo>
                <a:cubicBezTo>
                  <a:pt x="13" y="47"/>
                  <a:pt x="10" y="50"/>
                  <a:pt x="7" y="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381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sz="2000">
              <a:solidFill>
                <a:srgbClr val="000000"/>
              </a:solidFill>
              <a:latin typeface="FontAwesome" pitchFamily="2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373852" y="2436867"/>
            <a:ext cx="422842" cy="422842"/>
          </a:xfrm>
          <a:prstGeom prst="ellipse">
            <a:avLst/>
          </a:prstGeom>
          <a:solidFill>
            <a:srgbClr val="189983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矩形-9"/>
          <p:cNvSpPr>
            <a:spLocks noEditPoints="1"/>
          </p:cNvSpPr>
          <p:nvPr/>
        </p:nvSpPr>
        <p:spPr bwMode="auto">
          <a:xfrm>
            <a:off x="4483673" y="2547482"/>
            <a:ext cx="203200" cy="201613"/>
          </a:xfrm>
          <a:custGeom>
            <a:avLst/>
            <a:gdLst/>
            <a:ahLst/>
            <a:cxnLst>
              <a:cxn ang="0">
                <a:pos x="55" y="59"/>
              </a:cxn>
              <a:cxn ang="0">
                <a:pos x="51" y="58"/>
              </a:cxn>
              <a:cxn ang="0">
                <a:pos x="39" y="46"/>
              </a:cxn>
              <a:cxn ang="0">
                <a:pos x="25" y="50"/>
              </a:cxn>
              <a:cxn ang="0">
                <a:pos x="0" y="25"/>
              </a:cxn>
              <a:cxn ang="0">
                <a:pos x="25" y="0"/>
              </a:cxn>
              <a:cxn ang="0">
                <a:pos x="50" y="25"/>
              </a:cxn>
              <a:cxn ang="0">
                <a:pos x="46" y="39"/>
              </a:cxn>
              <a:cxn ang="0">
                <a:pos x="58" y="52"/>
              </a:cxn>
              <a:cxn ang="0">
                <a:pos x="59" y="55"/>
              </a:cxn>
              <a:cxn ang="0">
                <a:pos x="55" y="59"/>
              </a:cxn>
              <a:cxn ang="0">
                <a:pos x="25" y="9"/>
              </a:cxn>
              <a:cxn ang="0">
                <a:pos x="9" y="25"/>
              </a:cxn>
              <a:cxn ang="0">
                <a:pos x="25" y="41"/>
              </a:cxn>
              <a:cxn ang="0">
                <a:pos x="41" y="25"/>
              </a:cxn>
              <a:cxn ang="0">
                <a:pos x="25" y="9"/>
              </a:cxn>
              <a:cxn ang="0">
                <a:pos x="36" y="26"/>
              </a:cxn>
              <a:cxn ang="0">
                <a:pos x="35" y="27"/>
              </a:cxn>
              <a:cxn ang="0">
                <a:pos x="15" y="27"/>
              </a:cxn>
              <a:cxn ang="0">
                <a:pos x="13" y="26"/>
              </a:cxn>
              <a:cxn ang="0">
                <a:pos x="13" y="24"/>
              </a:cxn>
              <a:cxn ang="0">
                <a:pos x="15" y="23"/>
              </a:cxn>
              <a:cxn ang="0">
                <a:pos x="35" y="23"/>
              </a:cxn>
              <a:cxn ang="0">
                <a:pos x="36" y="24"/>
              </a:cxn>
              <a:cxn ang="0">
                <a:pos x="36" y="26"/>
              </a:cxn>
            </a:cxnLst>
            <a:rect l="0" t="0" r="r" b="b"/>
            <a:pathLst>
              <a:path w="59" h="59">
                <a:moveTo>
                  <a:pt x="55" y="59"/>
                </a:moveTo>
                <a:cubicBezTo>
                  <a:pt x="53" y="59"/>
                  <a:pt x="52" y="59"/>
                  <a:pt x="51" y="58"/>
                </a:cubicBezTo>
                <a:cubicBezTo>
                  <a:pt x="39" y="46"/>
                  <a:pt x="39" y="46"/>
                  <a:pt x="39" y="46"/>
                </a:cubicBezTo>
                <a:cubicBezTo>
                  <a:pt x="35" y="49"/>
                  <a:pt x="30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ubicBezTo>
                  <a:pt x="50" y="30"/>
                  <a:pt x="48" y="35"/>
                  <a:pt x="46" y="39"/>
                </a:cubicBezTo>
                <a:cubicBezTo>
                  <a:pt x="58" y="52"/>
                  <a:pt x="58" y="52"/>
                  <a:pt x="58" y="52"/>
                </a:cubicBezTo>
                <a:cubicBezTo>
                  <a:pt x="59" y="52"/>
                  <a:pt x="59" y="54"/>
                  <a:pt x="59" y="55"/>
                </a:cubicBezTo>
                <a:cubicBezTo>
                  <a:pt x="59" y="57"/>
                  <a:pt x="57" y="59"/>
                  <a:pt x="55" y="59"/>
                </a:cubicBezTo>
                <a:close/>
                <a:moveTo>
                  <a:pt x="25" y="9"/>
                </a:moveTo>
                <a:cubicBezTo>
                  <a:pt x="16" y="9"/>
                  <a:pt x="9" y="16"/>
                  <a:pt x="9" y="25"/>
                </a:cubicBezTo>
                <a:cubicBezTo>
                  <a:pt x="9" y="34"/>
                  <a:pt x="16" y="41"/>
                  <a:pt x="25" y="41"/>
                </a:cubicBezTo>
                <a:cubicBezTo>
                  <a:pt x="34" y="41"/>
                  <a:pt x="41" y="34"/>
                  <a:pt x="41" y="25"/>
                </a:cubicBezTo>
                <a:cubicBezTo>
                  <a:pt x="41" y="16"/>
                  <a:pt x="34" y="9"/>
                  <a:pt x="25" y="9"/>
                </a:cubicBezTo>
                <a:close/>
                <a:moveTo>
                  <a:pt x="36" y="26"/>
                </a:moveTo>
                <a:cubicBezTo>
                  <a:pt x="36" y="27"/>
                  <a:pt x="36" y="27"/>
                  <a:pt x="3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7"/>
                  <a:pt x="13" y="27"/>
                  <a:pt x="13" y="26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3"/>
                  <a:pt x="14" y="23"/>
                  <a:pt x="1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3"/>
                  <a:pt x="36" y="24"/>
                </a:cubicBezTo>
                <a:lnTo>
                  <a:pt x="36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381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sz="2000">
              <a:solidFill>
                <a:srgbClr val="000000"/>
              </a:solidFill>
              <a:latin typeface="FontAwesome" pitchFamily="2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6828665" y="2436867"/>
            <a:ext cx="422842" cy="422842"/>
          </a:xfrm>
          <a:prstGeom prst="ellipse">
            <a:avLst/>
          </a:prstGeom>
          <a:solidFill>
            <a:srgbClr val="189983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矩形-7"/>
          <p:cNvSpPr>
            <a:spLocks noEditPoints="1"/>
          </p:cNvSpPr>
          <p:nvPr/>
        </p:nvSpPr>
        <p:spPr bwMode="auto">
          <a:xfrm>
            <a:off x="6914674" y="2561769"/>
            <a:ext cx="250825" cy="173038"/>
          </a:xfrm>
          <a:custGeom>
            <a:avLst/>
            <a:gdLst/>
            <a:ahLst/>
            <a:cxnLst>
              <a:cxn ang="0">
                <a:pos x="73" y="36"/>
              </a:cxn>
              <a:cxn ang="0">
                <a:pos x="58" y="50"/>
              </a:cxn>
              <a:cxn ang="0">
                <a:pos x="58" y="50"/>
              </a:cxn>
              <a:cxn ang="0">
                <a:pos x="15" y="50"/>
              </a:cxn>
              <a:cxn ang="0">
                <a:pos x="15" y="50"/>
              </a:cxn>
              <a:cxn ang="0">
                <a:pos x="14" y="50"/>
              </a:cxn>
              <a:cxn ang="0">
                <a:pos x="14" y="50"/>
              </a:cxn>
              <a:cxn ang="0">
                <a:pos x="0" y="35"/>
              </a:cxn>
              <a:cxn ang="0">
                <a:pos x="7" y="23"/>
              </a:cxn>
              <a:cxn ang="0">
                <a:pos x="7" y="20"/>
              </a:cxn>
              <a:cxn ang="0">
                <a:pos x="17" y="10"/>
              </a:cxn>
              <a:cxn ang="0">
                <a:pos x="23" y="12"/>
              </a:cxn>
              <a:cxn ang="0">
                <a:pos x="42" y="0"/>
              </a:cxn>
              <a:cxn ang="0">
                <a:pos x="64" y="21"/>
              </a:cxn>
              <a:cxn ang="0">
                <a:pos x="64" y="23"/>
              </a:cxn>
              <a:cxn ang="0">
                <a:pos x="73" y="36"/>
              </a:cxn>
              <a:cxn ang="0">
                <a:pos x="27" y="42"/>
              </a:cxn>
              <a:cxn ang="0">
                <a:pos x="35" y="38"/>
              </a:cxn>
              <a:cxn ang="0">
                <a:pos x="32" y="34"/>
              </a:cxn>
              <a:cxn ang="0">
                <a:pos x="27" y="37"/>
              </a:cxn>
              <a:cxn ang="0">
                <a:pos x="22" y="32"/>
              </a:cxn>
              <a:cxn ang="0">
                <a:pos x="27" y="28"/>
              </a:cxn>
              <a:cxn ang="0">
                <a:pos x="48" y="42"/>
              </a:cxn>
              <a:cxn ang="0">
                <a:pos x="58" y="32"/>
              </a:cxn>
              <a:cxn ang="0">
                <a:pos x="48" y="23"/>
              </a:cxn>
              <a:cxn ang="0">
                <a:pos x="39" y="26"/>
              </a:cxn>
              <a:cxn ang="0">
                <a:pos x="43" y="30"/>
              </a:cxn>
              <a:cxn ang="0">
                <a:pos x="48" y="28"/>
              </a:cxn>
              <a:cxn ang="0">
                <a:pos x="52" y="32"/>
              </a:cxn>
              <a:cxn ang="0">
                <a:pos x="48" y="37"/>
              </a:cxn>
              <a:cxn ang="0">
                <a:pos x="27" y="23"/>
              </a:cxn>
              <a:cxn ang="0">
                <a:pos x="16" y="32"/>
              </a:cxn>
              <a:cxn ang="0">
                <a:pos x="27" y="42"/>
              </a:cxn>
            </a:cxnLst>
            <a:rect l="0" t="0" r="r" b="b"/>
            <a:pathLst>
              <a:path w="73" h="50">
                <a:moveTo>
                  <a:pt x="73" y="36"/>
                </a:moveTo>
                <a:cubicBezTo>
                  <a:pt x="73" y="44"/>
                  <a:pt x="66" y="50"/>
                  <a:pt x="58" y="50"/>
                </a:cubicBezTo>
                <a:cubicBezTo>
                  <a:pt x="58" y="50"/>
                  <a:pt x="58" y="50"/>
                  <a:pt x="58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6" y="50"/>
                  <a:pt x="0" y="43"/>
                  <a:pt x="0" y="35"/>
                </a:cubicBezTo>
                <a:cubicBezTo>
                  <a:pt x="0" y="30"/>
                  <a:pt x="3" y="26"/>
                  <a:pt x="7" y="23"/>
                </a:cubicBezTo>
                <a:cubicBezTo>
                  <a:pt x="7" y="22"/>
                  <a:pt x="7" y="21"/>
                  <a:pt x="7" y="20"/>
                </a:cubicBezTo>
                <a:cubicBezTo>
                  <a:pt x="7" y="15"/>
                  <a:pt x="11" y="10"/>
                  <a:pt x="17" y="10"/>
                </a:cubicBezTo>
                <a:cubicBezTo>
                  <a:pt x="19" y="10"/>
                  <a:pt x="21" y="11"/>
                  <a:pt x="23" y="12"/>
                </a:cubicBezTo>
                <a:cubicBezTo>
                  <a:pt x="26" y="5"/>
                  <a:pt x="34" y="0"/>
                  <a:pt x="42" y="0"/>
                </a:cubicBezTo>
                <a:cubicBezTo>
                  <a:pt x="54" y="0"/>
                  <a:pt x="64" y="10"/>
                  <a:pt x="64" y="21"/>
                </a:cubicBezTo>
                <a:cubicBezTo>
                  <a:pt x="64" y="22"/>
                  <a:pt x="64" y="22"/>
                  <a:pt x="64" y="23"/>
                </a:cubicBezTo>
                <a:cubicBezTo>
                  <a:pt x="69" y="25"/>
                  <a:pt x="73" y="30"/>
                  <a:pt x="73" y="36"/>
                </a:cubicBezTo>
                <a:close/>
                <a:moveTo>
                  <a:pt x="27" y="42"/>
                </a:moveTo>
                <a:cubicBezTo>
                  <a:pt x="30" y="42"/>
                  <a:pt x="33" y="41"/>
                  <a:pt x="35" y="38"/>
                </a:cubicBezTo>
                <a:cubicBezTo>
                  <a:pt x="34" y="37"/>
                  <a:pt x="33" y="36"/>
                  <a:pt x="32" y="34"/>
                </a:cubicBezTo>
                <a:cubicBezTo>
                  <a:pt x="31" y="36"/>
                  <a:pt x="29" y="37"/>
                  <a:pt x="27" y="37"/>
                </a:cubicBezTo>
                <a:cubicBezTo>
                  <a:pt x="25" y="37"/>
                  <a:pt x="22" y="35"/>
                  <a:pt x="22" y="32"/>
                </a:cubicBezTo>
                <a:cubicBezTo>
                  <a:pt x="22" y="30"/>
                  <a:pt x="25" y="28"/>
                  <a:pt x="27" y="28"/>
                </a:cubicBezTo>
                <a:cubicBezTo>
                  <a:pt x="35" y="28"/>
                  <a:pt x="37" y="42"/>
                  <a:pt x="48" y="42"/>
                </a:cubicBezTo>
                <a:cubicBezTo>
                  <a:pt x="54" y="42"/>
                  <a:pt x="58" y="38"/>
                  <a:pt x="58" y="32"/>
                </a:cubicBezTo>
                <a:cubicBezTo>
                  <a:pt x="58" y="26"/>
                  <a:pt x="53" y="23"/>
                  <a:pt x="48" y="23"/>
                </a:cubicBezTo>
                <a:cubicBezTo>
                  <a:pt x="44" y="23"/>
                  <a:pt x="42" y="24"/>
                  <a:pt x="39" y="26"/>
                </a:cubicBezTo>
                <a:cubicBezTo>
                  <a:pt x="40" y="28"/>
                  <a:pt x="41" y="29"/>
                  <a:pt x="43" y="30"/>
                </a:cubicBezTo>
                <a:cubicBezTo>
                  <a:pt x="44" y="29"/>
                  <a:pt x="46" y="28"/>
                  <a:pt x="48" y="28"/>
                </a:cubicBezTo>
                <a:cubicBezTo>
                  <a:pt x="50" y="28"/>
                  <a:pt x="52" y="30"/>
                  <a:pt x="52" y="32"/>
                </a:cubicBezTo>
                <a:cubicBezTo>
                  <a:pt x="52" y="35"/>
                  <a:pt x="50" y="37"/>
                  <a:pt x="48" y="37"/>
                </a:cubicBezTo>
                <a:cubicBezTo>
                  <a:pt x="40" y="37"/>
                  <a:pt x="38" y="23"/>
                  <a:pt x="27" y="23"/>
                </a:cubicBezTo>
                <a:cubicBezTo>
                  <a:pt x="21" y="23"/>
                  <a:pt x="16" y="26"/>
                  <a:pt x="16" y="32"/>
                </a:cubicBezTo>
                <a:cubicBezTo>
                  <a:pt x="16" y="38"/>
                  <a:pt x="21" y="42"/>
                  <a:pt x="27" y="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381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sz="2000">
              <a:solidFill>
                <a:srgbClr val="000000"/>
              </a:solidFill>
              <a:latin typeface="FontAwesome" pitchFamily="2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69709" y="1059582"/>
            <a:ext cx="2098235" cy="1152128"/>
            <a:chOff x="1969709" y="1059582"/>
            <a:chExt cx="2098235" cy="1152128"/>
          </a:xfrm>
        </p:grpSpPr>
        <p:sp>
          <p:nvSpPr>
            <p:cNvPr id="33" name="矩形 32"/>
            <p:cNvSpPr/>
            <p:nvPr/>
          </p:nvSpPr>
          <p:spPr>
            <a:xfrm>
              <a:off x="1969709" y="1059582"/>
              <a:ext cx="2098235" cy="1152128"/>
            </a:xfrm>
            <a:prstGeom prst="rect">
              <a:avLst/>
            </a:prstGeom>
            <a:noFill/>
            <a:ln w="19050">
              <a:solidFill>
                <a:srgbClr val="D8573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42833" y="1575060"/>
              <a:ext cx="1351986" cy="345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安全生产考核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540010" y="1275482"/>
              <a:ext cx="957634" cy="377026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D85737"/>
                  </a:solidFill>
                  <a:latin typeface="Impact" panose="020B0806030902050204" pitchFamily="34" charset="0"/>
                </a:rPr>
                <a:t>PART 02</a:t>
              </a:r>
              <a:endParaRPr lang="zh-CN" altLang="en-US" sz="2000" dirty="0">
                <a:solidFill>
                  <a:srgbClr val="D85737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778021" y="1059582"/>
            <a:ext cx="2098235" cy="1152128"/>
            <a:chOff x="4778021" y="1059582"/>
            <a:chExt cx="2098235" cy="1152128"/>
          </a:xfrm>
        </p:grpSpPr>
        <p:sp>
          <p:nvSpPr>
            <p:cNvPr id="34" name="矩形 33"/>
            <p:cNvSpPr/>
            <p:nvPr/>
          </p:nvSpPr>
          <p:spPr>
            <a:xfrm>
              <a:off x="4778021" y="1059582"/>
              <a:ext cx="2098235" cy="1152128"/>
            </a:xfrm>
            <a:prstGeom prst="rect">
              <a:avLst/>
            </a:prstGeom>
            <a:noFill/>
            <a:ln w="19050">
              <a:solidFill>
                <a:srgbClr val="D85737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59558" y="1575060"/>
              <a:ext cx="1309760" cy="345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环境卫生考核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335622" y="1275482"/>
              <a:ext cx="957634" cy="377026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D85737"/>
                  </a:solidFill>
                  <a:latin typeface="Impact" panose="020B0806030902050204" pitchFamily="34" charset="0"/>
                </a:rPr>
                <a:t>PART 04</a:t>
              </a:r>
              <a:endParaRPr lang="zh-CN" altLang="en-US" sz="2000" dirty="0">
                <a:solidFill>
                  <a:srgbClr val="D85737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17827" y="3075806"/>
            <a:ext cx="2098235" cy="1152128"/>
            <a:chOff x="1217827" y="3075806"/>
            <a:chExt cx="2098235" cy="1152128"/>
          </a:xfrm>
        </p:grpSpPr>
        <p:sp>
          <p:nvSpPr>
            <p:cNvPr id="37" name="矩形 36"/>
            <p:cNvSpPr/>
            <p:nvPr/>
          </p:nvSpPr>
          <p:spPr>
            <a:xfrm>
              <a:off x="1217827" y="3075806"/>
              <a:ext cx="2098235" cy="1152128"/>
            </a:xfrm>
            <a:prstGeom prst="rect">
              <a:avLst/>
            </a:prstGeom>
            <a:noFill/>
            <a:ln w="19050">
              <a:solidFill>
                <a:srgbClr val="18998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354806" y="3580923"/>
              <a:ext cx="1824277" cy="345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员工技能评定考核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803357" y="3160243"/>
              <a:ext cx="927177" cy="377026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189983"/>
                  </a:solidFill>
                  <a:latin typeface="Impact" panose="020B0806030902050204" pitchFamily="34" charset="0"/>
                </a:rPr>
                <a:t>PART 01</a:t>
              </a:r>
              <a:endParaRPr lang="zh-CN" altLang="en-US" sz="2000" dirty="0">
                <a:solidFill>
                  <a:srgbClr val="189983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73988" y="3075806"/>
            <a:ext cx="2098235" cy="1152128"/>
            <a:chOff x="3573988" y="3075806"/>
            <a:chExt cx="2098235" cy="1152128"/>
          </a:xfrm>
        </p:grpSpPr>
        <p:sp>
          <p:nvSpPr>
            <p:cNvPr id="35" name="矩形 34"/>
            <p:cNvSpPr/>
            <p:nvPr/>
          </p:nvSpPr>
          <p:spPr>
            <a:xfrm>
              <a:off x="3573988" y="3075806"/>
              <a:ext cx="2098235" cy="1152128"/>
            </a:xfrm>
            <a:prstGeom prst="rect">
              <a:avLst/>
            </a:prstGeom>
            <a:noFill/>
            <a:ln w="19050">
              <a:solidFill>
                <a:srgbClr val="18998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642477" y="3499605"/>
              <a:ext cx="1961257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各类违规违纪事件进行跟踪调查并出具处理意见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4140282" y="3160243"/>
              <a:ext cx="965649" cy="377026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189983"/>
                  </a:solidFill>
                  <a:latin typeface="Impact" panose="020B0806030902050204" pitchFamily="34" charset="0"/>
                </a:rPr>
                <a:t>PART 03</a:t>
              </a:r>
              <a:endParaRPr lang="zh-CN" altLang="en-US" sz="2000" dirty="0">
                <a:solidFill>
                  <a:srgbClr val="189983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930149" y="3075806"/>
            <a:ext cx="2098235" cy="1152128"/>
            <a:chOff x="5930149" y="3075806"/>
            <a:chExt cx="2098235" cy="1152128"/>
          </a:xfrm>
        </p:grpSpPr>
        <p:sp>
          <p:nvSpPr>
            <p:cNvPr id="36" name="矩形 35"/>
            <p:cNvSpPr/>
            <p:nvPr/>
          </p:nvSpPr>
          <p:spPr>
            <a:xfrm>
              <a:off x="5930149" y="3075806"/>
              <a:ext cx="2098235" cy="1152128"/>
            </a:xfrm>
            <a:prstGeom prst="rect">
              <a:avLst/>
            </a:prstGeom>
            <a:noFill/>
            <a:ln w="19050">
              <a:solidFill>
                <a:srgbClr val="18998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98638" y="3499605"/>
              <a:ext cx="19612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协助其他部门对有关制度的执行情况进行抽查（如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检查、消防安全检查）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6495641" y="3160243"/>
              <a:ext cx="967252" cy="377026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189983"/>
                  </a:solidFill>
                  <a:latin typeface="Impact" panose="020B0806030902050204" pitchFamily="34" charset="0"/>
                </a:rPr>
                <a:t>PART 05</a:t>
              </a:r>
              <a:endParaRPr lang="zh-CN" altLang="en-US" sz="2000" dirty="0">
                <a:solidFill>
                  <a:srgbClr val="189983"/>
                </a:solidFill>
                <a:latin typeface="Impact" panose="020B080603090205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split orient="vert"/>
      </p:transition>
    </mc:Choice>
    <mc:Fallback>
      <p:transition spd="slow" advTm="10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49"/>
                            </p:stCondLst>
                            <p:childTnLst>
                              <p:par>
                                <p:cTn id="1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49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649"/>
                            </p:stCondLst>
                            <p:childTnLst>
                              <p:par>
                                <p:cTn id="3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49"/>
                            </p:stCondLst>
                            <p:childTnLst>
                              <p:par>
                                <p:cTn id="3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49"/>
                            </p:stCondLst>
                            <p:childTnLst>
                              <p:par>
                                <p:cTn id="4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649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49"/>
                            </p:stCondLst>
                            <p:childTnLst>
                              <p:par>
                                <p:cTn id="6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149"/>
                            </p:stCondLst>
                            <p:childTnLst>
                              <p:par>
                                <p:cTn id="6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149"/>
                            </p:stCondLst>
                            <p:childTnLst>
                              <p:par>
                                <p:cTn id="7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649"/>
                            </p:stCondLst>
                            <p:childTnLst>
                              <p:par>
                                <p:cTn id="8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96129" y="145728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薪酬管理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68" name="任意多边形 67"/>
          <p:cNvSpPr/>
          <p:nvPr/>
        </p:nvSpPr>
        <p:spPr>
          <a:xfrm>
            <a:off x="5230384" y="1487862"/>
            <a:ext cx="3604407" cy="2444400"/>
          </a:xfrm>
          <a:custGeom>
            <a:avLst/>
            <a:gdLst>
              <a:gd name="connsiteX0" fmla="*/ 1295566 w 3604407"/>
              <a:gd name="connsiteY0" fmla="*/ 0 h 2444400"/>
              <a:gd name="connsiteX1" fmla="*/ 3604407 w 3604407"/>
              <a:gd name="connsiteY1" fmla="*/ 0 h 2444400"/>
              <a:gd name="connsiteX2" fmla="*/ 3604407 w 3604407"/>
              <a:gd name="connsiteY2" fmla="*/ 2444400 h 2444400"/>
              <a:gd name="connsiteX3" fmla="*/ 1462788 w 3604407"/>
              <a:gd name="connsiteY3" fmla="*/ 2444400 h 2444400"/>
              <a:gd name="connsiteX4" fmla="*/ 1295566 w 3604407"/>
              <a:gd name="connsiteY4" fmla="*/ 2444400 h 2444400"/>
              <a:gd name="connsiteX5" fmla="*/ 0 w 3604407"/>
              <a:gd name="connsiteY5" fmla="*/ 2444400 h 2444400"/>
              <a:gd name="connsiteX6" fmla="*/ 957484 w 3604407"/>
              <a:gd name="connsiteY6" fmla="*/ 311 h 2444400"/>
              <a:gd name="connsiteX7" fmla="*/ 1295566 w 3604407"/>
              <a:gd name="connsiteY7" fmla="*/ 311 h 24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04407" h="2444400">
                <a:moveTo>
                  <a:pt x="1295566" y="0"/>
                </a:moveTo>
                <a:lnTo>
                  <a:pt x="3604407" y="0"/>
                </a:lnTo>
                <a:lnTo>
                  <a:pt x="3604407" y="2444400"/>
                </a:lnTo>
                <a:lnTo>
                  <a:pt x="1462788" y="2444400"/>
                </a:lnTo>
                <a:lnTo>
                  <a:pt x="1295566" y="2444400"/>
                </a:lnTo>
                <a:lnTo>
                  <a:pt x="0" y="2444400"/>
                </a:lnTo>
                <a:lnTo>
                  <a:pt x="957484" y="311"/>
                </a:lnTo>
                <a:lnTo>
                  <a:pt x="1295566" y="311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平行四边形 1"/>
          <p:cNvSpPr/>
          <p:nvPr/>
        </p:nvSpPr>
        <p:spPr>
          <a:xfrm>
            <a:off x="5392753" y="1340151"/>
            <a:ext cx="1525168" cy="668216"/>
          </a:xfrm>
          <a:prstGeom prst="parallelogram">
            <a:avLst>
              <a:gd name="adj" fmla="val 44643"/>
            </a:avLst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平行四边形 21"/>
          <p:cNvSpPr/>
          <p:nvPr/>
        </p:nvSpPr>
        <p:spPr>
          <a:xfrm>
            <a:off x="5012488" y="2372551"/>
            <a:ext cx="1525168" cy="668216"/>
          </a:xfrm>
          <a:prstGeom prst="parallelogram">
            <a:avLst>
              <a:gd name="adj" fmla="val 44643"/>
            </a:avLst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平行四边形 22"/>
          <p:cNvSpPr/>
          <p:nvPr/>
        </p:nvSpPr>
        <p:spPr>
          <a:xfrm>
            <a:off x="4630169" y="3404952"/>
            <a:ext cx="1525168" cy="668216"/>
          </a:xfrm>
          <a:prstGeom prst="parallelogram">
            <a:avLst>
              <a:gd name="adj" fmla="val 44643"/>
            </a:avLst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5964192" y="1530997"/>
            <a:ext cx="382289" cy="286523"/>
            <a:chOff x="695375" y="1683722"/>
            <a:chExt cx="289570" cy="217031"/>
          </a:xfrm>
        </p:grpSpPr>
        <p:sp>
          <p:nvSpPr>
            <p:cNvPr id="25" name="矩形-1"/>
            <p:cNvSpPr>
              <a:spLocks noEditPoints="1"/>
            </p:cNvSpPr>
            <p:nvPr/>
          </p:nvSpPr>
          <p:spPr bwMode="auto">
            <a:xfrm>
              <a:off x="715849" y="1683722"/>
              <a:ext cx="246281" cy="176667"/>
            </a:xfrm>
            <a:custGeom>
              <a:avLst/>
              <a:gdLst>
                <a:gd name="T0" fmla="*/ 133 w 262"/>
                <a:gd name="T1" fmla="*/ 188 h 188"/>
                <a:gd name="T2" fmla="*/ 133 w 262"/>
                <a:gd name="T3" fmla="*/ 188 h 188"/>
                <a:gd name="T4" fmla="*/ 262 w 262"/>
                <a:gd name="T5" fmla="*/ 180 h 188"/>
                <a:gd name="T6" fmla="*/ 131 w 262"/>
                <a:gd name="T7" fmla="*/ 56 h 188"/>
                <a:gd name="T8" fmla="*/ 2 w 262"/>
                <a:gd name="T9" fmla="*/ 184 h 188"/>
                <a:gd name="T10" fmla="*/ 227 w 262"/>
                <a:gd name="T11" fmla="*/ 126 h 188"/>
                <a:gd name="T12" fmla="*/ 217 w 262"/>
                <a:gd name="T13" fmla="*/ 128 h 188"/>
                <a:gd name="T14" fmla="*/ 160 w 262"/>
                <a:gd name="T15" fmla="*/ 131 h 188"/>
                <a:gd name="T16" fmla="*/ 220 w 262"/>
                <a:gd name="T17" fmla="*/ 119 h 188"/>
                <a:gd name="T18" fmla="*/ 227 w 262"/>
                <a:gd name="T19" fmla="*/ 126 h 188"/>
                <a:gd name="T20" fmla="*/ 221 w 262"/>
                <a:gd name="T21" fmla="*/ 106 h 188"/>
                <a:gd name="T22" fmla="*/ 166 w 262"/>
                <a:gd name="T23" fmla="*/ 110 h 188"/>
                <a:gd name="T24" fmla="*/ 162 w 262"/>
                <a:gd name="T25" fmla="*/ 101 h 188"/>
                <a:gd name="T26" fmla="*/ 223 w 262"/>
                <a:gd name="T27" fmla="*/ 96 h 188"/>
                <a:gd name="T28" fmla="*/ 161 w 262"/>
                <a:gd name="T29" fmla="*/ 77 h 188"/>
                <a:gd name="T30" fmla="*/ 223 w 262"/>
                <a:gd name="T31" fmla="*/ 73 h 188"/>
                <a:gd name="T32" fmla="*/ 220 w 262"/>
                <a:gd name="T33" fmla="*/ 82 h 188"/>
                <a:gd name="T34" fmla="*/ 166 w 262"/>
                <a:gd name="T35" fmla="*/ 86 h 188"/>
                <a:gd name="T36" fmla="*/ 161 w 262"/>
                <a:gd name="T37" fmla="*/ 77 h 188"/>
                <a:gd name="T38" fmla="*/ 98 w 262"/>
                <a:gd name="T39" fmla="*/ 134 h 188"/>
                <a:gd name="T40" fmla="*/ 43 w 262"/>
                <a:gd name="T41" fmla="*/ 131 h 188"/>
                <a:gd name="T42" fmla="*/ 40 w 262"/>
                <a:gd name="T43" fmla="*/ 122 h 188"/>
                <a:gd name="T44" fmla="*/ 102 w 262"/>
                <a:gd name="T45" fmla="*/ 125 h 188"/>
                <a:gd name="T46" fmla="*/ 104 w 262"/>
                <a:gd name="T47" fmla="*/ 108 h 188"/>
                <a:gd name="T48" fmla="*/ 85 w 262"/>
                <a:gd name="T49" fmla="*/ 106 h 188"/>
                <a:gd name="T50" fmla="*/ 37 w 262"/>
                <a:gd name="T51" fmla="*/ 104 h 188"/>
                <a:gd name="T52" fmla="*/ 87 w 262"/>
                <a:gd name="T53" fmla="*/ 97 h 188"/>
                <a:gd name="T54" fmla="*/ 104 w 262"/>
                <a:gd name="T55" fmla="*/ 108 h 188"/>
                <a:gd name="T56" fmla="*/ 87 w 262"/>
                <a:gd name="T57" fmla="*/ 73 h 188"/>
                <a:gd name="T58" fmla="*/ 104 w 262"/>
                <a:gd name="T59" fmla="*/ 85 h 188"/>
                <a:gd name="T60" fmla="*/ 84 w 262"/>
                <a:gd name="T61" fmla="*/ 83 h 188"/>
                <a:gd name="T62" fmla="*/ 37 w 262"/>
                <a:gd name="T63" fmla="*/ 8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2" h="188">
                  <a:moveTo>
                    <a:pt x="133" y="188"/>
                  </a:moveTo>
                  <a:cubicBezTo>
                    <a:pt x="133" y="188"/>
                    <a:pt x="133" y="188"/>
                    <a:pt x="133" y="188"/>
                  </a:cubicBezTo>
                  <a:cubicBezTo>
                    <a:pt x="133" y="188"/>
                    <a:pt x="133" y="188"/>
                    <a:pt x="133" y="188"/>
                  </a:cubicBezTo>
                  <a:cubicBezTo>
                    <a:pt x="133" y="188"/>
                    <a:pt x="133" y="188"/>
                    <a:pt x="133" y="188"/>
                  </a:cubicBezTo>
                  <a:cubicBezTo>
                    <a:pt x="133" y="188"/>
                    <a:pt x="133" y="188"/>
                    <a:pt x="133" y="188"/>
                  </a:cubicBezTo>
                  <a:cubicBezTo>
                    <a:pt x="175" y="151"/>
                    <a:pt x="262" y="180"/>
                    <a:pt x="262" y="180"/>
                  </a:cubicBezTo>
                  <a:cubicBezTo>
                    <a:pt x="261" y="48"/>
                    <a:pt x="261" y="48"/>
                    <a:pt x="261" y="48"/>
                  </a:cubicBezTo>
                  <a:cubicBezTo>
                    <a:pt x="185" y="0"/>
                    <a:pt x="134" y="53"/>
                    <a:pt x="131" y="56"/>
                  </a:cubicBezTo>
                  <a:cubicBezTo>
                    <a:pt x="128" y="53"/>
                    <a:pt x="75" y="3"/>
                    <a:pt x="0" y="53"/>
                  </a:cubicBezTo>
                  <a:cubicBezTo>
                    <a:pt x="2" y="184"/>
                    <a:pt x="2" y="184"/>
                    <a:pt x="2" y="184"/>
                  </a:cubicBezTo>
                  <a:cubicBezTo>
                    <a:pt x="2" y="184"/>
                    <a:pt x="89" y="152"/>
                    <a:pt x="133" y="188"/>
                  </a:cubicBezTo>
                  <a:close/>
                  <a:moveTo>
                    <a:pt x="227" y="126"/>
                  </a:moveTo>
                  <a:cubicBezTo>
                    <a:pt x="226" y="128"/>
                    <a:pt x="223" y="130"/>
                    <a:pt x="221" y="129"/>
                  </a:cubicBezTo>
                  <a:cubicBezTo>
                    <a:pt x="220" y="129"/>
                    <a:pt x="219" y="128"/>
                    <a:pt x="217" y="128"/>
                  </a:cubicBezTo>
                  <a:cubicBezTo>
                    <a:pt x="200" y="124"/>
                    <a:pt x="182" y="126"/>
                    <a:pt x="166" y="133"/>
                  </a:cubicBezTo>
                  <a:cubicBezTo>
                    <a:pt x="164" y="134"/>
                    <a:pt x="161" y="133"/>
                    <a:pt x="160" y="131"/>
                  </a:cubicBezTo>
                  <a:cubicBezTo>
                    <a:pt x="159" y="129"/>
                    <a:pt x="160" y="126"/>
                    <a:pt x="162" y="125"/>
                  </a:cubicBezTo>
                  <a:cubicBezTo>
                    <a:pt x="180" y="116"/>
                    <a:pt x="200" y="114"/>
                    <a:pt x="220" y="119"/>
                  </a:cubicBezTo>
                  <a:cubicBezTo>
                    <a:pt x="221" y="119"/>
                    <a:pt x="222" y="119"/>
                    <a:pt x="224" y="120"/>
                  </a:cubicBezTo>
                  <a:cubicBezTo>
                    <a:pt x="226" y="121"/>
                    <a:pt x="228" y="123"/>
                    <a:pt x="227" y="126"/>
                  </a:cubicBezTo>
                  <a:close/>
                  <a:moveTo>
                    <a:pt x="227" y="102"/>
                  </a:moveTo>
                  <a:cubicBezTo>
                    <a:pt x="226" y="105"/>
                    <a:pt x="223" y="106"/>
                    <a:pt x="221" y="106"/>
                  </a:cubicBezTo>
                  <a:cubicBezTo>
                    <a:pt x="219" y="105"/>
                    <a:pt x="218" y="105"/>
                    <a:pt x="217" y="105"/>
                  </a:cubicBezTo>
                  <a:cubicBezTo>
                    <a:pt x="200" y="101"/>
                    <a:pt x="182" y="102"/>
                    <a:pt x="166" y="110"/>
                  </a:cubicBezTo>
                  <a:cubicBezTo>
                    <a:pt x="164" y="111"/>
                    <a:pt x="161" y="110"/>
                    <a:pt x="159" y="107"/>
                  </a:cubicBezTo>
                  <a:cubicBezTo>
                    <a:pt x="158" y="105"/>
                    <a:pt x="159" y="102"/>
                    <a:pt x="162" y="101"/>
                  </a:cubicBezTo>
                  <a:cubicBezTo>
                    <a:pt x="180" y="92"/>
                    <a:pt x="200" y="91"/>
                    <a:pt x="219" y="95"/>
                  </a:cubicBezTo>
                  <a:cubicBezTo>
                    <a:pt x="221" y="96"/>
                    <a:pt x="222" y="96"/>
                    <a:pt x="223" y="96"/>
                  </a:cubicBezTo>
                  <a:cubicBezTo>
                    <a:pt x="226" y="97"/>
                    <a:pt x="227" y="100"/>
                    <a:pt x="227" y="102"/>
                  </a:cubicBezTo>
                  <a:close/>
                  <a:moveTo>
                    <a:pt x="161" y="77"/>
                  </a:moveTo>
                  <a:cubicBezTo>
                    <a:pt x="179" y="69"/>
                    <a:pt x="200" y="67"/>
                    <a:pt x="219" y="72"/>
                  </a:cubicBezTo>
                  <a:cubicBezTo>
                    <a:pt x="220" y="72"/>
                    <a:pt x="222" y="72"/>
                    <a:pt x="223" y="73"/>
                  </a:cubicBezTo>
                  <a:cubicBezTo>
                    <a:pt x="226" y="74"/>
                    <a:pt x="227" y="76"/>
                    <a:pt x="226" y="79"/>
                  </a:cubicBezTo>
                  <a:cubicBezTo>
                    <a:pt x="226" y="81"/>
                    <a:pt x="223" y="83"/>
                    <a:pt x="220" y="82"/>
                  </a:cubicBezTo>
                  <a:cubicBezTo>
                    <a:pt x="219" y="82"/>
                    <a:pt x="218" y="81"/>
                    <a:pt x="217" y="81"/>
                  </a:cubicBezTo>
                  <a:cubicBezTo>
                    <a:pt x="200" y="77"/>
                    <a:pt x="181" y="79"/>
                    <a:pt x="166" y="86"/>
                  </a:cubicBezTo>
                  <a:cubicBezTo>
                    <a:pt x="163" y="87"/>
                    <a:pt x="160" y="86"/>
                    <a:pt x="159" y="84"/>
                  </a:cubicBezTo>
                  <a:cubicBezTo>
                    <a:pt x="158" y="82"/>
                    <a:pt x="159" y="79"/>
                    <a:pt x="161" y="77"/>
                  </a:cubicBezTo>
                  <a:close/>
                  <a:moveTo>
                    <a:pt x="104" y="132"/>
                  </a:moveTo>
                  <a:cubicBezTo>
                    <a:pt x="103" y="134"/>
                    <a:pt x="100" y="135"/>
                    <a:pt x="98" y="134"/>
                  </a:cubicBezTo>
                  <a:cubicBezTo>
                    <a:pt x="94" y="132"/>
                    <a:pt x="89" y="131"/>
                    <a:pt x="85" y="130"/>
                  </a:cubicBezTo>
                  <a:cubicBezTo>
                    <a:pt x="71" y="126"/>
                    <a:pt x="57" y="127"/>
                    <a:pt x="43" y="131"/>
                  </a:cubicBezTo>
                  <a:cubicBezTo>
                    <a:pt x="41" y="132"/>
                    <a:pt x="38" y="131"/>
                    <a:pt x="37" y="128"/>
                  </a:cubicBezTo>
                  <a:cubicBezTo>
                    <a:pt x="36" y="125"/>
                    <a:pt x="38" y="123"/>
                    <a:pt x="40" y="122"/>
                  </a:cubicBezTo>
                  <a:cubicBezTo>
                    <a:pt x="55" y="117"/>
                    <a:pt x="72" y="117"/>
                    <a:pt x="87" y="120"/>
                  </a:cubicBezTo>
                  <a:cubicBezTo>
                    <a:pt x="92" y="121"/>
                    <a:pt x="97" y="123"/>
                    <a:pt x="102" y="125"/>
                  </a:cubicBezTo>
                  <a:cubicBezTo>
                    <a:pt x="104" y="126"/>
                    <a:pt x="105" y="129"/>
                    <a:pt x="104" y="132"/>
                  </a:cubicBezTo>
                  <a:close/>
                  <a:moveTo>
                    <a:pt x="104" y="108"/>
                  </a:moveTo>
                  <a:cubicBezTo>
                    <a:pt x="103" y="111"/>
                    <a:pt x="100" y="112"/>
                    <a:pt x="98" y="110"/>
                  </a:cubicBezTo>
                  <a:cubicBezTo>
                    <a:pt x="93" y="109"/>
                    <a:pt x="89" y="107"/>
                    <a:pt x="85" y="106"/>
                  </a:cubicBezTo>
                  <a:cubicBezTo>
                    <a:pt x="71" y="103"/>
                    <a:pt x="56" y="103"/>
                    <a:pt x="43" y="108"/>
                  </a:cubicBezTo>
                  <a:cubicBezTo>
                    <a:pt x="40" y="108"/>
                    <a:pt x="38" y="107"/>
                    <a:pt x="37" y="104"/>
                  </a:cubicBezTo>
                  <a:cubicBezTo>
                    <a:pt x="36" y="102"/>
                    <a:pt x="37" y="99"/>
                    <a:pt x="40" y="98"/>
                  </a:cubicBezTo>
                  <a:cubicBezTo>
                    <a:pt x="55" y="94"/>
                    <a:pt x="71" y="93"/>
                    <a:pt x="87" y="97"/>
                  </a:cubicBezTo>
                  <a:cubicBezTo>
                    <a:pt x="92" y="98"/>
                    <a:pt x="97" y="100"/>
                    <a:pt x="102" y="102"/>
                  </a:cubicBezTo>
                  <a:cubicBezTo>
                    <a:pt x="104" y="103"/>
                    <a:pt x="105" y="106"/>
                    <a:pt x="104" y="108"/>
                  </a:cubicBezTo>
                  <a:close/>
                  <a:moveTo>
                    <a:pt x="40" y="75"/>
                  </a:moveTo>
                  <a:cubicBezTo>
                    <a:pt x="55" y="70"/>
                    <a:pt x="71" y="69"/>
                    <a:pt x="87" y="73"/>
                  </a:cubicBezTo>
                  <a:cubicBezTo>
                    <a:pt x="92" y="74"/>
                    <a:pt x="97" y="76"/>
                    <a:pt x="101" y="78"/>
                  </a:cubicBezTo>
                  <a:cubicBezTo>
                    <a:pt x="104" y="79"/>
                    <a:pt x="105" y="82"/>
                    <a:pt x="104" y="85"/>
                  </a:cubicBezTo>
                  <a:cubicBezTo>
                    <a:pt x="103" y="87"/>
                    <a:pt x="100" y="88"/>
                    <a:pt x="97" y="87"/>
                  </a:cubicBezTo>
                  <a:cubicBezTo>
                    <a:pt x="93" y="85"/>
                    <a:pt x="89" y="84"/>
                    <a:pt x="84" y="83"/>
                  </a:cubicBezTo>
                  <a:cubicBezTo>
                    <a:pt x="71" y="79"/>
                    <a:pt x="56" y="80"/>
                    <a:pt x="43" y="84"/>
                  </a:cubicBezTo>
                  <a:cubicBezTo>
                    <a:pt x="40" y="85"/>
                    <a:pt x="37" y="84"/>
                    <a:pt x="37" y="81"/>
                  </a:cubicBezTo>
                  <a:cubicBezTo>
                    <a:pt x="36" y="78"/>
                    <a:pt x="37" y="76"/>
                    <a:pt x="40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矩形-2"/>
            <p:cNvSpPr/>
            <p:nvPr/>
          </p:nvSpPr>
          <p:spPr bwMode="auto">
            <a:xfrm>
              <a:off x="695375" y="1758016"/>
              <a:ext cx="289570" cy="142737"/>
            </a:xfrm>
            <a:custGeom>
              <a:avLst/>
              <a:gdLst>
                <a:gd name="T0" fmla="*/ 307 w 308"/>
                <a:gd name="T1" fmla="*/ 7 h 152"/>
                <a:gd name="T2" fmla="*/ 295 w 308"/>
                <a:gd name="T3" fmla="*/ 0 h 152"/>
                <a:gd name="T4" fmla="*/ 296 w 308"/>
                <a:gd name="T5" fmla="*/ 131 h 152"/>
                <a:gd name="T6" fmla="*/ 190 w 308"/>
                <a:gd name="T7" fmla="*/ 114 h 152"/>
                <a:gd name="T8" fmla="*/ 157 w 308"/>
                <a:gd name="T9" fmla="*/ 134 h 152"/>
                <a:gd name="T10" fmla="*/ 124 w 308"/>
                <a:gd name="T11" fmla="*/ 116 h 152"/>
                <a:gd name="T12" fmla="*/ 12 w 308"/>
                <a:gd name="T13" fmla="*/ 134 h 152"/>
                <a:gd name="T14" fmla="*/ 10 w 308"/>
                <a:gd name="T15" fmla="*/ 3 h 152"/>
                <a:gd name="T16" fmla="*/ 0 w 308"/>
                <a:gd name="T17" fmla="*/ 10 h 152"/>
                <a:gd name="T18" fmla="*/ 1 w 308"/>
                <a:gd name="T19" fmla="*/ 134 h 152"/>
                <a:gd name="T20" fmla="*/ 19 w 308"/>
                <a:gd name="T21" fmla="*/ 146 h 152"/>
                <a:gd name="T22" fmla="*/ 115 w 308"/>
                <a:gd name="T23" fmla="*/ 130 h 152"/>
                <a:gd name="T24" fmla="*/ 157 w 308"/>
                <a:gd name="T25" fmla="*/ 151 h 152"/>
                <a:gd name="T26" fmla="*/ 198 w 308"/>
                <a:gd name="T27" fmla="*/ 129 h 152"/>
                <a:gd name="T28" fmla="*/ 291 w 308"/>
                <a:gd name="T29" fmla="*/ 143 h 152"/>
                <a:gd name="T30" fmla="*/ 308 w 308"/>
                <a:gd name="T31" fmla="*/ 131 h 152"/>
                <a:gd name="T32" fmla="*/ 307 w 308"/>
                <a:gd name="T33" fmla="*/ 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8" h="152">
                  <a:moveTo>
                    <a:pt x="307" y="7"/>
                  </a:moveTo>
                  <a:cubicBezTo>
                    <a:pt x="301" y="3"/>
                    <a:pt x="300" y="3"/>
                    <a:pt x="295" y="0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296" y="131"/>
                    <a:pt x="236" y="106"/>
                    <a:pt x="190" y="114"/>
                  </a:cubicBezTo>
                  <a:cubicBezTo>
                    <a:pt x="187" y="125"/>
                    <a:pt x="173" y="134"/>
                    <a:pt x="157" y="134"/>
                  </a:cubicBezTo>
                  <a:cubicBezTo>
                    <a:pt x="141" y="134"/>
                    <a:pt x="128" y="127"/>
                    <a:pt x="124" y="116"/>
                  </a:cubicBezTo>
                  <a:cubicBezTo>
                    <a:pt x="77" y="106"/>
                    <a:pt x="12" y="134"/>
                    <a:pt x="12" y="13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5" y="6"/>
                    <a:pt x="5" y="7"/>
                    <a:pt x="0" y="10"/>
                  </a:cubicBezTo>
                  <a:cubicBezTo>
                    <a:pt x="1" y="134"/>
                    <a:pt x="1" y="134"/>
                    <a:pt x="1" y="134"/>
                  </a:cubicBezTo>
                  <a:cubicBezTo>
                    <a:pt x="2" y="144"/>
                    <a:pt x="9" y="150"/>
                    <a:pt x="19" y="146"/>
                  </a:cubicBezTo>
                  <a:cubicBezTo>
                    <a:pt x="19" y="146"/>
                    <a:pt x="68" y="120"/>
                    <a:pt x="115" y="130"/>
                  </a:cubicBezTo>
                  <a:cubicBezTo>
                    <a:pt x="118" y="142"/>
                    <a:pt x="138" y="152"/>
                    <a:pt x="157" y="151"/>
                  </a:cubicBezTo>
                  <a:cubicBezTo>
                    <a:pt x="177" y="151"/>
                    <a:pt x="195" y="141"/>
                    <a:pt x="198" y="129"/>
                  </a:cubicBezTo>
                  <a:cubicBezTo>
                    <a:pt x="244" y="119"/>
                    <a:pt x="291" y="143"/>
                    <a:pt x="291" y="143"/>
                  </a:cubicBezTo>
                  <a:cubicBezTo>
                    <a:pt x="301" y="146"/>
                    <a:pt x="308" y="141"/>
                    <a:pt x="308" y="131"/>
                  </a:cubicBezTo>
                  <a:lnTo>
                    <a:pt x="307" y="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600207" y="2531794"/>
            <a:ext cx="349731" cy="349731"/>
            <a:chOff x="699309" y="3121656"/>
            <a:chExt cx="264909" cy="264909"/>
          </a:xfrm>
        </p:grpSpPr>
        <p:sp>
          <p:nvSpPr>
            <p:cNvPr id="28" name="矩形-1"/>
            <p:cNvSpPr/>
            <p:nvPr/>
          </p:nvSpPr>
          <p:spPr bwMode="auto">
            <a:xfrm>
              <a:off x="766755" y="3181789"/>
              <a:ext cx="74760" cy="84511"/>
            </a:xfrm>
            <a:custGeom>
              <a:avLst/>
              <a:gdLst>
                <a:gd name="T0" fmla="*/ 49 w 57"/>
                <a:gd name="T1" fmla="*/ 0 h 65"/>
                <a:gd name="T2" fmla="*/ 42 w 57"/>
                <a:gd name="T3" fmla="*/ 7 h 65"/>
                <a:gd name="T4" fmla="*/ 42 w 57"/>
                <a:gd name="T5" fmla="*/ 48 h 65"/>
                <a:gd name="T6" fmla="*/ 39 w 57"/>
                <a:gd name="T7" fmla="*/ 50 h 65"/>
                <a:gd name="T8" fmla="*/ 7 w 57"/>
                <a:gd name="T9" fmla="*/ 50 h 65"/>
                <a:gd name="T10" fmla="*/ 0 w 57"/>
                <a:gd name="T11" fmla="*/ 58 h 65"/>
                <a:gd name="T12" fmla="*/ 7 w 57"/>
                <a:gd name="T13" fmla="*/ 65 h 65"/>
                <a:gd name="T14" fmla="*/ 48 w 57"/>
                <a:gd name="T15" fmla="*/ 65 h 65"/>
                <a:gd name="T16" fmla="*/ 53 w 57"/>
                <a:gd name="T17" fmla="*/ 63 h 65"/>
                <a:gd name="T18" fmla="*/ 53 w 57"/>
                <a:gd name="T19" fmla="*/ 63 h 65"/>
                <a:gd name="T20" fmla="*/ 57 w 57"/>
                <a:gd name="T21" fmla="*/ 56 h 65"/>
                <a:gd name="T22" fmla="*/ 57 w 57"/>
                <a:gd name="T23" fmla="*/ 7 h 65"/>
                <a:gd name="T24" fmla="*/ 49 w 57"/>
                <a:gd name="T2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5">
                  <a:moveTo>
                    <a:pt x="49" y="0"/>
                  </a:moveTo>
                  <a:cubicBezTo>
                    <a:pt x="45" y="0"/>
                    <a:pt x="42" y="3"/>
                    <a:pt x="42" y="7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9"/>
                    <a:pt x="41" y="50"/>
                    <a:pt x="39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3" y="50"/>
                    <a:pt x="0" y="54"/>
                    <a:pt x="0" y="58"/>
                  </a:cubicBezTo>
                  <a:cubicBezTo>
                    <a:pt x="0" y="62"/>
                    <a:pt x="3" y="65"/>
                    <a:pt x="7" y="6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50" y="65"/>
                    <a:pt x="52" y="64"/>
                    <a:pt x="53" y="63"/>
                  </a:cubicBezTo>
                  <a:cubicBezTo>
                    <a:pt x="53" y="63"/>
                    <a:pt x="53" y="63"/>
                    <a:pt x="53" y="63"/>
                  </a:cubicBezTo>
                  <a:cubicBezTo>
                    <a:pt x="55" y="62"/>
                    <a:pt x="57" y="59"/>
                    <a:pt x="57" y="56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7" y="3"/>
                    <a:pt x="53" y="0"/>
                    <a:pt x="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9" name="矩形-2"/>
            <p:cNvSpPr/>
            <p:nvPr/>
          </p:nvSpPr>
          <p:spPr bwMode="auto">
            <a:xfrm>
              <a:off x="823638" y="3334558"/>
              <a:ext cx="16252" cy="23565"/>
            </a:xfrm>
            <a:custGeom>
              <a:avLst/>
              <a:gdLst>
                <a:gd name="T0" fmla="*/ 7 w 13"/>
                <a:gd name="T1" fmla="*/ 0 h 18"/>
                <a:gd name="T2" fmla="*/ 6 w 13"/>
                <a:gd name="T3" fmla="*/ 0 h 18"/>
                <a:gd name="T4" fmla="*/ 0 w 13"/>
                <a:gd name="T5" fmla="*/ 6 h 18"/>
                <a:gd name="T6" fmla="*/ 0 w 13"/>
                <a:gd name="T7" fmla="*/ 17 h 18"/>
                <a:gd name="T8" fmla="*/ 6 w 13"/>
                <a:gd name="T9" fmla="*/ 18 h 18"/>
                <a:gd name="T10" fmla="*/ 13 w 13"/>
                <a:gd name="T11" fmla="*/ 17 h 18"/>
                <a:gd name="T12" fmla="*/ 13 w 13"/>
                <a:gd name="T13" fmla="*/ 6 h 18"/>
                <a:gd name="T14" fmla="*/ 7 w 13"/>
                <a:gd name="T1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8">
                  <a:moveTo>
                    <a:pt x="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18"/>
                    <a:pt x="4" y="18"/>
                    <a:pt x="6" y="18"/>
                  </a:cubicBezTo>
                  <a:cubicBezTo>
                    <a:pt x="9" y="18"/>
                    <a:pt x="11" y="18"/>
                    <a:pt x="13" y="1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2"/>
                    <a:pt x="11" y="0"/>
                    <a:pt x="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矩形-3"/>
            <p:cNvSpPr/>
            <p:nvPr/>
          </p:nvSpPr>
          <p:spPr bwMode="auto">
            <a:xfrm>
              <a:off x="823638" y="3150097"/>
              <a:ext cx="16252" cy="23565"/>
            </a:xfrm>
            <a:custGeom>
              <a:avLst/>
              <a:gdLst>
                <a:gd name="T0" fmla="*/ 6 w 13"/>
                <a:gd name="T1" fmla="*/ 18 h 18"/>
                <a:gd name="T2" fmla="*/ 7 w 13"/>
                <a:gd name="T3" fmla="*/ 18 h 18"/>
                <a:gd name="T4" fmla="*/ 13 w 13"/>
                <a:gd name="T5" fmla="*/ 12 h 18"/>
                <a:gd name="T6" fmla="*/ 13 w 13"/>
                <a:gd name="T7" fmla="*/ 0 h 18"/>
                <a:gd name="T8" fmla="*/ 6 w 13"/>
                <a:gd name="T9" fmla="*/ 0 h 18"/>
                <a:gd name="T10" fmla="*/ 0 w 13"/>
                <a:gd name="T11" fmla="*/ 0 h 18"/>
                <a:gd name="T12" fmla="*/ 0 w 13"/>
                <a:gd name="T13" fmla="*/ 12 h 18"/>
                <a:gd name="T14" fmla="*/ 6 w 13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8">
                  <a:moveTo>
                    <a:pt x="6" y="18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1" y="18"/>
                    <a:pt x="13" y="16"/>
                    <a:pt x="13" y="1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0"/>
                    <a:pt x="6" y="0"/>
                  </a:cubicBezTo>
                  <a:cubicBezTo>
                    <a:pt x="4" y="0"/>
                    <a:pt x="2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6"/>
                    <a:pt x="2" y="18"/>
                    <a:pt x="6" y="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矩形-4"/>
            <p:cNvSpPr/>
            <p:nvPr/>
          </p:nvSpPr>
          <p:spPr bwMode="auto">
            <a:xfrm>
              <a:off x="727750" y="3244359"/>
              <a:ext cx="23565" cy="17877"/>
            </a:xfrm>
            <a:custGeom>
              <a:avLst/>
              <a:gdLst>
                <a:gd name="T0" fmla="*/ 12 w 18"/>
                <a:gd name="T1" fmla="*/ 0 h 14"/>
                <a:gd name="T2" fmla="*/ 0 w 18"/>
                <a:gd name="T3" fmla="*/ 0 h 14"/>
                <a:gd name="T4" fmla="*/ 0 w 18"/>
                <a:gd name="T5" fmla="*/ 7 h 14"/>
                <a:gd name="T6" fmla="*/ 0 w 18"/>
                <a:gd name="T7" fmla="*/ 14 h 14"/>
                <a:gd name="T8" fmla="*/ 12 w 18"/>
                <a:gd name="T9" fmla="*/ 14 h 14"/>
                <a:gd name="T10" fmla="*/ 18 w 18"/>
                <a:gd name="T11" fmla="*/ 8 h 14"/>
                <a:gd name="T12" fmla="*/ 18 w 18"/>
                <a:gd name="T13" fmla="*/ 7 h 14"/>
                <a:gd name="T14" fmla="*/ 12 w 18"/>
                <a:gd name="T1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4">
                  <a:moveTo>
                    <a:pt x="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0" y="10"/>
                    <a:pt x="0" y="12"/>
                    <a:pt x="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6" y="14"/>
                    <a:pt x="18" y="12"/>
                    <a:pt x="18" y="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3"/>
                    <a:pt x="16" y="0"/>
                    <a:pt x="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矩形-5"/>
            <p:cNvSpPr/>
            <p:nvPr/>
          </p:nvSpPr>
          <p:spPr bwMode="auto">
            <a:xfrm>
              <a:off x="912211" y="3244359"/>
              <a:ext cx="23565" cy="17877"/>
            </a:xfrm>
            <a:custGeom>
              <a:avLst/>
              <a:gdLst>
                <a:gd name="T0" fmla="*/ 17 w 18"/>
                <a:gd name="T1" fmla="*/ 0 h 14"/>
                <a:gd name="T2" fmla="*/ 6 w 18"/>
                <a:gd name="T3" fmla="*/ 0 h 14"/>
                <a:gd name="T4" fmla="*/ 0 w 18"/>
                <a:gd name="T5" fmla="*/ 7 h 14"/>
                <a:gd name="T6" fmla="*/ 0 w 18"/>
                <a:gd name="T7" fmla="*/ 8 h 14"/>
                <a:gd name="T8" fmla="*/ 6 w 18"/>
                <a:gd name="T9" fmla="*/ 14 h 14"/>
                <a:gd name="T10" fmla="*/ 17 w 18"/>
                <a:gd name="T11" fmla="*/ 14 h 14"/>
                <a:gd name="T12" fmla="*/ 18 w 18"/>
                <a:gd name="T13" fmla="*/ 7 h 14"/>
                <a:gd name="T14" fmla="*/ 17 w 18"/>
                <a:gd name="T1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4">
                  <a:moveTo>
                    <a:pt x="1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2"/>
                    <a:pt x="2" y="14"/>
                    <a:pt x="6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2"/>
                    <a:pt x="18" y="10"/>
                    <a:pt x="18" y="7"/>
                  </a:cubicBezTo>
                  <a:cubicBezTo>
                    <a:pt x="18" y="5"/>
                    <a:pt x="18" y="3"/>
                    <a:pt x="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矩形-6"/>
            <p:cNvSpPr>
              <a:spLocks noEditPoints="1"/>
            </p:cNvSpPr>
            <p:nvPr/>
          </p:nvSpPr>
          <p:spPr bwMode="auto">
            <a:xfrm>
              <a:off x="699309" y="3121656"/>
              <a:ext cx="264909" cy="264909"/>
            </a:xfrm>
            <a:custGeom>
              <a:avLst/>
              <a:gdLst>
                <a:gd name="T0" fmla="*/ 101 w 203"/>
                <a:gd name="T1" fmla="*/ 0 h 203"/>
                <a:gd name="T2" fmla="*/ 0 w 203"/>
                <a:gd name="T3" fmla="*/ 101 h 203"/>
                <a:gd name="T4" fmla="*/ 101 w 203"/>
                <a:gd name="T5" fmla="*/ 203 h 203"/>
                <a:gd name="T6" fmla="*/ 203 w 203"/>
                <a:gd name="T7" fmla="*/ 101 h 203"/>
                <a:gd name="T8" fmla="*/ 101 w 203"/>
                <a:gd name="T9" fmla="*/ 0 h 203"/>
                <a:gd name="T10" fmla="*/ 101 w 203"/>
                <a:gd name="T11" fmla="*/ 184 h 203"/>
                <a:gd name="T12" fmla="*/ 19 w 203"/>
                <a:gd name="T13" fmla="*/ 101 h 203"/>
                <a:gd name="T14" fmla="*/ 101 w 203"/>
                <a:gd name="T15" fmla="*/ 19 h 203"/>
                <a:gd name="T16" fmla="*/ 184 w 203"/>
                <a:gd name="T17" fmla="*/ 101 h 203"/>
                <a:gd name="T18" fmla="*/ 101 w 203"/>
                <a:gd name="T19" fmla="*/ 18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203"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8" y="203"/>
                    <a:pt x="203" y="158"/>
                    <a:pt x="203" y="101"/>
                  </a:cubicBezTo>
                  <a:cubicBezTo>
                    <a:pt x="203" y="45"/>
                    <a:pt x="158" y="0"/>
                    <a:pt x="101" y="0"/>
                  </a:cubicBezTo>
                  <a:close/>
                  <a:moveTo>
                    <a:pt x="101" y="184"/>
                  </a:moveTo>
                  <a:cubicBezTo>
                    <a:pt x="56" y="184"/>
                    <a:pt x="19" y="147"/>
                    <a:pt x="19" y="101"/>
                  </a:cubicBezTo>
                  <a:cubicBezTo>
                    <a:pt x="19" y="56"/>
                    <a:pt x="56" y="19"/>
                    <a:pt x="101" y="19"/>
                  </a:cubicBezTo>
                  <a:cubicBezTo>
                    <a:pt x="147" y="19"/>
                    <a:pt x="184" y="56"/>
                    <a:pt x="184" y="101"/>
                  </a:cubicBezTo>
                  <a:cubicBezTo>
                    <a:pt x="184" y="147"/>
                    <a:pt x="147" y="184"/>
                    <a:pt x="101" y="1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222249" y="3539523"/>
            <a:ext cx="341008" cy="399074"/>
            <a:chOff x="711010" y="2376795"/>
            <a:chExt cx="258301" cy="302284"/>
          </a:xfrm>
        </p:grpSpPr>
        <p:sp>
          <p:nvSpPr>
            <p:cNvPr id="35" name="矩形-1"/>
            <p:cNvSpPr/>
            <p:nvPr/>
          </p:nvSpPr>
          <p:spPr bwMode="auto">
            <a:xfrm>
              <a:off x="898138" y="2409583"/>
              <a:ext cx="35986" cy="37585"/>
            </a:xfrm>
            <a:custGeom>
              <a:avLst/>
              <a:gdLst>
                <a:gd name="T0" fmla="*/ 9 w 28"/>
                <a:gd name="T1" fmla="*/ 29 h 29"/>
                <a:gd name="T2" fmla="*/ 26 w 28"/>
                <a:gd name="T3" fmla="*/ 13 h 29"/>
                <a:gd name="T4" fmla="*/ 26 w 28"/>
                <a:gd name="T5" fmla="*/ 3 h 29"/>
                <a:gd name="T6" fmla="*/ 16 w 28"/>
                <a:gd name="T7" fmla="*/ 3 h 29"/>
                <a:gd name="T8" fmla="*/ 0 w 28"/>
                <a:gd name="T9" fmla="*/ 20 h 29"/>
                <a:gd name="T10" fmla="*/ 9 w 28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9">
                  <a:moveTo>
                    <a:pt x="9" y="29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8" y="10"/>
                    <a:pt x="28" y="6"/>
                    <a:pt x="26" y="3"/>
                  </a:cubicBezTo>
                  <a:cubicBezTo>
                    <a:pt x="23" y="0"/>
                    <a:pt x="19" y="0"/>
                    <a:pt x="16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3" y="23"/>
                    <a:pt x="6" y="26"/>
                    <a:pt x="9" y="2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6" name="矩形-2"/>
            <p:cNvSpPr/>
            <p:nvPr/>
          </p:nvSpPr>
          <p:spPr bwMode="auto">
            <a:xfrm>
              <a:off x="831764" y="2376795"/>
              <a:ext cx="16793" cy="36786"/>
            </a:xfrm>
            <a:custGeom>
              <a:avLst/>
              <a:gdLst>
                <a:gd name="T0" fmla="*/ 7 w 13"/>
                <a:gd name="T1" fmla="*/ 29 h 29"/>
                <a:gd name="T2" fmla="*/ 7 w 13"/>
                <a:gd name="T3" fmla="*/ 29 h 29"/>
                <a:gd name="T4" fmla="*/ 13 w 13"/>
                <a:gd name="T5" fmla="*/ 29 h 29"/>
                <a:gd name="T6" fmla="*/ 13 w 13"/>
                <a:gd name="T7" fmla="*/ 6 h 29"/>
                <a:gd name="T8" fmla="*/ 7 w 13"/>
                <a:gd name="T9" fmla="*/ 0 h 29"/>
                <a:gd name="T10" fmla="*/ 0 w 13"/>
                <a:gd name="T11" fmla="*/ 6 h 29"/>
                <a:gd name="T12" fmla="*/ 0 w 13"/>
                <a:gd name="T13" fmla="*/ 29 h 29"/>
                <a:gd name="T14" fmla="*/ 6 w 13"/>
                <a:gd name="T15" fmla="*/ 29 h 29"/>
                <a:gd name="T16" fmla="*/ 7 w 13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29"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9" y="29"/>
                    <a:pt x="11" y="29"/>
                    <a:pt x="13" y="29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" y="29"/>
                    <a:pt x="4" y="29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7" name="矩形-3"/>
            <p:cNvSpPr/>
            <p:nvPr/>
          </p:nvSpPr>
          <p:spPr bwMode="auto">
            <a:xfrm>
              <a:off x="745397" y="2409583"/>
              <a:ext cx="37585" cy="37585"/>
            </a:xfrm>
            <a:custGeom>
              <a:avLst/>
              <a:gdLst>
                <a:gd name="T0" fmla="*/ 19 w 29"/>
                <a:gd name="T1" fmla="*/ 29 h 29"/>
                <a:gd name="T2" fmla="*/ 29 w 29"/>
                <a:gd name="T3" fmla="*/ 20 h 29"/>
                <a:gd name="T4" fmla="*/ 12 w 29"/>
                <a:gd name="T5" fmla="*/ 3 h 29"/>
                <a:gd name="T6" fmla="*/ 2 w 29"/>
                <a:gd name="T7" fmla="*/ 3 h 29"/>
                <a:gd name="T8" fmla="*/ 2 w 29"/>
                <a:gd name="T9" fmla="*/ 13 h 29"/>
                <a:gd name="T10" fmla="*/ 19 w 29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9">
                  <a:moveTo>
                    <a:pt x="19" y="29"/>
                  </a:moveTo>
                  <a:cubicBezTo>
                    <a:pt x="22" y="26"/>
                    <a:pt x="25" y="23"/>
                    <a:pt x="29" y="20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9" y="0"/>
                    <a:pt x="5" y="0"/>
                    <a:pt x="2" y="3"/>
                  </a:cubicBezTo>
                  <a:cubicBezTo>
                    <a:pt x="0" y="6"/>
                    <a:pt x="0" y="10"/>
                    <a:pt x="2" y="13"/>
                  </a:cubicBezTo>
                  <a:lnTo>
                    <a:pt x="19" y="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8" name="矩形-4"/>
            <p:cNvSpPr/>
            <p:nvPr/>
          </p:nvSpPr>
          <p:spPr bwMode="auto">
            <a:xfrm>
              <a:off x="711010" y="2497549"/>
              <a:ext cx="38385" cy="16793"/>
            </a:xfrm>
            <a:custGeom>
              <a:avLst/>
              <a:gdLst>
                <a:gd name="T0" fmla="*/ 30 w 30"/>
                <a:gd name="T1" fmla="*/ 9 h 13"/>
                <a:gd name="T2" fmla="*/ 30 w 30"/>
                <a:gd name="T3" fmla="*/ 0 h 13"/>
                <a:gd name="T4" fmla="*/ 7 w 30"/>
                <a:gd name="T5" fmla="*/ 0 h 13"/>
                <a:gd name="T6" fmla="*/ 0 w 30"/>
                <a:gd name="T7" fmla="*/ 6 h 13"/>
                <a:gd name="T8" fmla="*/ 7 w 30"/>
                <a:gd name="T9" fmla="*/ 13 h 13"/>
                <a:gd name="T10" fmla="*/ 30 w 30"/>
                <a:gd name="T11" fmla="*/ 13 h 13"/>
                <a:gd name="T12" fmla="*/ 30 w 30"/>
                <a:gd name="T13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">
                  <a:moveTo>
                    <a:pt x="30" y="9"/>
                  </a:moveTo>
                  <a:cubicBezTo>
                    <a:pt x="30" y="6"/>
                    <a:pt x="30" y="3"/>
                    <a:pt x="3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2"/>
                    <a:pt x="30" y="10"/>
                    <a:pt x="30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3" name="矩形-5"/>
            <p:cNvSpPr/>
            <p:nvPr/>
          </p:nvSpPr>
          <p:spPr bwMode="auto">
            <a:xfrm>
              <a:off x="745397" y="2567922"/>
              <a:ext cx="31188" cy="31988"/>
            </a:xfrm>
            <a:custGeom>
              <a:avLst/>
              <a:gdLst>
                <a:gd name="T0" fmla="*/ 2 w 24"/>
                <a:gd name="T1" fmla="*/ 13 h 25"/>
                <a:gd name="T2" fmla="*/ 2 w 24"/>
                <a:gd name="T3" fmla="*/ 23 h 25"/>
                <a:gd name="T4" fmla="*/ 12 w 24"/>
                <a:gd name="T5" fmla="*/ 23 h 25"/>
                <a:gd name="T6" fmla="*/ 24 w 24"/>
                <a:gd name="T7" fmla="*/ 10 h 25"/>
                <a:gd name="T8" fmla="*/ 16 w 24"/>
                <a:gd name="T9" fmla="*/ 0 h 25"/>
                <a:gd name="T10" fmla="*/ 2 w 24"/>
                <a:gd name="T11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5">
                  <a:moveTo>
                    <a:pt x="2" y="13"/>
                  </a:moveTo>
                  <a:cubicBezTo>
                    <a:pt x="0" y="16"/>
                    <a:pt x="0" y="20"/>
                    <a:pt x="2" y="23"/>
                  </a:cubicBezTo>
                  <a:cubicBezTo>
                    <a:pt x="5" y="25"/>
                    <a:pt x="9" y="25"/>
                    <a:pt x="12" y="23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1" y="7"/>
                    <a:pt x="19" y="4"/>
                    <a:pt x="16" y="0"/>
                  </a:cubicBezTo>
                  <a:lnTo>
                    <a:pt x="2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4" name="矩形-6"/>
            <p:cNvSpPr/>
            <p:nvPr/>
          </p:nvSpPr>
          <p:spPr bwMode="auto">
            <a:xfrm>
              <a:off x="821368" y="2669483"/>
              <a:ext cx="37585" cy="9596"/>
            </a:xfrm>
            <a:custGeom>
              <a:avLst/>
              <a:gdLst>
                <a:gd name="T0" fmla="*/ 18 w 29"/>
                <a:gd name="T1" fmla="*/ 0 h 7"/>
                <a:gd name="T2" fmla="*/ 12 w 29"/>
                <a:gd name="T3" fmla="*/ 0 h 7"/>
                <a:gd name="T4" fmla="*/ 0 w 29"/>
                <a:gd name="T5" fmla="*/ 0 h 7"/>
                <a:gd name="T6" fmla="*/ 0 w 29"/>
                <a:gd name="T7" fmla="*/ 1 h 7"/>
                <a:gd name="T8" fmla="*/ 10 w 29"/>
                <a:gd name="T9" fmla="*/ 7 h 7"/>
                <a:gd name="T10" fmla="*/ 11 w 29"/>
                <a:gd name="T11" fmla="*/ 7 h 7"/>
                <a:gd name="T12" fmla="*/ 18 w 29"/>
                <a:gd name="T13" fmla="*/ 7 h 7"/>
                <a:gd name="T14" fmla="*/ 19 w 29"/>
                <a:gd name="T15" fmla="*/ 7 h 7"/>
                <a:gd name="T16" fmla="*/ 29 w 29"/>
                <a:gd name="T17" fmla="*/ 1 h 7"/>
                <a:gd name="T18" fmla="*/ 29 w 29"/>
                <a:gd name="T19" fmla="*/ 0 h 7"/>
                <a:gd name="T20" fmla="*/ 18 w 2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" h="7">
                  <a:moveTo>
                    <a:pt x="1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5" y="7"/>
                    <a:pt x="10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4" y="7"/>
                    <a:pt x="29" y="5"/>
                    <a:pt x="29" y="1"/>
                  </a:cubicBezTo>
                  <a:cubicBezTo>
                    <a:pt x="29" y="1"/>
                    <a:pt x="29" y="1"/>
                    <a:pt x="29" y="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6" name="矩形-7"/>
            <p:cNvSpPr/>
            <p:nvPr/>
          </p:nvSpPr>
          <p:spPr bwMode="auto">
            <a:xfrm>
              <a:off x="809372" y="2649491"/>
              <a:ext cx="60777" cy="15994"/>
            </a:xfrm>
            <a:custGeom>
              <a:avLst/>
              <a:gdLst>
                <a:gd name="T0" fmla="*/ 41 w 47"/>
                <a:gd name="T1" fmla="*/ 0 h 13"/>
                <a:gd name="T2" fmla="*/ 7 w 47"/>
                <a:gd name="T3" fmla="*/ 0 h 13"/>
                <a:gd name="T4" fmla="*/ 0 w 47"/>
                <a:gd name="T5" fmla="*/ 7 h 13"/>
                <a:gd name="T6" fmla="*/ 7 w 47"/>
                <a:gd name="T7" fmla="*/ 13 h 13"/>
                <a:gd name="T8" fmla="*/ 41 w 47"/>
                <a:gd name="T9" fmla="*/ 13 h 13"/>
                <a:gd name="T10" fmla="*/ 47 w 47"/>
                <a:gd name="T11" fmla="*/ 7 h 13"/>
                <a:gd name="T12" fmla="*/ 41 w 47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3">
                  <a:moveTo>
                    <a:pt x="41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4" y="13"/>
                    <a:pt x="47" y="10"/>
                    <a:pt x="47" y="7"/>
                  </a:cubicBezTo>
                  <a:cubicBezTo>
                    <a:pt x="47" y="3"/>
                    <a:pt x="44" y="0"/>
                    <a:pt x="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7" name="矩形-8"/>
            <p:cNvSpPr/>
            <p:nvPr/>
          </p:nvSpPr>
          <p:spPr bwMode="auto">
            <a:xfrm>
              <a:off x="809372" y="2628699"/>
              <a:ext cx="60777" cy="16793"/>
            </a:xfrm>
            <a:custGeom>
              <a:avLst/>
              <a:gdLst>
                <a:gd name="T0" fmla="*/ 41 w 47"/>
                <a:gd name="T1" fmla="*/ 0 h 13"/>
                <a:gd name="T2" fmla="*/ 7 w 47"/>
                <a:gd name="T3" fmla="*/ 0 h 13"/>
                <a:gd name="T4" fmla="*/ 0 w 47"/>
                <a:gd name="T5" fmla="*/ 6 h 13"/>
                <a:gd name="T6" fmla="*/ 7 w 47"/>
                <a:gd name="T7" fmla="*/ 13 h 13"/>
                <a:gd name="T8" fmla="*/ 41 w 47"/>
                <a:gd name="T9" fmla="*/ 13 h 13"/>
                <a:gd name="T10" fmla="*/ 47 w 47"/>
                <a:gd name="T11" fmla="*/ 6 h 13"/>
                <a:gd name="T12" fmla="*/ 41 w 47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3">
                  <a:moveTo>
                    <a:pt x="41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4" y="13"/>
                    <a:pt x="47" y="10"/>
                    <a:pt x="47" y="6"/>
                  </a:cubicBezTo>
                  <a:cubicBezTo>
                    <a:pt x="47" y="3"/>
                    <a:pt x="44" y="0"/>
                    <a:pt x="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8" name="矩形-9"/>
            <p:cNvSpPr>
              <a:spLocks noEditPoints="1"/>
            </p:cNvSpPr>
            <p:nvPr/>
          </p:nvSpPr>
          <p:spPr bwMode="auto">
            <a:xfrm>
              <a:off x="760591" y="2428775"/>
              <a:ext cx="158339" cy="194325"/>
            </a:xfrm>
            <a:custGeom>
              <a:avLst/>
              <a:gdLst>
                <a:gd name="T0" fmla="*/ 123 w 123"/>
                <a:gd name="T1" fmla="*/ 62 h 151"/>
                <a:gd name="T2" fmla="*/ 111 w 123"/>
                <a:gd name="T3" fmla="*/ 25 h 151"/>
                <a:gd name="T4" fmla="*/ 84 w 123"/>
                <a:gd name="T5" fmla="*/ 5 h 151"/>
                <a:gd name="T6" fmla="*/ 84 w 123"/>
                <a:gd name="T7" fmla="*/ 4 h 151"/>
                <a:gd name="T8" fmla="*/ 79 w 123"/>
                <a:gd name="T9" fmla="*/ 3 h 151"/>
                <a:gd name="T10" fmla="*/ 68 w 123"/>
                <a:gd name="T11" fmla="*/ 1 h 151"/>
                <a:gd name="T12" fmla="*/ 68 w 123"/>
                <a:gd name="T13" fmla="*/ 1 h 151"/>
                <a:gd name="T14" fmla="*/ 68 w 123"/>
                <a:gd name="T15" fmla="*/ 1 h 151"/>
                <a:gd name="T16" fmla="*/ 68 w 123"/>
                <a:gd name="T17" fmla="*/ 1 h 151"/>
                <a:gd name="T18" fmla="*/ 62 w 123"/>
                <a:gd name="T19" fmla="*/ 0 h 151"/>
                <a:gd name="T20" fmla="*/ 62 w 123"/>
                <a:gd name="T21" fmla="*/ 0 h 151"/>
                <a:gd name="T22" fmla="*/ 62 w 123"/>
                <a:gd name="T23" fmla="*/ 0 h 151"/>
                <a:gd name="T24" fmla="*/ 61 w 123"/>
                <a:gd name="T25" fmla="*/ 0 h 151"/>
                <a:gd name="T26" fmla="*/ 56 w 123"/>
                <a:gd name="T27" fmla="*/ 1 h 151"/>
                <a:gd name="T28" fmla="*/ 56 w 123"/>
                <a:gd name="T29" fmla="*/ 1 h 151"/>
                <a:gd name="T30" fmla="*/ 55 w 123"/>
                <a:gd name="T31" fmla="*/ 1 h 151"/>
                <a:gd name="T32" fmla="*/ 44 w 123"/>
                <a:gd name="T33" fmla="*/ 3 h 151"/>
                <a:gd name="T34" fmla="*/ 40 w 123"/>
                <a:gd name="T35" fmla="*/ 4 h 151"/>
                <a:gd name="T36" fmla="*/ 40 w 123"/>
                <a:gd name="T37" fmla="*/ 5 h 151"/>
                <a:gd name="T38" fmla="*/ 13 w 123"/>
                <a:gd name="T39" fmla="*/ 25 h 151"/>
                <a:gd name="T40" fmla="*/ 0 w 123"/>
                <a:gd name="T41" fmla="*/ 62 h 151"/>
                <a:gd name="T42" fmla="*/ 5 w 123"/>
                <a:gd name="T43" fmla="*/ 87 h 151"/>
                <a:gd name="T44" fmla="*/ 20 w 123"/>
                <a:gd name="T45" fmla="*/ 109 h 151"/>
                <a:gd name="T46" fmla="*/ 26 w 123"/>
                <a:gd name="T47" fmla="*/ 116 h 151"/>
                <a:gd name="T48" fmla="*/ 28 w 123"/>
                <a:gd name="T49" fmla="*/ 121 h 151"/>
                <a:gd name="T50" fmla="*/ 29 w 123"/>
                <a:gd name="T51" fmla="*/ 135 h 151"/>
                <a:gd name="T52" fmla="*/ 29 w 123"/>
                <a:gd name="T53" fmla="*/ 136 h 151"/>
                <a:gd name="T54" fmla="*/ 29 w 123"/>
                <a:gd name="T55" fmla="*/ 136 h 151"/>
                <a:gd name="T56" fmla="*/ 29 w 123"/>
                <a:gd name="T57" fmla="*/ 136 h 151"/>
                <a:gd name="T58" fmla="*/ 29 w 123"/>
                <a:gd name="T59" fmla="*/ 136 h 151"/>
                <a:gd name="T60" fmla="*/ 44 w 123"/>
                <a:gd name="T61" fmla="*/ 151 h 151"/>
                <a:gd name="T62" fmla="*/ 79 w 123"/>
                <a:gd name="T63" fmla="*/ 151 h 151"/>
                <a:gd name="T64" fmla="*/ 94 w 123"/>
                <a:gd name="T65" fmla="*/ 136 h 151"/>
                <a:gd name="T66" fmla="*/ 94 w 123"/>
                <a:gd name="T67" fmla="*/ 136 h 151"/>
                <a:gd name="T68" fmla="*/ 94 w 123"/>
                <a:gd name="T69" fmla="*/ 136 h 151"/>
                <a:gd name="T70" fmla="*/ 94 w 123"/>
                <a:gd name="T71" fmla="*/ 136 h 151"/>
                <a:gd name="T72" fmla="*/ 94 w 123"/>
                <a:gd name="T73" fmla="*/ 135 h 151"/>
                <a:gd name="T74" fmla="*/ 95 w 123"/>
                <a:gd name="T75" fmla="*/ 121 h 151"/>
                <a:gd name="T76" fmla="*/ 96 w 123"/>
                <a:gd name="T77" fmla="*/ 118 h 151"/>
                <a:gd name="T78" fmla="*/ 102 w 123"/>
                <a:gd name="T79" fmla="*/ 111 h 151"/>
                <a:gd name="T80" fmla="*/ 116 w 123"/>
                <a:gd name="T81" fmla="*/ 93 h 151"/>
                <a:gd name="T82" fmla="*/ 123 w 123"/>
                <a:gd name="T83" fmla="*/ 62 h 151"/>
                <a:gd name="T84" fmla="*/ 58 w 123"/>
                <a:gd name="T85" fmla="*/ 27 h 151"/>
                <a:gd name="T86" fmla="*/ 41 w 123"/>
                <a:gd name="T87" fmla="*/ 32 h 151"/>
                <a:gd name="T88" fmla="*/ 32 w 123"/>
                <a:gd name="T89" fmla="*/ 43 h 151"/>
                <a:gd name="T90" fmla="*/ 28 w 123"/>
                <a:gd name="T91" fmla="*/ 61 h 151"/>
                <a:gd name="T92" fmla="*/ 28 w 123"/>
                <a:gd name="T93" fmla="*/ 61 h 151"/>
                <a:gd name="T94" fmla="*/ 21 w 123"/>
                <a:gd name="T95" fmla="*/ 68 h 151"/>
                <a:gd name="T96" fmla="*/ 14 w 123"/>
                <a:gd name="T97" fmla="*/ 61 h 151"/>
                <a:gd name="T98" fmla="*/ 15 w 123"/>
                <a:gd name="T99" fmla="*/ 52 h 151"/>
                <a:gd name="T100" fmla="*/ 22 w 123"/>
                <a:gd name="T101" fmla="*/ 34 h 151"/>
                <a:gd name="T102" fmla="*/ 32 w 123"/>
                <a:gd name="T103" fmla="*/ 22 h 151"/>
                <a:gd name="T104" fmla="*/ 58 w 123"/>
                <a:gd name="T105" fmla="*/ 13 h 151"/>
                <a:gd name="T106" fmla="*/ 65 w 123"/>
                <a:gd name="T107" fmla="*/ 20 h 151"/>
                <a:gd name="T108" fmla="*/ 58 w 123"/>
                <a:gd name="T109" fmla="*/ 2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3" h="151">
                  <a:moveTo>
                    <a:pt x="123" y="62"/>
                  </a:moveTo>
                  <a:cubicBezTo>
                    <a:pt x="123" y="48"/>
                    <a:pt x="118" y="35"/>
                    <a:pt x="111" y="25"/>
                  </a:cubicBezTo>
                  <a:cubicBezTo>
                    <a:pt x="104" y="16"/>
                    <a:pt x="94" y="9"/>
                    <a:pt x="84" y="5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6" y="2"/>
                    <a:pt x="72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6" y="1"/>
                    <a:pt x="64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9" y="0"/>
                    <a:pt x="58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1" y="1"/>
                    <a:pt x="48" y="2"/>
                    <a:pt x="44" y="3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9"/>
                    <a:pt x="19" y="16"/>
                    <a:pt x="13" y="25"/>
                  </a:cubicBezTo>
                  <a:cubicBezTo>
                    <a:pt x="5" y="35"/>
                    <a:pt x="0" y="48"/>
                    <a:pt x="0" y="62"/>
                  </a:cubicBezTo>
                  <a:cubicBezTo>
                    <a:pt x="0" y="72"/>
                    <a:pt x="2" y="80"/>
                    <a:pt x="5" y="87"/>
                  </a:cubicBezTo>
                  <a:cubicBezTo>
                    <a:pt x="9" y="97"/>
                    <a:pt x="15" y="104"/>
                    <a:pt x="20" y="109"/>
                  </a:cubicBezTo>
                  <a:cubicBezTo>
                    <a:pt x="22" y="112"/>
                    <a:pt x="24" y="114"/>
                    <a:pt x="26" y="116"/>
                  </a:cubicBezTo>
                  <a:cubicBezTo>
                    <a:pt x="27" y="118"/>
                    <a:pt x="28" y="120"/>
                    <a:pt x="28" y="121"/>
                  </a:cubicBezTo>
                  <a:cubicBezTo>
                    <a:pt x="29" y="126"/>
                    <a:pt x="29" y="134"/>
                    <a:pt x="29" y="135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44"/>
                    <a:pt x="36" y="151"/>
                    <a:pt x="44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87" y="151"/>
                    <a:pt x="94" y="144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4"/>
                    <a:pt x="94" y="126"/>
                    <a:pt x="95" y="121"/>
                  </a:cubicBezTo>
                  <a:cubicBezTo>
                    <a:pt x="95" y="120"/>
                    <a:pt x="95" y="119"/>
                    <a:pt x="96" y="118"/>
                  </a:cubicBezTo>
                  <a:cubicBezTo>
                    <a:pt x="97" y="116"/>
                    <a:pt x="100" y="114"/>
                    <a:pt x="102" y="111"/>
                  </a:cubicBezTo>
                  <a:cubicBezTo>
                    <a:pt x="106" y="106"/>
                    <a:pt x="112" y="101"/>
                    <a:pt x="116" y="93"/>
                  </a:cubicBezTo>
                  <a:cubicBezTo>
                    <a:pt x="120" y="85"/>
                    <a:pt x="123" y="75"/>
                    <a:pt x="123" y="62"/>
                  </a:cubicBezTo>
                  <a:close/>
                  <a:moveTo>
                    <a:pt x="58" y="27"/>
                  </a:moveTo>
                  <a:cubicBezTo>
                    <a:pt x="50" y="27"/>
                    <a:pt x="45" y="29"/>
                    <a:pt x="41" y="32"/>
                  </a:cubicBezTo>
                  <a:cubicBezTo>
                    <a:pt x="37" y="35"/>
                    <a:pt x="34" y="39"/>
                    <a:pt x="32" y="43"/>
                  </a:cubicBezTo>
                  <a:cubicBezTo>
                    <a:pt x="28" y="51"/>
                    <a:pt x="28" y="60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5"/>
                    <a:pt x="25" y="68"/>
                    <a:pt x="21" y="68"/>
                  </a:cubicBezTo>
                  <a:cubicBezTo>
                    <a:pt x="17" y="68"/>
                    <a:pt x="14" y="65"/>
                    <a:pt x="14" y="61"/>
                  </a:cubicBezTo>
                  <a:cubicBezTo>
                    <a:pt x="14" y="61"/>
                    <a:pt x="14" y="57"/>
                    <a:pt x="15" y="52"/>
                  </a:cubicBezTo>
                  <a:cubicBezTo>
                    <a:pt x="16" y="47"/>
                    <a:pt x="18" y="40"/>
                    <a:pt x="22" y="34"/>
                  </a:cubicBezTo>
                  <a:cubicBezTo>
                    <a:pt x="24" y="29"/>
                    <a:pt x="28" y="25"/>
                    <a:pt x="32" y="22"/>
                  </a:cubicBezTo>
                  <a:cubicBezTo>
                    <a:pt x="39" y="17"/>
                    <a:pt x="47" y="14"/>
                    <a:pt x="58" y="13"/>
                  </a:cubicBezTo>
                  <a:cubicBezTo>
                    <a:pt x="62" y="13"/>
                    <a:pt x="65" y="16"/>
                    <a:pt x="65" y="20"/>
                  </a:cubicBezTo>
                  <a:cubicBezTo>
                    <a:pt x="65" y="24"/>
                    <a:pt x="62" y="27"/>
                    <a:pt x="58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9" name="矩形-10"/>
            <p:cNvSpPr/>
            <p:nvPr/>
          </p:nvSpPr>
          <p:spPr bwMode="auto">
            <a:xfrm>
              <a:off x="903736" y="2567922"/>
              <a:ext cx="30388" cy="31988"/>
            </a:xfrm>
            <a:custGeom>
              <a:avLst/>
              <a:gdLst>
                <a:gd name="T0" fmla="*/ 8 w 24"/>
                <a:gd name="T1" fmla="*/ 0 h 25"/>
                <a:gd name="T2" fmla="*/ 0 w 24"/>
                <a:gd name="T3" fmla="*/ 10 h 25"/>
                <a:gd name="T4" fmla="*/ 12 w 24"/>
                <a:gd name="T5" fmla="*/ 23 h 25"/>
                <a:gd name="T6" fmla="*/ 22 w 24"/>
                <a:gd name="T7" fmla="*/ 23 h 25"/>
                <a:gd name="T8" fmla="*/ 22 w 24"/>
                <a:gd name="T9" fmla="*/ 13 h 25"/>
                <a:gd name="T10" fmla="*/ 8 w 24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5">
                  <a:moveTo>
                    <a:pt x="8" y="0"/>
                  </a:moveTo>
                  <a:cubicBezTo>
                    <a:pt x="6" y="4"/>
                    <a:pt x="3" y="7"/>
                    <a:pt x="0" y="1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5" y="25"/>
                    <a:pt x="19" y="25"/>
                    <a:pt x="22" y="23"/>
                  </a:cubicBezTo>
                  <a:cubicBezTo>
                    <a:pt x="24" y="20"/>
                    <a:pt x="24" y="16"/>
                    <a:pt x="22" y="13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2" name="矩形-11"/>
            <p:cNvSpPr/>
            <p:nvPr/>
          </p:nvSpPr>
          <p:spPr bwMode="auto">
            <a:xfrm>
              <a:off x="930926" y="2497549"/>
              <a:ext cx="38385" cy="16793"/>
            </a:xfrm>
            <a:custGeom>
              <a:avLst/>
              <a:gdLst>
                <a:gd name="T0" fmla="*/ 24 w 30"/>
                <a:gd name="T1" fmla="*/ 0 h 13"/>
                <a:gd name="T2" fmla="*/ 0 w 30"/>
                <a:gd name="T3" fmla="*/ 0 h 13"/>
                <a:gd name="T4" fmla="*/ 0 w 30"/>
                <a:gd name="T5" fmla="*/ 9 h 13"/>
                <a:gd name="T6" fmla="*/ 0 w 30"/>
                <a:gd name="T7" fmla="*/ 13 h 13"/>
                <a:gd name="T8" fmla="*/ 24 w 30"/>
                <a:gd name="T9" fmla="*/ 13 h 13"/>
                <a:gd name="T10" fmla="*/ 30 w 30"/>
                <a:gd name="T11" fmla="*/ 6 h 13"/>
                <a:gd name="T12" fmla="*/ 24 w 30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">
                  <a:moveTo>
                    <a:pt x="2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7" y="13"/>
                    <a:pt x="30" y="10"/>
                    <a:pt x="30" y="6"/>
                  </a:cubicBezTo>
                  <a:cubicBezTo>
                    <a:pt x="30" y="3"/>
                    <a:pt x="27" y="0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2831904" y="1090037"/>
            <a:ext cx="2483023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薪资核发</a:t>
            </a:r>
            <a:endParaRPr lang="zh-CN" altLang="en-US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244600" y="1396855"/>
            <a:ext cx="4078953" cy="52597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绩效调薪、工龄工资调整；年度工资调整；拟定、核发特殊岗位津贴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373381" y="2113863"/>
            <a:ext cx="2483023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年检与社保</a:t>
            </a:r>
            <a:endParaRPr lang="zh-CN" altLang="en-US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86077" y="2420681"/>
            <a:ext cx="4078953" cy="7874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年劳动监察年检、申报社会保险缴费基数；每月参保下保业务办理、各类保险金额的统计请款、补扣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养老、失业等应补交金额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95603" y="3391689"/>
            <a:ext cx="3668954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完成年度预算与人力成本</a:t>
            </a:r>
            <a:r>
              <a:rPr lang="en-US" altLang="zh-CN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KPI</a:t>
            </a:r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指标的分析</a:t>
            </a:r>
            <a:endParaRPr lang="zh-CN" altLang="en-US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94229" y="3685807"/>
            <a:ext cx="4078953" cy="2859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建立薪资、社保统计数据库等人力资源专项统计数据库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1000">
        <p:split orient="vert"/>
      </p:transition>
    </mc:Choice>
    <mc:Fallback>
      <p:transition spd="slow" advTm="11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49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49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49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49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149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649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149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149"/>
                            </p:stCondLst>
                            <p:childTnLst>
                              <p:par>
                                <p:cTn id="4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149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649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149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149"/>
                            </p:stCondLst>
                            <p:childTnLst>
                              <p:par>
                                <p:cTn id="6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8" grpId="0" bldLvl="0" animBg="1"/>
      <p:bldP spid="2" grpId="0" animBg="1"/>
      <p:bldP spid="22" grpId="0" animBg="1"/>
      <p:bldP spid="23" grpId="0" animBg="1"/>
      <p:bldP spid="55" grpId="0"/>
      <p:bldP spid="57" grpId="0"/>
      <p:bldP spid="60" grpId="0"/>
      <p:bldP spid="63" grpId="0"/>
      <p:bldP spid="64" grpId="0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96129" y="145728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专项工作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 flipH="1">
            <a:off x="808318" y="1498600"/>
            <a:ext cx="7527365" cy="2450314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3616633" y="1498600"/>
            <a:ext cx="1512000" cy="245031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220158" y="1498600"/>
            <a:ext cx="1512000" cy="245031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823683" y="1498600"/>
            <a:ext cx="1512000" cy="245031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107378" y="1685742"/>
            <a:ext cx="468000" cy="468000"/>
            <a:chOff x="4107378" y="1685742"/>
            <a:chExt cx="468000" cy="468000"/>
          </a:xfrm>
        </p:grpSpPr>
        <p:sp>
          <p:nvSpPr>
            <p:cNvPr id="24" name="同心圆 23"/>
            <p:cNvSpPr/>
            <p:nvPr/>
          </p:nvSpPr>
          <p:spPr>
            <a:xfrm>
              <a:off x="4107378" y="1685742"/>
              <a:ext cx="468000" cy="468000"/>
            </a:xfrm>
            <a:prstGeom prst="donut">
              <a:avLst>
                <a:gd name="adj" fmla="val 7505"/>
              </a:avLst>
            </a:prstGeom>
            <a:solidFill>
              <a:srgbClr val="D85737"/>
            </a:solidFill>
            <a:ln>
              <a:solidFill>
                <a:srgbClr val="D85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矩形-3"/>
            <p:cNvSpPr>
              <a:spLocks noEditPoints="1"/>
            </p:cNvSpPr>
            <p:nvPr/>
          </p:nvSpPr>
          <p:spPr bwMode="auto">
            <a:xfrm>
              <a:off x="4216229" y="1794593"/>
              <a:ext cx="250297" cy="250297"/>
            </a:xfrm>
            <a:custGeom>
              <a:avLst/>
              <a:gdLst>
                <a:gd name="T0" fmla="*/ 64 w 232"/>
                <a:gd name="T1" fmla="*/ 72 h 230"/>
                <a:gd name="T2" fmla="*/ 64 w 232"/>
                <a:gd name="T3" fmla="*/ 157 h 230"/>
                <a:gd name="T4" fmla="*/ 64 w 232"/>
                <a:gd name="T5" fmla="*/ 157 h 230"/>
                <a:gd name="T6" fmla="*/ 123 w 232"/>
                <a:gd name="T7" fmla="*/ 202 h 230"/>
                <a:gd name="T8" fmla="*/ 123 w 232"/>
                <a:gd name="T9" fmla="*/ 164 h 230"/>
                <a:gd name="T10" fmla="*/ 123 w 232"/>
                <a:gd name="T11" fmla="*/ 65 h 230"/>
                <a:gd name="T12" fmla="*/ 123 w 232"/>
                <a:gd name="T13" fmla="*/ 26 h 230"/>
                <a:gd name="T14" fmla="*/ 64 w 232"/>
                <a:gd name="T15" fmla="*/ 72 h 230"/>
                <a:gd name="T16" fmla="*/ 64 w 232"/>
                <a:gd name="T17" fmla="*/ 72 h 230"/>
                <a:gd name="T18" fmla="*/ 171 w 232"/>
                <a:gd name="T19" fmla="*/ 38 h 230"/>
                <a:gd name="T20" fmla="*/ 171 w 232"/>
                <a:gd name="T21" fmla="*/ 38 h 230"/>
                <a:gd name="T22" fmla="*/ 168 w 232"/>
                <a:gd name="T23" fmla="*/ 26 h 230"/>
                <a:gd name="T24" fmla="*/ 180 w 232"/>
                <a:gd name="T25" fmla="*/ 23 h 230"/>
                <a:gd name="T26" fmla="*/ 218 w 232"/>
                <a:gd name="T27" fmla="*/ 62 h 230"/>
                <a:gd name="T28" fmla="*/ 232 w 232"/>
                <a:gd name="T29" fmla="*/ 114 h 230"/>
                <a:gd name="T30" fmla="*/ 218 w 232"/>
                <a:gd name="T31" fmla="*/ 167 h 230"/>
                <a:gd name="T32" fmla="*/ 180 w 232"/>
                <a:gd name="T33" fmla="*/ 206 h 230"/>
                <a:gd name="T34" fmla="*/ 168 w 232"/>
                <a:gd name="T35" fmla="*/ 203 h 230"/>
                <a:gd name="T36" fmla="*/ 171 w 232"/>
                <a:gd name="T37" fmla="*/ 191 h 230"/>
                <a:gd name="T38" fmla="*/ 203 w 232"/>
                <a:gd name="T39" fmla="*/ 158 h 230"/>
                <a:gd name="T40" fmla="*/ 214 w 232"/>
                <a:gd name="T41" fmla="*/ 114 h 230"/>
                <a:gd name="T42" fmla="*/ 203 w 232"/>
                <a:gd name="T43" fmla="*/ 71 h 230"/>
                <a:gd name="T44" fmla="*/ 171 w 232"/>
                <a:gd name="T45" fmla="*/ 38 h 230"/>
                <a:gd name="T46" fmla="*/ 53 w 232"/>
                <a:gd name="T47" fmla="*/ 74 h 230"/>
                <a:gd name="T48" fmla="*/ 53 w 232"/>
                <a:gd name="T49" fmla="*/ 74 h 230"/>
                <a:gd name="T50" fmla="*/ 17 w 232"/>
                <a:gd name="T51" fmla="*/ 74 h 230"/>
                <a:gd name="T52" fmla="*/ 17 w 232"/>
                <a:gd name="T53" fmla="*/ 155 h 230"/>
                <a:gd name="T54" fmla="*/ 53 w 232"/>
                <a:gd name="T55" fmla="*/ 155 h 230"/>
                <a:gd name="T56" fmla="*/ 53 w 232"/>
                <a:gd name="T57" fmla="*/ 74 h 230"/>
                <a:gd name="T58" fmla="*/ 56 w 232"/>
                <a:gd name="T59" fmla="*/ 56 h 230"/>
                <a:gd name="T60" fmla="*/ 56 w 232"/>
                <a:gd name="T61" fmla="*/ 56 h 230"/>
                <a:gd name="T62" fmla="*/ 127 w 232"/>
                <a:gd name="T63" fmla="*/ 2 h 230"/>
                <a:gd name="T64" fmla="*/ 132 w 232"/>
                <a:gd name="T65" fmla="*/ 0 h 230"/>
                <a:gd name="T66" fmla="*/ 141 w 232"/>
                <a:gd name="T67" fmla="*/ 9 h 230"/>
                <a:gd name="T68" fmla="*/ 141 w 232"/>
                <a:gd name="T69" fmla="*/ 65 h 230"/>
                <a:gd name="T70" fmla="*/ 141 w 232"/>
                <a:gd name="T71" fmla="*/ 67 h 230"/>
                <a:gd name="T72" fmla="*/ 162 w 232"/>
                <a:gd name="T73" fmla="*/ 83 h 230"/>
                <a:gd name="T74" fmla="*/ 173 w 232"/>
                <a:gd name="T75" fmla="*/ 114 h 230"/>
                <a:gd name="T76" fmla="*/ 162 w 232"/>
                <a:gd name="T77" fmla="*/ 146 h 230"/>
                <a:gd name="T78" fmla="*/ 141 w 232"/>
                <a:gd name="T79" fmla="*/ 162 h 230"/>
                <a:gd name="T80" fmla="*/ 141 w 232"/>
                <a:gd name="T81" fmla="*/ 164 h 230"/>
                <a:gd name="T82" fmla="*/ 141 w 232"/>
                <a:gd name="T83" fmla="*/ 220 h 230"/>
                <a:gd name="T84" fmla="*/ 139 w 232"/>
                <a:gd name="T85" fmla="*/ 226 h 230"/>
                <a:gd name="T86" fmla="*/ 127 w 232"/>
                <a:gd name="T87" fmla="*/ 227 h 230"/>
                <a:gd name="T88" fmla="*/ 56 w 232"/>
                <a:gd name="T89" fmla="*/ 173 h 230"/>
                <a:gd name="T90" fmla="*/ 9 w 232"/>
                <a:gd name="T91" fmla="*/ 173 h 230"/>
                <a:gd name="T92" fmla="*/ 9 w 232"/>
                <a:gd name="T93" fmla="*/ 173 h 230"/>
                <a:gd name="T94" fmla="*/ 0 w 232"/>
                <a:gd name="T95" fmla="*/ 164 h 230"/>
                <a:gd name="T96" fmla="*/ 0 w 232"/>
                <a:gd name="T97" fmla="*/ 65 h 230"/>
                <a:gd name="T98" fmla="*/ 0 w 232"/>
                <a:gd name="T99" fmla="*/ 65 h 230"/>
                <a:gd name="T100" fmla="*/ 9 w 232"/>
                <a:gd name="T101" fmla="*/ 56 h 230"/>
                <a:gd name="T102" fmla="*/ 56 w 232"/>
                <a:gd name="T103" fmla="*/ 56 h 230"/>
                <a:gd name="T104" fmla="*/ 141 w 232"/>
                <a:gd name="T105" fmla="*/ 79 h 230"/>
                <a:gd name="T106" fmla="*/ 141 w 232"/>
                <a:gd name="T107" fmla="*/ 79 h 230"/>
                <a:gd name="T108" fmla="*/ 141 w 232"/>
                <a:gd name="T109" fmla="*/ 150 h 230"/>
                <a:gd name="T110" fmla="*/ 154 w 232"/>
                <a:gd name="T111" fmla="*/ 140 h 230"/>
                <a:gd name="T112" fmla="*/ 162 w 232"/>
                <a:gd name="T113" fmla="*/ 114 h 230"/>
                <a:gd name="T114" fmla="*/ 154 w 232"/>
                <a:gd name="T115" fmla="*/ 89 h 230"/>
                <a:gd name="T116" fmla="*/ 141 w 232"/>
                <a:gd name="T117" fmla="*/ 79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2" h="230">
                  <a:moveTo>
                    <a:pt x="64" y="72"/>
                  </a:moveTo>
                  <a:cubicBezTo>
                    <a:pt x="64" y="157"/>
                    <a:pt x="64" y="157"/>
                    <a:pt x="64" y="157"/>
                  </a:cubicBezTo>
                  <a:cubicBezTo>
                    <a:pt x="64" y="157"/>
                    <a:pt x="64" y="157"/>
                    <a:pt x="64" y="157"/>
                  </a:cubicBezTo>
                  <a:cubicBezTo>
                    <a:pt x="123" y="202"/>
                    <a:pt x="123" y="202"/>
                    <a:pt x="123" y="202"/>
                  </a:cubicBezTo>
                  <a:cubicBezTo>
                    <a:pt x="123" y="164"/>
                    <a:pt x="123" y="164"/>
                    <a:pt x="123" y="164"/>
                  </a:cubicBezTo>
                  <a:cubicBezTo>
                    <a:pt x="123" y="65"/>
                    <a:pt x="123" y="65"/>
                    <a:pt x="123" y="65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4" y="72"/>
                    <a:pt x="64" y="72"/>
                    <a:pt x="64" y="72"/>
                  </a:cubicBezTo>
                  <a:close/>
                  <a:moveTo>
                    <a:pt x="171" y="38"/>
                  </a:moveTo>
                  <a:cubicBezTo>
                    <a:pt x="171" y="38"/>
                    <a:pt x="171" y="38"/>
                    <a:pt x="171" y="38"/>
                  </a:cubicBezTo>
                  <a:cubicBezTo>
                    <a:pt x="167" y="36"/>
                    <a:pt x="165" y="30"/>
                    <a:pt x="168" y="26"/>
                  </a:cubicBezTo>
                  <a:cubicBezTo>
                    <a:pt x="170" y="22"/>
                    <a:pt x="176" y="21"/>
                    <a:pt x="180" y="23"/>
                  </a:cubicBezTo>
                  <a:cubicBezTo>
                    <a:pt x="196" y="33"/>
                    <a:pt x="209" y="46"/>
                    <a:pt x="218" y="62"/>
                  </a:cubicBezTo>
                  <a:cubicBezTo>
                    <a:pt x="227" y="77"/>
                    <a:pt x="232" y="95"/>
                    <a:pt x="232" y="114"/>
                  </a:cubicBezTo>
                  <a:cubicBezTo>
                    <a:pt x="232" y="133"/>
                    <a:pt x="227" y="151"/>
                    <a:pt x="218" y="167"/>
                  </a:cubicBezTo>
                  <a:cubicBezTo>
                    <a:pt x="209" y="183"/>
                    <a:pt x="196" y="196"/>
                    <a:pt x="180" y="206"/>
                  </a:cubicBezTo>
                  <a:cubicBezTo>
                    <a:pt x="176" y="208"/>
                    <a:pt x="170" y="207"/>
                    <a:pt x="168" y="203"/>
                  </a:cubicBezTo>
                  <a:cubicBezTo>
                    <a:pt x="165" y="199"/>
                    <a:pt x="167" y="193"/>
                    <a:pt x="171" y="191"/>
                  </a:cubicBezTo>
                  <a:cubicBezTo>
                    <a:pt x="184" y="183"/>
                    <a:pt x="195" y="172"/>
                    <a:pt x="203" y="158"/>
                  </a:cubicBezTo>
                  <a:cubicBezTo>
                    <a:pt x="210" y="145"/>
                    <a:pt x="214" y="130"/>
                    <a:pt x="214" y="114"/>
                  </a:cubicBezTo>
                  <a:cubicBezTo>
                    <a:pt x="214" y="98"/>
                    <a:pt x="210" y="84"/>
                    <a:pt x="203" y="71"/>
                  </a:cubicBezTo>
                  <a:cubicBezTo>
                    <a:pt x="195" y="57"/>
                    <a:pt x="184" y="46"/>
                    <a:pt x="171" y="38"/>
                  </a:cubicBezTo>
                  <a:close/>
                  <a:moveTo>
                    <a:pt x="53" y="74"/>
                  </a:moveTo>
                  <a:cubicBezTo>
                    <a:pt x="53" y="74"/>
                    <a:pt x="53" y="74"/>
                    <a:pt x="53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7" y="155"/>
                    <a:pt x="17" y="155"/>
                    <a:pt x="17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74"/>
                    <a:pt x="53" y="74"/>
                    <a:pt x="53" y="74"/>
                  </a:cubicBezTo>
                  <a:close/>
                  <a:moveTo>
                    <a:pt x="56" y="56"/>
                  </a:moveTo>
                  <a:cubicBezTo>
                    <a:pt x="56" y="56"/>
                    <a:pt x="56" y="56"/>
                    <a:pt x="56" y="56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8" y="1"/>
                    <a:pt x="130" y="0"/>
                    <a:pt x="132" y="0"/>
                  </a:cubicBezTo>
                  <a:cubicBezTo>
                    <a:pt x="137" y="0"/>
                    <a:pt x="141" y="4"/>
                    <a:pt x="141" y="9"/>
                  </a:cubicBezTo>
                  <a:cubicBezTo>
                    <a:pt x="141" y="65"/>
                    <a:pt x="141" y="65"/>
                    <a:pt x="141" y="65"/>
                  </a:cubicBezTo>
                  <a:cubicBezTo>
                    <a:pt x="141" y="67"/>
                    <a:pt x="141" y="67"/>
                    <a:pt x="141" y="67"/>
                  </a:cubicBezTo>
                  <a:cubicBezTo>
                    <a:pt x="149" y="71"/>
                    <a:pt x="156" y="76"/>
                    <a:pt x="162" y="83"/>
                  </a:cubicBezTo>
                  <a:cubicBezTo>
                    <a:pt x="169" y="92"/>
                    <a:pt x="173" y="103"/>
                    <a:pt x="173" y="114"/>
                  </a:cubicBezTo>
                  <a:cubicBezTo>
                    <a:pt x="173" y="126"/>
                    <a:pt x="169" y="137"/>
                    <a:pt x="162" y="146"/>
                  </a:cubicBezTo>
                  <a:cubicBezTo>
                    <a:pt x="157" y="153"/>
                    <a:pt x="149" y="158"/>
                    <a:pt x="141" y="162"/>
                  </a:cubicBezTo>
                  <a:cubicBezTo>
                    <a:pt x="141" y="164"/>
                    <a:pt x="141" y="164"/>
                    <a:pt x="141" y="164"/>
                  </a:cubicBezTo>
                  <a:cubicBezTo>
                    <a:pt x="141" y="220"/>
                    <a:pt x="141" y="220"/>
                    <a:pt x="141" y="220"/>
                  </a:cubicBezTo>
                  <a:cubicBezTo>
                    <a:pt x="141" y="222"/>
                    <a:pt x="141" y="224"/>
                    <a:pt x="139" y="226"/>
                  </a:cubicBezTo>
                  <a:cubicBezTo>
                    <a:pt x="136" y="230"/>
                    <a:pt x="131" y="230"/>
                    <a:pt x="127" y="227"/>
                  </a:cubicBezTo>
                  <a:cubicBezTo>
                    <a:pt x="56" y="173"/>
                    <a:pt x="56" y="173"/>
                    <a:pt x="56" y="173"/>
                  </a:cubicBezTo>
                  <a:cubicBezTo>
                    <a:pt x="9" y="173"/>
                    <a:pt x="9" y="173"/>
                    <a:pt x="9" y="173"/>
                  </a:cubicBezTo>
                  <a:cubicBezTo>
                    <a:pt x="9" y="173"/>
                    <a:pt x="9" y="173"/>
                    <a:pt x="9" y="173"/>
                  </a:cubicBezTo>
                  <a:cubicBezTo>
                    <a:pt x="4" y="173"/>
                    <a:pt x="0" y="169"/>
                    <a:pt x="0" y="16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0"/>
                    <a:pt x="4" y="56"/>
                    <a:pt x="9" y="56"/>
                  </a:cubicBezTo>
                  <a:cubicBezTo>
                    <a:pt x="56" y="56"/>
                    <a:pt x="56" y="56"/>
                    <a:pt x="56" y="56"/>
                  </a:cubicBezTo>
                  <a:close/>
                  <a:moveTo>
                    <a:pt x="141" y="79"/>
                  </a:moveTo>
                  <a:cubicBezTo>
                    <a:pt x="141" y="79"/>
                    <a:pt x="141" y="79"/>
                    <a:pt x="141" y="79"/>
                  </a:cubicBezTo>
                  <a:cubicBezTo>
                    <a:pt x="141" y="150"/>
                    <a:pt x="141" y="150"/>
                    <a:pt x="141" y="150"/>
                  </a:cubicBezTo>
                  <a:cubicBezTo>
                    <a:pt x="146" y="147"/>
                    <a:pt x="150" y="144"/>
                    <a:pt x="154" y="140"/>
                  </a:cubicBezTo>
                  <a:cubicBezTo>
                    <a:pt x="159" y="133"/>
                    <a:pt x="162" y="124"/>
                    <a:pt x="162" y="114"/>
                  </a:cubicBezTo>
                  <a:cubicBezTo>
                    <a:pt x="162" y="105"/>
                    <a:pt x="159" y="96"/>
                    <a:pt x="154" y="89"/>
                  </a:cubicBezTo>
                  <a:cubicBezTo>
                    <a:pt x="150" y="85"/>
                    <a:pt x="146" y="81"/>
                    <a:pt x="141" y="79"/>
                  </a:cubicBezTo>
                  <a:close/>
                </a:path>
              </a:pathLst>
            </a:custGeom>
            <a:solidFill>
              <a:srgbClr val="D8573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710903" y="1685742"/>
            <a:ext cx="468000" cy="468000"/>
            <a:chOff x="5710903" y="1685742"/>
            <a:chExt cx="468000" cy="468000"/>
          </a:xfrm>
        </p:grpSpPr>
        <p:sp>
          <p:nvSpPr>
            <p:cNvPr id="26" name="同心圆 25"/>
            <p:cNvSpPr/>
            <p:nvPr/>
          </p:nvSpPr>
          <p:spPr>
            <a:xfrm>
              <a:off x="5710903" y="1685742"/>
              <a:ext cx="468000" cy="468000"/>
            </a:xfrm>
            <a:prstGeom prst="donut">
              <a:avLst>
                <a:gd name="adj" fmla="val 7505"/>
              </a:avLst>
            </a:prstGeom>
            <a:solidFill>
              <a:srgbClr val="189983"/>
            </a:solidFill>
            <a:ln>
              <a:solidFill>
                <a:srgbClr val="189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矩形-2"/>
            <p:cNvSpPr>
              <a:spLocks noEditPoints="1"/>
            </p:cNvSpPr>
            <p:nvPr/>
          </p:nvSpPr>
          <p:spPr bwMode="auto">
            <a:xfrm>
              <a:off x="5828285" y="1816082"/>
              <a:ext cx="233236" cy="207321"/>
            </a:xfrm>
            <a:custGeom>
              <a:avLst/>
              <a:gdLst>
                <a:gd name="T0" fmla="*/ 5 w 123"/>
                <a:gd name="T1" fmla="*/ 0 h 108"/>
                <a:gd name="T2" fmla="*/ 123 w 123"/>
                <a:gd name="T3" fmla="*/ 5 h 108"/>
                <a:gd name="T4" fmla="*/ 123 w 123"/>
                <a:gd name="T5" fmla="*/ 104 h 108"/>
                <a:gd name="T6" fmla="*/ 118 w 123"/>
                <a:gd name="T7" fmla="*/ 108 h 108"/>
                <a:gd name="T8" fmla="*/ 0 w 123"/>
                <a:gd name="T9" fmla="*/ 104 h 108"/>
                <a:gd name="T10" fmla="*/ 0 w 123"/>
                <a:gd name="T11" fmla="*/ 77 h 108"/>
                <a:gd name="T12" fmla="*/ 3 w 123"/>
                <a:gd name="T13" fmla="*/ 75 h 108"/>
                <a:gd name="T14" fmla="*/ 26 w 123"/>
                <a:gd name="T15" fmla="*/ 75 h 108"/>
                <a:gd name="T16" fmla="*/ 28 w 123"/>
                <a:gd name="T17" fmla="*/ 84 h 108"/>
                <a:gd name="T18" fmla="*/ 28 w 123"/>
                <a:gd name="T19" fmla="*/ 50 h 108"/>
                <a:gd name="T20" fmla="*/ 28 w 123"/>
                <a:gd name="T21" fmla="*/ 56 h 108"/>
                <a:gd name="T22" fmla="*/ 3 w 123"/>
                <a:gd name="T23" fmla="*/ 59 h 108"/>
                <a:gd name="T24" fmla="*/ 0 w 123"/>
                <a:gd name="T25" fmla="*/ 56 h 108"/>
                <a:gd name="T26" fmla="*/ 5 w 123"/>
                <a:gd name="T27" fmla="*/ 0 h 108"/>
                <a:gd name="T28" fmla="*/ 10 w 123"/>
                <a:gd name="T29" fmla="*/ 80 h 108"/>
                <a:gd name="T30" fmla="*/ 113 w 123"/>
                <a:gd name="T31" fmla="*/ 99 h 108"/>
                <a:gd name="T32" fmla="*/ 10 w 123"/>
                <a:gd name="T33" fmla="*/ 35 h 108"/>
                <a:gd name="T34" fmla="*/ 23 w 123"/>
                <a:gd name="T35" fmla="*/ 53 h 108"/>
                <a:gd name="T36" fmla="*/ 26 w 123"/>
                <a:gd name="T37" fmla="*/ 40 h 108"/>
                <a:gd name="T38" fmla="*/ 28 w 123"/>
                <a:gd name="T39" fmla="*/ 41 h 108"/>
                <a:gd name="T40" fmla="*/ 52 w 123"/>
                <a:gd name="T41" fmla="*/ 69 h 108"/>
                <a:gd name="T42" fmla="*/ 24 w 123"/>
                <a:gd name="T43" fmla="*/ 93 h 108"/>
                <a:gd name="T44" fmla="*/ 23 w 123"/>
                <a:gd name="T45" fmla="*/ 80 h 108"/>
                <a:gd name="T46" fmla="*/ 103 w 123"/>
                <a:gd name="T47" fmla="*/ 45 h 108"/>
                <a:gd name="T48" fmla="*/ 106 w 123"/>
                <a:gd name="T49" fmla="*/ 48 h 108"/>
                <a:gd name="T50" fmla="*/ 63 w 123"/>
                <a:gd name="T51" fmla="*/ 51 h 108"/>
                <a:gd name="T52" fmla="*/ 63 w 123"/>
                <a:gd name="T53" fmla="*/ 45 h 108"/>
                <a:gd name="T54" fmla="*/ 92 w 123"/>
                <a:gd name="T55" fmla="*/ 83 h 108"/>
                <a:gd name="T56" fmla="*/ 94 w 123"/>
                <a:gd name="T57" fmla="*/ 85 h 108"/>
                <a:gd name="T58" fmla="*/ 63 w 123"/>
                <a:gd name="T59" fmla="*/ 88 h 108"/>
                <a:gd name="T60" fmla="*/ 63 w 123"/>
                <a:gd name="T61" fmla="*/ 83 h 108"/>
                <a:gd name="T62" fmla="*/ 103 w 123"/>
                <a:gd name="T63" fmla="*/ 58 h 108"/>
                <a:gd name="T64" fmla="*/ 106 w 123"/>
                <a:gd name="T65" fmla="*/ 61 h 108"/>
                <a:gd name="T66" fmla="*/ 63 w 123"/>
                <a:gd name="T67" fmla="*/ 63 h 108"/>
                <a:gd name="T68" fmla="*/ 63 w 123"/>
                <a:gd name="T69" fmla="*/ 58 h 108"/>
                <a:gd name="T70" fmla="*/ 103 w 123"/>
                <a:gd name="T71" fmla="*/ 70 h 108"/>
                <a:gd name="T72" fmla="*/ 106 w 123"/>
                <a:gd name="T73" fmla="*/ 73 h 108"/>
                <a:gd name="T74" fmla="*/ 63 w 123"/>
                <a:gd name="T75" fmla="*/ 76 h 108"/>
                <a:gd name="T76" fmla="*/ 63 w 123"/>
                <a:gd name="T77" fmla="*/ 70 h 108"/>
                <a:gd name="T78" fmla="*/ 106 w 123"/>
                <a:gd name="T79" fmla="*/ 15 h 108"/>
                <a:gd name="T80" fmla="*/ 111 w 123"/>
                <a:gd name="T81" fmla="*/ 19 h 108"/>
                <a:gd name="T82" fmla="*/ 101 w 123"/>
                <a:gd name="T83" fmla="*/ 19 h 108"/>
                <a:gd name="T84" fmla="*/ 94 w 123"/>
                <a:gd name="T85" fmla="*/ 15 h 108"/>
                <a:gd name="T86" fmla="*/ 99 w 123"/>
                <a:gd name="T87" fmla="*/ 19 h 108"/>
                <a:gd name="T88" fmla="*/ 90 w 123"/>
                <a:gd name="T89" fmla="*/ 19 h 108"/>
                <a:gd name="T90" fmla="*/ 83 w 123"/>
                <a:gd name="T91" fmla="*/ 15 h 108"/>
                <a:gd name="T92" fmla="*/ 88 w 123"/>
                <a:gd name="T93" fmla="*/ 19 h 108"/>
                <a:gd name="T94" fmla="*/ 78 w 123"/>
                <a:gd name="T95" fmla="*/ 19 h 108"/>
                <a:gd name="T96" fmla="*/ 10 w 123"/>
                <a:gd name="T97" fmla="*/ 29 h 108"/>
                <a:gd name="T98" fmla="*/ 113 w 123"/>
                <a:gd name="T99" fmla="*/ 29 h 108"/>
                <a:gd name="T100" fmla="*/ 10 w 123"/>
                <a:gd name="T101" fmla="*/ 1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08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1" y="0"/>
                    <a:pt x="123" y="2"/>
                    <a:pt x="123" y="5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23" y="106"/>
                    <a:pt x="121" y="108"/>
                    <a:pt x="118" y="108"/>
                  </a:cubicBezTo>
                  <a:cubicBezTo>
                    <a:pt x="118" y="108"/>
                    <a:pt x="118" y="108"/>
                    <a:pt x="118" y="108"/>
                  </a:cubicBezTo>
                  <a:cubicBezTo>
                    <a:pt x="5" y="108"/>
                    <a:pt x="5" y="108"/>
                    <a:pt x="5" y="108"/>
                  </a:cubicBezTo>
                  <a:cubicBezTo>
                    <a:pt x="3" y="108"/>
                    <a:pt x="0" y="106"/>
                    <a:pt x="0" y="104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6"/>
                    <a:pt x="2" y="75"/>
                    <a:pt x="3" y="75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7" y="75"/>
                    <a:pt x="28" y="76"/>
                    <a:pt x="28" y="77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8"/>
                    <a:pt x="27" y="59"/>
                    <a:pt x="26" y="59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2" y="59"/>
                    <a:pt x="0" y="58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lose/>
                  <a:moveTo>
                    <a:pt x="10" y="80"/>
                  </a:moveTo>
                  <a:cubicBezTo>
                    <a:pt x="10" y="80"/>
                    <a:pt x="10" y="80"/>
                    <a:pt x="10" y="80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41"/>
                    <a:pt x="24" y="40"/>
                    <a:pt x="26" y="40"/>
                  </a:cubicBezTo>
                  <a:cubicBezTo>
                    <a:pt x="26" y="40"/>
                    <a:pt x="27" y="40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3" y="66"/>
                    <a:pt x="53" y="68"/>
                    <a:pt x="52" y="69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7" y="94"/>
                    <a:pt x="25" y="94"/>
                    <a:pt x="24" y="93"/>
                  </a:cubicBezTo>
                  <a:cubicBezTo>
                    <a:pt x="23" y="92"/>
                    <a:pt x="23" y="92"/>
                    <a:pt x="23" y="91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10" y="80"/>
                    <a:pt x="10" y="80"/>
                    <a:pt x="10" y="80"/>
                  </a:cubicBezTo>
                  <a:close/>
                  <a:moveTo>
                    <a:pt x="103" y="45"/>
                  </a:moveTo>
                  <a:cubicBezTo>
                    <a:pt x="103" y="45"/>
                    <a:pt x="103" y="45"/>
                    <a:pt x="103" y="45"/>
                  </a:cubicBezTo>
                  <a:cubicBezTo>
                    <a:pt x="104" y="45"/>
                    <a:pt x="106" y="47"/>
                    <a:pt x="106" y="48"/>
                  </a:cubicBezTo>
                  <a:cubicBezTo>
                    <a:pt x="106" y="50"/>
                    <a:pt x="104" y="51"/>
                    <a:pt x="103" y="51"/>
                  </a:cubicBezTo>
                  <a:cubicBezTo>
                    <a:pt x="63" y="51"/>
                    <a:pt x="63" y="51"/>
                    <a:pt x="63" y="51"/>
                  </a:cubicBezTo>
                  <a:cubicBezTo>
                    <a:pt x="61" y="51"/>
                    <a:pt x="60" y="50"/>
                    <a:pt x="60" y="48"/>
                  </a:cubicBezTo>
                  <a:cubicBezTo>
                    <a:pt x="60" y="47"/>
                    <a:pt x="61" y="45"/>
                    <a:pt x="63" y="45"/>
                  </a:cubicBezTo>
                  <a:cubicBezTo>
                    <a:pt x="103" y="45"/>
                    <a:pt x="103" y="45"/>
                    <a:pt x="103" y="45"/>
                  </a:cubicBezTo>
                  <a:close/>
                  <a:moveTo>
                    <a:pt x="92" y="83"/>
                  </a:moveTo>
                  <a:cubicBezTo>
                    <a:pt x="92" y="83"/>
                    <a:pt x="92" y="83"/>
                    <a:pt x="92" y="83"/>
                  </a:cubicBezTo>
                  <a:cubicBezTo>
                    <a:pt x="93" y="83"/>
                    <a:pt x="94" y="84"/>
                    <a:pt x="94" y="85"/>
                  </a:cubicBezTo>
                  <a:cubicBezTo>
                    <a:pt x="94" y="87"/>
                    <a:pt x="93" y="88"/>
                    <a:pt x="92" y="88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1" y="88"/>
                    <a:pt x="60" y="87"/>
                    <a:pt x="60" y="85"/>
                  </a:cubicBezTo>
                  <a:cubicBezTo>
                    <a:pt x="60" y="84"/>
                    <a:pt x="61" y="83"/>
                    <a:pt x="63" y="83"/>
                  </a:cubicBezTo>
                  <a:cubicBezTo>
                    <a:pt x="92" y="83"/>
                    <a:pt x="92" y="83"/>
                    <a:pt x="92" y="83"/>
                  </a:cubicBezTo>
                  <a:close/>
                  <a:moveTo>
                    <a:pt x="103" y="58"/>
                  </a:moveTo>
                  <a:cubicBezTo>
                    <a:pt x="103" y="58"/>
                    <a:pt x="103" y="58"/>
                    <a:pt x="103" y="58"/>
                  </a:cubicBezTo>
                  <a:cubicBezTo>
                    <a:pt x="104" y="58"/>
                    <a:pt x="106" y="59"/>
                    <a:pt x="106" y="61"/>
                  </a:cubicBezTo>
                  <a:cubicBezTo>
                    <a:pt x="106" y="62"/>
                    <a:pt x="104" y="63"/>
                    <a:pt x="103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61" y="63"/>
                    <a:pt x="60" y="62"/>
                    <a:pt x="60" y="61"/>
                  </a:cubicBezTo>
                  <a:cubicBezTo>
                    <a:pt x="60" y="59"/>
                    <a:pt x="61" y="58"/>
                    <a:pt x="63" y="58"/>
                  </a:cubicBezTo>
                  <a:cubicBezTo>
                    <a:pt x="103" y="58"/>
                    <a:pt x="103" y="58"/>
                    <a:pt x="103" y="58"/>
                  </a:cubicBezTo>
                  <a:close/>
                  <a:moveTo>
                    <a:pt x="103" y="70"/>
                  </a:moveTo>
                  <a:cubicBezTo>
                    <a:pt x="103" y="70"/>
                    <a:pt x="103" y="70"/>
                    <a:pt x="103" y="70"/>
                  </a:cubicBezTo>
                  <a:cubicBezTo>
                    <a:pt x="104" y="70"/>
                    <a:pt x="106" y="71"/>
                    <a:pt x="106" y="73"/>
                  </a:cubicBezTo>
                  <a:cubicBezTo>
                    <a:pt x="106" y="75"/>
                    <a:pt x="104" y="76"/>
                    <a:pt x="103" y="76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1" y="76"/>
                    <a:pt x="60" y="75"/>
                    <a:pt x="60" y="73"/>
                  </a:cubicBezTo>
                  <a:cubicBezTo>
                    <a:pt x="60" y="71"/>
                    <a:pt x="61" y="70"/>
                    <a:pt x="63" y="70"/>
                  </a:cubicBezTo>
                  <a:cubicBezTo>
                    <a:pt x="103" y="70"/>
                    <a:pt x="103" y="70"/>
                    <a:pt x="103" y="70"/>
                  </a:cubicBezTo>
                  <a:close/>
                  <a:moveTo>
                    <a:pt x="106" y="15"/>
                  </a:moveTo>
                  <a:cubicBezTo>
                    <a:pt x="106" y="15"/>
                    <a:pt x="106" y="15"/>
                    <a:pt x="106" y="15"/>
                  </a:cubicBezTo>
                  <a:cubicBezTo>
                    <a:pt x="108" y="15"/>
                    <a:pt x="111" y="17"/>
                    <a:pt x="111" y="19"/>
                  </a:cubicBezTo>
                  <a:cubicBezTo>
                    <a:pt x="111" y="22"/>
                    <a:pt x="108" y="24"/>
                    <a:pt x="106" y="24"/>
                  </a:cubicBezTo>
                  <a:cubicBezTo>
                    <a:pt x="103" y="24"/>
                    <a:pt x="101" y="22"/>
                    <a:pt x="101" y="19"/>
                  </a:cubicBezTo>
                  <a:cubicBezTo>
                    <a:pt x="101" y="17"/>
                    <a:pt x="103" y="15"/>
                    <a:pt x="106" y="15"/>
                  </a:cubicBezTo>
                  <a:close/>
                  <a:moveTo>
                    <a:pt x="94" y="15"/>
                  </a:moveTo>
                  <a:cubicBezTo>
                    <a:pt x="94" y="15"/>
                    <a:pt x="94" y="15"/>
                    <a:pt x="94" y="15"/>
                  </a:cubicBezTo>
                  <a:cubicBezTo>
                    <a:pt x="97" y="15"/>
                    <a:pt x="99" y="17"/>
                    <a:pt x="99" y="19"/>
                  </a:cubicBezTo>
                  <a:cubicBezTo>
                    <a:pt x="99" y="22"/>
                    <a:pt x="97" y="24"/>
                    <a:pt x="94" y="24"/>
                  </a:cubicBezTo>
                  <a:cubicBezTo>
                    <a:pt x="92" y="24"/>
                    <a:pt x="90" y="22"/>
                    <a:pt x="90" y="19"/>
                  </a:cubicBezTo>
                  <a:cubicBezTo>
                    <a:pt x="90" y="17"/>
                    <a:pt x="92" y="15"/>
                    <a:pt x="94" y="15"/>
                  </a:cubicBezTo>
                  <a:close/>
                  <a:moveTo>
                    <a:pt x="83" y="15"/>
                  </a:moveTo>
                  <a:cubicBezTo>
                    <a:pt x="83" y="15"/>
                    <a:pt x="83" y="15"/>
                    <a:pt x="83" y="15"/>
                  </a:cubicBezTo>
                  <a:cubicBezTo>
                    <a:pt x="85" y="15"/>
                    <a:pt x="88" y="17"/>
                    <a:pt x="88" y="19"/>
                  </a:cubicBezTo>
                  <a:cubicBezTo>
                    <a:pt x="88" y="22"/>
                    <a:pt x="85" y="24"/>
                    <a:pt x="83" y="24"/>
                  </a:cubicBezTo>
                  <a:cubicBezTo>
                    <a:pt x="80" y="24"/>
                    <a:pt x="78" y="22"/>
                    <a:pt x="78" y="19"/>
                  </a:cubicBezTo>
                  <a:cubicBezTo>
                    <a:pt x="78" y="17"/>
                    <a:pt x="80" y="15"/>
                    <a:pt x="83" y="15"/>
                  </a:cubicBezTo>
                  <a:close/>
                  <a:moveTo>
                    <a:pt x="10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29"/>
                    <a:pt x="10" y="29"/>
                    <a:pt x="10" y="29"/>
                  </a:cubicBezTo>
                  <a:close/>
                </a:path>
              </a:pathLst>
            </a:custGeom>
            <a:solidFill>
              <a:srgbClr val="18998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314428" y="1685742"/>
            <a:ext cx="468000" cy="468000"/>
            <a:chOff x="7314428" y="1685742"/>
            <a:chExt cx="468000" cy="468000"/>
          </a:xfrm>
        </p:grpSpPr>
        <p:sp>
          <p:nvSpPr>
            <p:cNvPr id="28" name="同心圆 27"/>
            <p:cNvSpPr/>
            <p:nvPr/>
          </p:nvSpPr>
          <p:spPr>
            <a:xfrm>
              <a:off x="7314428" y="1685742"/>
              <a:ext cx="468000" cy="468000"/>
            </a:xfrm>
            <a:prstGeom prst="donut">
              <a:avLst>
                <a:gd name="adj" fmla="val 7505"/>
              </a:avLst>
            </a:prstGeom>
            <a:solidFill>
              <a:srgbClr val="D85737"/>
            </a:solidFill>
            <a:ln>
              <a:solidFill>
                <a:srgbClr val="D85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矩形-1"/>
            <p:cNvSpPr>
              <a:spLocks noEditPoints="1"/>
            </p:cNvSpPr>
            <p:nvPr/>
          </p:nvSpPr>
          <p:spPr bwMode="auto">
            <a:xfrm>
              <a:off x="7435794" y="1819623"/>
              <a:ext cx="225267" cy="200237"/>
            </a:xfrm>
            <a:custGeom>
              <a:avLst/>
              <a:gdLst>
                <a:gd name="T0" fmla="*/ 101 w 122"/>
                <a:gd name="T1" fmla="*/ 17 h 106"/>
                <a:gd name="T2" fmla="*/ 15 w 122"/>
                <a:gd name="T3" fmla="*/ 48 h 106"/>
                <a:gd name="T4" fmla="*/ 9 w 122"/>
                <a:gd name="T5" fmla="*/ 58 h 106"/>
                <a:gd name="T6" fmla="*/ 17 w 122"/>
                <a:gd name="T7" fmla="*/ 59 h 106"/>
                <a:gd name="T8" fmla="*/ 107 w 122"/>
                <a:gd name="T9" fmla="*/ 96 h 106"/>
                <a:gd name="T10" fmla="*/ 107 w 122"/>
                <a:gd name="T11" fmla="*/ 97 h 106"/>
                <a:gd name="T12" fmla="*/ 112 w 122"/>
                <a:gd name="T13" fmla="*/ 97 h 106"/>
                <a:gd name="T14" fmla="*/ 112 w 122"/>
                <a:gd name="T15" fmla="*/ 97 h 106"/>
                <a:gd name="T16" fmla="*/ 113 w 122"/>
                <a:gd name="T17" fmla="*/ 96 h 106"/>
                <a:gd name="T18" fmla="*/ 113 w 122"/>
                <a:gd name="T19" fmla="*/ 9 h 106"/>
                <a:gd name="T20" fmla="*/ 112 w 122"/>
                <a:gd name="T21" fmla="*/ 9 h 106"/>
                <a:gd name="T22" fmla="*/ 107 w 122"/>
                <a:gd name="T23" fmla="*/ 9 h 106"/>
                <a:gd name="T24" fmla="*/ 107 w 122"/>
                <a:gd name="T25" fmla="*/ 10 h 106"/>
                <a:gd name="T26" fmla="*/ 107 w 122"/>
                <a:gd name="T27" fmla="*/ 11 h 106"/>
                <a:gd name="T28" fmla="*/ 107 w 122"/>
                <a:gd name="T29" fmla="*/ 96 h 106"/>
                <a:gd name="T30" fmla="*/ 92 w 122"/>
                <a:gd name="T31" fmla="*/ 24 h 106"/>
                <a:gd name="T32" fmla="*/ 94 w 122"/>
                <a:gd name="T33" fmla="*/ 30 h 106"/>
                <a:gd name="T34" fmla="*/ 25 w 122"/>
                <a:gd name="T35" fmla="*/ 51 h 106"/>
                <a:gd name="T36" fmla="*/ 92 w 122"/>
                <a:gd name="T37" fmla="*/ 24 h 106"/>
                <a:gd name="T38" fmla="*/ 34 w 122"/>
                <a:gd name="T39" fmla="*/ 75 h 106"/>
                <a:gd name="T40" fmla="*/ 32 w 122"/>
                <a:gd name="T41" fmla="*/ 83 h 106"/>
                <a:gd name="T42" fmla="*/ 58 w 122"/>
                <a:gd name="T43" fmla="*/ 93 h 106"/>
                <a:gd name="T44" fmla="*/ 62 w 122"/>
                <a:gd name="T45" fmla="*/ 93 h 106"/>
                <a:gd name="T46" fmla="*/ 64 w 122"/>
                <a:gd name="T47" fmla="*/ 91 h 106"/>
                <a:gd name="T48" fmla="*/ 66 w 122"/>
                <a:gd name="T49" fmla="*/ 86 h 106"/>
                <a:gd name="T50" fmla="*/ 74 w 122"/>
                <a:gd name="T51" fmla="*/ 90 h 106"/>
                <a:gd name="T52" fmla="*/ 73 w 122"/>
                <a:gd name="T53" fmla="*/ 94 h 106"/>
                <a:gd name="T54" fmla="*/ 66 w 122"/>
                <a:gd name="T55" fmla="*/ 102 h 106"/>
                <a:gd name="T56" fmla="*/ 55 w 122"/>
                <a:gd name="T57" fmla="*/ 102 h 106"/>
                <a:gd name="T58" fmla="*/ 32 w 122"/>
                <a:gd name="T59" fmla="*/ 94 h 106"/>
                <a:gd name="T60" fmla="*/ 23 w 122"/>
                <a:gd name="T61" fmla="*/ 76 h 106"/>
                <a:gd name="T62" fmla="*/ 14 w 122"/>
                <a:gd name="T63" fmla="*/ 68 h 106"/>
                <a:gd name="T64" fmla="*/ 2 w 122"/>
                <a:gd name="T65" fmla="*/ 65 h 106"/>
                <a:gd name="T66" fmla="*/ 0 w 122"/>
                <a:gd name="T67" fmla="*/ 60 h 106"/>
                <a:gd name="T68" fmla="*/ 2 w 122"/>
                <a:gd name="T69" fmla="*/ 41 h 106"/>
                <a:gd name="T70" fmla="*/ 8 w 122"/>
                <a:gd name="T71" fmla="*/ 38 h 106"/>
                <a:gd name="T72" fmla="*/ 98 w 122"/>
                <a:gd name="T73" fmla="*/ 8 h 106"/>
                <a:gd name="T74" fmla="*/ 101 w 122"/>
                <a:gd name="T75" fmla="*/ 2 h 106"/>
                <a:gd name="T76" fmla="*/ 112 w 122"/>
                <a:gd name="T77" fmla="*/ 0 h 106"/>
                <a:gd name="T78" fmla="*/ 120 w 122"/>
                <a:gd name="T79" fmla="*/ 3 h 106"/>
                <a:gd name="T80" fmla="*/ 122 w 122"/>
                <a:gd name="T81" fmla="*/ 96 h 106"/>
                <a:gd name="T82" fmla="*/ 119 w 122"/>
                <a:gd name="T83" fmla="*/ 104 h 106"/>
                <a:gd name="T84" fmla="*/ 112 w 122"/>
                <a:gd name="T85" fmla="*/ 106 h 106"/>
                <a:gd name="T86" fmla="*/ 101 w 122"/>
                <a:gd name="T87" fmla="*/ 103 h 106"/>
                <a:gd name="T88" fmla="*/ 74 w 122"/>
                <a:gd name="T89" fmla="*/ 90 h 106"/>
                <a:gd name="T90" fmla="*/ 101 w 122"/>
                <a:gd name="T91" fmla="*/ 2 h 106"/>
                <a:gd name="T92" fmla="*/ 101 w 122"/>
                <a:gd name="T93" fmla="*/ 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2" h="106">
                  <a:moveTo>
                    <a:pt x="101" y="89"/>
                  </a:moveTo>
                  <a:cubicBezTo>
                    <a:pt x="101" y="17"/>
                    <a:pt x="101" y="17"/>
                    <a:pt x="101" y="1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6" y="48"/>
                    <a:pt x="16" y="48"/>
                    <a:pt x="15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58"/>
                    <a:pt x="16" y="58"/>
                    <a:pt x="17" y="59"/>
                  </a:cubicBezTo>
                  <a:cubicBezTo>
                    <a:pt x="45" y="69"/>
                    <a:pt x="73" y="79"/>
                    <a:pt x="101" y="89"/>
                  </a:cubicBezTo>
                  <a:close/>
                  <a:moveTo>
                    <a:pt x="107" y="96"/>
                  </a:moveTo>
                  <a:cubicBezTo>
                    <a:pt x="107" y="96"/>
                    <a:pt x="107" y="96"/>
                    <a:pt x="107" y="96"/>
                  </a:cubicBezTo>
                  <a:cubicBezTo>
                    <a:pt x="107" y="96"/>
                    <a:pt x="107" y="96"/>
                    <a:pt x="107" y="97"/>
                  </a:cubicBezTo>
                  <a:cubicBezTo>
                    <a:pt x="107" y="97"/>
                    <a:pt x="108" y="97"/>
                    <a:pt x="108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7"/>
                  </a:cubicBezTo>
                  <a:cubicBezTo>
                    <a:pt x="113" y="96"/>
                    <a:pt x="113" y="96"/>
                    <a:pt x="113" y="96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9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08" y="9"/>
                    <a:pt x="108" y="9"/>
                    <a:pt x="108" y="9"/>
                  </a:cubicBezTo>
                  <a:cubicBezTo>
                    <a:pt x="108" y="9"/>
                    <a:pt x="108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39"/>
                    <a:pt x="107" y="68"/>
                    <a:pt x="107" y="96"/>
                  </a:cubicBezTo>
                  <a:close/>
                  <a:moveTo>
                    <a:pt x="92" y="24"/>
                  </a:moveTo>
                  <a:cubicBezTo>
                    <a:pt x="92" y="24"/>
                    <a:pt x="92" y="24"/>
                    <a:pt x="92" y="24"/>
                  </a:cubicBezTo>
                  <a:cubicBezTo>
                    <a:pt x="94" y="24"/>
                    <a:pt x="95" y="24"/>
                    <a:pt x="96" y="26"/>
                  </a:cubicBezTo>
                  <a:cubicBezTo>
                    <a:pt x="96" y="27"/>
                    <a:pt x="96" y="29"/>
                    <a:pt x="94" y="30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8" y="54"/>
                    <a:pt x="26" y="53"/>
                    <a:pt x="25" y="51"/>
                  </a:cubicBezTo>
                  <a:cubicBezTo>
                    <a:pt x="25" y="50"/>
                    <a:pt x="26" y="48"/>
                    <a:pt x="27" y="48"/>
                  </a:cubicBezTo>
                  <a:cubicBezTo>
                    <a:pt x="92" y="24"/>
                    <a:pt x="92" y="24"/>
                    <a:pt x="92" y="24"/>
                  </a:cubicBezTo>
                  <a:close/>
                  <a:moveTo>
                    <a:pt x="34" y="75"/>
                  </a:moveTo>
                  <a:cubicBezTo>
                    <a:pt x="34" y="75"/>
                    <a:pt x="34" y="75"/>
                    <a:pt x="34" y="75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80"/>
                    <a:pt x="32" y="81"/>
                    <a:pt x="32" y="83"/>
                  </a:cubicBezTo>
                  <a:cubicBezTo>
                    <a:pt x="33" y="84"/>
                    <a:pt x="34" y="84"/>
                    <a:pt x="35" y="8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9" y="93"/>
                    <a:pt x="59" y="93"/>
                  </a:cubicBezTo>
                  <a:cubicBezTo>
                    <a:pt x="60" y="94"/>
                    <a:pt x="61" y="94"/>
                    <a:pt x="62" y="93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63" y="93"/>
                    <a:pt x="64" y="92"/>
                    <a:pt x="64" y="91"/>
                  </a:cubicBezTo>
                  <a:cubicBezTo>
                    <a:pt x="64" y="91"/>
                    <a:pt x="64" y="91"/>
                    <a:pt x="64" y="90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34" y="75"/>
                    <a:pt x="34" y="75"/>
                    <a:pt x="34" y="75"/>
                  </a:cubicBezTo>
                  <a:close/>
                  <a:moveTo>
                    <a:pt x="74" y="90"/>
                  </a:moveTo>
                  <a:cubicBezTo>
                    <a:pt x="74" y="90"/>
                    <a:pt x="74" y="90"/>
                    <a:pt x="74" y="90"/>
                  </a:cubicBezTo>
                  <a:cubicBezTo>
                    <a:pt x="73" y="94"/>
                    <a:pt x="73" y="94"/>
                    <a:pt x="73" y="94"/>
                  </a:cubicBezTo>
                  <a:cubicBezTo>
                    <a:pt x="73" y="94"/>
                    <a:pt x="73" y="94"/>
                    <a:pt x="73" y="94"/>
                  </a:cubicBezTo>
                  <a:cubicBezTo>
                    <a:pt x="72" y="98"/>
                    <a:pt x="69" y="100"/>
                    <a:pt x="66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63" y="103"/>
                    <a:pt x="59" y="103"/>
                    <a:pt x="55" y="102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32" y="94"/>
                    <a:pt x="32" y="94"/>
                    <a:pt x="32" y="94"/>
                  </a:cubicBezTo>
                  <a:cubicBezTo>
                    <a:pt x="28" y="92"/>
                    <a:pt x="25" y="90"/>
                    <a:pt x="24" y="86"/>
                  </a:cubicBezTo>
                  <a:cubicBezTo>
                    <a:pt x="22" y="83"/>
                    <a:pt x="22" y="80"/>
                    <a:pt x="23" y="76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6" y="68"/>
                    <a:pt x="4" y="67"/>
                    <a:pt x="2" y="65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1" y="64"/>
                    <a:pt x="0" y="62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1" y="42"/>
                    <a:pt x="2" y="41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4" y="39"/>
                    <a:pt x="6" y="38"/>
                    <a:pt x="8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6"/>
                    <a:pt x="99" y="4"/>
                    <a:pt x="101" y="3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3" y="1"/>
                    <a:pt x="105" y="0"/>
                    <a:pt x="108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5" y="0"/>
                    <a:pt x="117" y="1"/>
                    <a:pt x="119" y="3"/>
                  </a:cubicBezTo>
                  <a:cubicBezTo>
                    <a:pt x="120" y="3"/>
                    <a:pt x="120" y="3"/>
                    <a:pt x="120" y="3"/>
                  </a:cubicBezTo>
                  <a:cubicBezTo>
                    <a:pt x="121" y="5"/>
                    <a:pt x="122" y="7"/>
                    <a:pt x="122" y="10"/>
                  </a:cubicBezTo>
                  <a:cubicBezTo>
                    <a:pt x="122" y="96"/>
                    <a:pt x="122" y="96"/>
                    <a:pt x="122" y="96"/>
                  </a:cubicBezTo>
                  <a:cubicBezTo>
                    <a:pt x="122" y="99"/>
                    <a:pt x="121" y="101"/>
                    <a:pt x="119" y="103"/>
                  </a:cubicBezTo>
                  <a:cubicBezTo>
                    <a:pt x="119" y="104"/>
                    <a:pt x="119" y="104"/>
                    <a:pt x="119" y="104"/>
                  </a:cubicBezTo>
                  <a:cubicBezTo>
                    <a:pt x="117" y="105"/>
                    <a:pt x="114" y="106"/>
                    <a:pt x="112" y="106"/>
                  </a:cubicBezTo>
                  <a:cubicBezTo>
                    <a:pt x="112" y="106"/>
                    <a:pt x="112" y="106"/>
                    <a:pt x="112" y="106"/>
                  </a:cubicBezTo>
                  <a:cubicBezTo>
                    <a:pt x="108" y="106"/>
                    <a:pt x="108" y="106"/>
                    <a:pt x="108" y="106"/>
                  </a:cubicBezTo>
                  <a:cubicBezTo>
                    <a:pt x="105" y="106"/>
                    <a:pt x="103" y="105"/>
                    <a:pt x="101" y="103"/>
                  </a:cubicBezTo>
                  <a:cubicBezTo>
                    <a:pt x="99" y="102"/>
                    <a:pt x="98" y="100"/>
                    <a:pt x="98" y="98"/>
                  </a:cubicBezTo>
                  <a:cubicBezTo>
                    <a:pt x="74" y="90"/>
                    <a:pt x="74" y="90"/>
                    <a:pt x="74" y="90"/>
                  </a:cubicBezTo>
                  <a:close/>
                  <a:moveTo>
                    <a:pt x="101" y="2"/>
                  </a:moveTo>
                  <a:cubicBezTo>
                    <a:pt x="101" y="2"/>
                    <a:pt x="101" y="2"/>
                    <a:pt x="101" y="2"/>
                  </a:cubicBezTo>
                  <a:cubicBezTo>
                    <a:pt x="103" y="1"/>
                    <a:pt x="106" y="1"/>
                    <a:pt x="107" y="3"/>
                  </a:cubicBezTo>
                  <a:cubicBezTo>
                    <a:pt x="101" y="2"/>
                    <a:pt x="101" y="2"/>
                    <a:pt x="101" y="2"/>
                  </a:cubicBezTo>
                  <a:close/>
                </a:path>
              </a:pathLst>
            </a:custGeom>
            <a:solidFill>
              <a:srgbClr val="D8573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TextBox 10"/>
          <p:cNvSpPr txBox="1"/>
          <p:nvPr/>
        </p:nvSpPr>
        <p:spPr>
          <a:xfrm>
            <a:off x="3754767" y="2353351"/>
            <a:ext cx="1235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D85737"/>
                </a:solidFill>
                <a:latin typeface="Impact" panose="020B0806030902050204" pitchFamily="34" charset="0"/>
              </a:rPr>
              <a:t>PART 01</a:t>
            </a:r>
            <a:endParaRPr lang="zh-CN" altLang="en-US" dirty="0">
              <a:solidFill>
                <a:srgbClr val="D85737"/>
              </a:solidFill>
              <a:latin typeface="Impact" panose="020B0806030902050204" pitchFamily="34" charset="0"/>
            </a:endParaRPr>
          </a:p>
        </p:txBody>
      </p:sp>
      <p:sp>
        <p:nvSpPr>
          <p:cNvPr id="31" name="TextBox 11"/>
          <p:cNvSpPr txBox="1"/>
          <p:nvPr/>
        </p:nvSpPr>
        <p:spPr>
          <a:xfrm>
            <a:off x="3605605" y="2708607"/>
            <a:ext cx="1476000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组织技师等级评定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组织高新技术申报工作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员工满意度调查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0"/>
          <p:cNvSpPr txBox="1"/>
          <p:nvPr/>
        </p:nvSpPr>
        <p:spPr>
          <a:xfrm>
            <a:off x="5350020" y="2353351"/>
            <a:ext cx="1235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89983"/>
                </a:solidFill>
                <a:latin typeface="Impact" panose="020B0806030902050204" pitchFamily="34" charset="0"/>
              </a:rPr>
              <a:t>PART 02</a:t>
            </a:r>
            <a:endParaRPr lang="zh-CN" altLang="en-US" dirty="0">
              <a:solidFill>
                <a:srgbClr val="189983"/>
              </a:solidFill>
              <a:latin typeface="Impact" panose="020B0806030902050204" pitchFamily="34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5229886" y="2708607"/>
            <a:ext cx="1476000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一线员工梯队干部队伍建设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组织工会指压板活动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6945273" y="2353351"/>
            <a:ext cx="1235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D85737"/>
                </a:solidFill>
                <a:latin typeface="Impact" panose="020B0806030902050204" pitchFamily="34" charset="0"/>
              </a:rPr>
              <a:t>PART 03</a:t>
            </a:r>
            <a:endParaRPr lang="zh-CN" altLang="en-US" dirty="0">
              <a:solidFill>
                <a:srgbClr val="D85737"/>
              </a:solidFill>
              <a:latin typeface="Impact" panose="020B0806030902050204" pitchFamily="34" charset="0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6825139" y="2708607"/>
            <a:ext cx="1476000" cy="752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组织季度优秀员工评定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协助配合内审工作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2000">
        <p14:flip dir="r"/>
      </p:transition>
    </mc:Choice>
    <mc:Fallback>
      <p:transition spd="slow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49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49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49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49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649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649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149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649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649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649"/>
                            </p:stCondLst>
                            <p:childTnLst>
                              <p:par>
                                <p:cTn id="5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149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649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1" grpId="0" animBg="1"/>
      <p:bldP spid="22" grpId="0" animBg="1"/>
      <p:bldP spid="23" grpId="0" animBg="1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圆角矩形 48"/>
          <p:cNvSpPr/>
          <p:nvPr/>
        </p:nvSpPr>
        <p:spPr>
          <a:xfrm>
            <a:off x="800101" y="3055662"/>
            <a:ext cx="2940060" cy="1173438"/>
          </a:xfrm>
          <a:prstGeom prst="roundRect">
            <a:avLst>
              <a:gd name="adj" fmla="val 50000"/>
            </a:avLst>
          </a:prstGeom>
          <a:solidFill>
            <a:srgbClr val="189983"/>
          </a:solidFill>
          <a:ln>
            <a:solidFill>
              <a:srgbClr val="189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12"/>
          <p:cNvSpPr txBox="1"/>
          <p:nvPr/>
        </p:nvSpPr>
        <p:spPr>
          <a:xfrm>
            <a:off x="3893820" y="14591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团队建设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" name="五边形 1"/>
          <p:cNvSpPr/>
          <p:nvPr/>
        </p:nvSpPr>
        <p:spPr>
          <a:xfrm flipH="1">
            <a:off x="5221465" y="1625600"/>
            <a:ext cx="3365788" cy="687832"/>
          </a:xfrm>
          <a:prstGeom prst="homePlate">
            <a:avLst/>
          </a:prstGeom>
          <a:noFill/>
          <a:ln>
            <a:solidFill>
              <a:srgbClr val="D85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五边形 22"/>
          <p:cNvSpPr/>
          <p:nvPr/>
        </p:nvSpPr>
        <p:spPr>
          <a:xfrm flipH="1">
            <a:off x="4180065" y="2400844"/>
            <a:ext cx="4407188" cy="687832"/>
          </a:xfrm>
          <a:prstGeom prst="homePlate">
            <a:avLst/>
          </a:prstGeom>
          <a:solidFill>
            <a:srgbClr val="189983"/>
          </a:solidFill>
          <a:ln>
            <a:solidFill>
              <a:srgbClr val="189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五边形 23"/>
          <p:cNvSpPr/>
          <p:nvPr/>
        </p:nvSpPr>
        <p:spPr>
          <a:xfrm flipH="1">
            <a:off x="5221465" y="3176088"/>
            <a:ext cx="3365788" cy="687832"/>
          </a:xfrm>
          <a:prstGeom prst="homePlate">
            <a:avLst/>
          </a:prstGeom>
          <a:noFill/>
          <a:ln>
            <a:solidFill>
              <a:srgbClr val="D85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5514761" y="1821931"/>
            <a:ext cx="324000" cy="324000"/>
            <a:chOff x="8037610" y="4424090"/>
            <a:chExt cx="324000" cy="324000"/>
          </a:xfrm>
        </p:grpSpPr>
        <p:sp>
          <p:nvSpPr>
            <p:cNvPr id="26" name="椭圆 25"/>
            <p:cNvSpPr/>
            <p:nvPr/>
          </p:nvSpPr>
          <p:spPr>
            <a:xfrm>
              <a:off x="8037610" y="4424090"/>
              <a:ext cx="324000" cy="324000"/>
            </a:xfrm>
            <a:prstGeom prst="ellipse">
              <a:avLst/>
            </a:prstGeom>
            <a:solidFill>
              <a:srgbClr val="D85737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>
              <a:spLocks noChangeAspect="1"/>
            </p:cNvSpPr>
            <p:nvPr/>
          </p:nvSpPr>
          <p:spPr>
            <a:xfrm>
              <a:off x="8128121" y="4516789"/>
              <a:ext cx="142979" cy="138602"/>
            </a:xfrm>
            <a:custGeom>
              <a:avLst/>
              <a:gdLst/>
              <a:ahLst/>
              <a:cxnLst/>
              <a:rect l="l" t="t" r="r" b="b"/>
              <a:pathLst>
                <a:path w="252551" h="244817">
                  <a:moveTo>
                    <a:pt x="44632" y="163733"/>
                  </a:moveTo>
                  <a:cubicBezTo>
                    <a:pt x="52095" y="164881"/>
                    <a:pt x="76444" y="166220"/>
                    <a:pt x="117680" y="167751"/>
                  </a:cubicBezTo>
                  <a:lnTo>
                    <a:pt x="115528" y="220564"/>
                  </a:lnTo>
                  <a:lnTo>
                    <a:pt x="115241" y="223721"/>
                  </a:lnTo>
                  <a:lnTo>
                    <a:pt x="54965" y="219559"/>
                  </a:lnTo>
                  <a:cubicBezTo>
                    <a:pt x="51521" y="219272"/>
                    <a:pt x="48316" y="217765"/>
                    <a:pt x="45350" y="215039"/>
                  </a:cubicBezTo>
                  <a:cubicBezTo>
                    <a:pt x="42384" y="212312"/>
                    <a:pt x="40136" y="209178"/>
                    <a:pt x="38605" y="205638"/>
                  </a:cubicBezTo>
                  <a:cubicBezTo>
                    <a:pt x="37552" y="203055"/>
                    <a:pt x="36859" y="200424"/>
                    <a:pt x="36524" y="197745"/>
                  </a:cubicBezTo>
                  <a:cubicBezTo>
                    <a:pt x="36189" y="195066"/>
                    <a:pt x="36380" y="191957"/>
                    <a:pt x="37098" y="188417"/>
                  </a:cubicBezTo>
                  <a:cubicBezTo>
                    <a:pt x="37815" y="184877"/>
                    <a:pt x="38389" y="182246"/>
                    <a:pt x="38820" y="180524"/>
                  </a:cubicBezTo>
                  <a:cubicBezTo>
                    <a:pt x="39251" y="178802"/>
                    <a:pt x="40279" y="175740"/>
                    <a:pt x="41906" y="171339"/>
                  </a:cubicBezTo>
                  <a:cubicBezTo>
                    <a:pt x="43532" y="166938"/>
                    <a:pt x="44441" y="164402"/>
                    <a:pt x="44632" y="163733"/>
                  </a:cubicBezTo>
                  <a:close/>
                  <a:moveTo>
                    <a:pt x="164753" y="140197"/>
                  </a:moveTo>
                  <a:lnTo>
                    <a:pt x="165757" y="165024"/>
                  </a:lnTo>
                  <a:cubicBezTo>
                    <a:pt x="182022" y="166555"/>
                    <a:pt x="195560" y="166794"/>
                    <a:pt x="206371" y="165742"/>
                  </a:cubicBezTo>
                  <a:cubicBezTo>
                    <a:pt x="217183" y="164689"/>
                    <a:pt x="225315" y="163111"/>
                    <a:pt x="230768" y="161006"/>
                  </a:cubicBezTo>
                  <a:lnTo>
                    <a:pt x="238805" y="157849"/>
                  </a:lnTo>
                  <a:lnTo>
                    <a:pt x="211825" y="209370"/>
                  </a:lnTo>
                  <a:cubicBezTo>
                    <a:pt x="210677" y="212144"/>
                    <a:pt x="208931" y="214369"/>
                    <a:pt x="206587" y="216043"/>
                  </a:cubicBezTo>
                  <a:cubicBezTo>
                    <a:pt x="204242" y="217717"/>
                    <a:pt x="202162" y="218698"/>
                    <a:pt x="200344" y="218985"/>
                  </a:cubicBezTo>
                  <a:lnTo>
                    <a:pt x="197760" y="219559"/>
                  </a:lnTo>
                  <a:cubicBezTo>
                    <a:pt x="190968" y="220229"/>
                    <a:pt x="180491" y="220803"/>
                    <a:pt x="166331" y="221281"/>
                  </a:cubicBezTo>
                  <a:lnTo>
                    <a:pt x="167479" y="244817"/>
                  </a:lnTo>
                  <a:lnTo>
                    <a:pt x="134471" y="192148"/>
                  </a:lnTo>
                  <a:close/>
                  <a:moveTo>
                    <a:pt x="0" y="81213"/>
                  </a:moveTo>
                  <a:lnTo>
                    <a:pt x="62141" y="83653"/>
                  </a:lnTo>
                  <a:lnTo>
                    <a:pt x="87973" y="138044"/>
                  </a:lnTo>
                  <a:lnTo>
                    <a:pt x="66877" y="124841"/>
                  </a:lnTo>
                  <a:cubicBezTo>
                    <a:pt x="60849" y="131729"/>
                    <a:pt x="55515" y="138642"/>
                    <a:pt x="50875" y="145578"/>
                  </a:cubicBezTo>
                  <a:cubicBezTo>
                    <a:pt x="46235" y="152515"/>
                    <a:pt x="42767" y="158494"/>
                    <a:pt x="40470" y="163517"/>
                  </a:cubicBezTo>
                  <a:cubicBezTo>
                    <a:pt x="38174" y="168540"/>
                    <a:pt x="36285" y="173061"/>
                    <a:pt x="34802" y="177079"/>
                  </a:cubicBezTo>
                  <a:cubicBezTo>
                    <a:pt x="33319" y="181098"/>
                    <a:pt x="32434" y="184111"/>
                    <a:pt x="32147" y="186121"/>
                  </a:cubicBezTo>
                  <a:lnTo>
                    <a:pt x="31573" y="189134"/>
                  </a:lnTo>
                  <a:lnTo>
                    <a:pt x="4305" y="137900"/>
                  </a:lnTo>
                  <a:cubicBezTo>
                    <a:pt x="2679" y="135413"/>
                    <a:pt x="1818" y="132734"/>
                    <a:pt x="1722" y="129864"/>
                  </a:cubicBezTo>
                  <a:cubicBezTo>
                    <a:pt x="1626" y="126993"/>
                    <a:pt x="1913" y="124745"/>
                    <a:pt x="2583" y="123119"/>
                  </a:cubicBezTo>
                  <a:lnTo>
                    <a:pt x="3731" y="120535"/>
                  </a:lnTo>
                  <a:cubicBezTo>
                    <a:pt x="7080" y="114508"/>
                    <a:pt x="12533" y="105514"/>
                    <a:pt x="20092" y="93555"/>
                  </a:cubicBezTo>
                  <a:close/>
                  <a:moveTo>
                    <a:pt x="220148" y="69301"/>
                  </a:moveTo>
                  <a:lnTo>
                    <a:pt x="250573" y="121396"/>
                  </a:lnTo>
                  <a:cubicBezTo>
                    <a:pt x="252295" y="124936"/>
                    <a:pt x="252893" y="128572"/>
                    <a:pt x="252367" y="132303"/>
                  </a:cubicBezTo>
                  <a:cubicBezTo>
                    <a:pt x="251841" y="136035"/>
                    <a:pt x="250525" y="139575"/>
                    <a:pt x="248420" y="142923"/>
                  </a:cubicBezTo>
                  <a:cubicBezTo>
                    <a:pt x="247177" y="144837"/>
                    <a:pt x="245598" y="146607"/>
                    <a:pt x="243685" y="148233"/>
                  </a:cubicBezTo>
                  <a:cubicBezTo>
                    <a:pt x="241771" y="149860"/>
                    <a:pt x="239953" y="151199"/>
                    <a:pt x="238231" y="152252"/>
                  </a:cubicBezTo>
                  <a:cubicBezTo>
                    <a:pt x="236509" y="153304"/>
                    <a:pt x="234189" y="154357"/>
                    <a:pt x="231271" y="155409"/>
                  </a:cubicBezTo>
                  <a:cubicBezTo>
                    <a:pt x="228353" y="156461"/>
                    <a:pt x="226104" y="157227"/>
                    <a:pt x="224526" y="157705"/>
                  </a:cubicBezTo>
                  <a:cubicBezTo>
                    <a:pt x="222947" y="158184"/>
                    <a:pt x="220483" y="158853"/>
                    <a:pt x="217135" y="159714"/>
                  </a:cubicBezTo>
                  <a:cubicBezTo>
                    <a:pt x="213786" y="160575"/>
                    <a:pt x="211586" y="161149"/>
                    <a:pt x="210533" y="161436"/>
                  </a:cubicBezTo>
                  <a:cubicBezTo>
                    <a:pt x="207280" y="154548"/>
                    <a:pt x="194603" y="133691"/>
                    <a:pt x="172502" y="98865"/>
                  </a:cubicBezTo>
                  <a:lnTo>
                    <a:pt x="217422" y="70880"/>
                  </a:lnTo>
                  <a:close/>
                  <a:moveTo>
                    <a:pt x="109931" y="1707"/>
                  </a:moveTo>
                  <a:lnTo>
                    <a:pt x="168053" y="1850"/>
                  </a:lnTo>
                  <a:cubicBezTo>
                    <a:pt x="171019" y="1563"/>
                    <a:pt x="173794" y="2065"/>
                    <a:pt x="176377" y="3357"/>
                  </a:cubicBezTo>
                  <a:cubicBezTo>
                    <a:pt x="178960" y="4649"/>
                    <a:pt x="180826" y="6012"/>
                    <a:pt x="181974" y="7447"/>
                  </a:cubicBezTo>
                  <a:lnTo>
                    <a:pt x="183553" y="9600"/>
                  </a:lnTo>
                  <a:cubicBezTo>
                    <a:pt x="187284" y="15436"/>
                    <a:pt x="192642" y="24525"/>
                    <a:pt x="199626" y="36867"/>
                  </a:cubicBezTo>
                  <a:lnTo>
                    <a:pt x="220005" y="24956"/>
                  </a:lnTo>
                  <a:lnTo>
                    <a:pt x="188432" y="78486"/>
                  </a:lnTo>
                  <a:lnTo>
                    <a:pt x="128300" y="75616"/>
                  </a:lnTo>
                  <a:lnTo>
                    <a:pt x="149971" y="63274"/>
                  </a:lnTo>
                  <a:cubicBezTo>
                    <a:pt x="146718" y="54759"/>
                    <a:pt x="143130" y="46818"/>
                    <a:pt x="139207" y="39451"/>
                  </a:cubicBezTo>
                  <a:cubicBezTo>
                    <a:pt x="135285" y="32084"/>
                    <a:pt x="131673" y="26176"/>
                    <a:pt x="128372" y="21727"/>
                  </a:cubicBezTo>
                  <a:cubicBezTo>
                    <a:pt x="125071" y="17278"/>
                    <a:pt x="121986" y="13451"/>
                    <a:pt x="119115" y="10246"/>
                  </a:cubicBezTo>
                  <a:cubicBezTo>
                    <a:pt x="116245" y="7041"/>
                    <a:pt x="113997" y="4816"/>
                    <a:pt x="112370" y="3572"/>
                  </a:cubicBezTo>
                  <a:close/>
                  <a:moveTo>
                    <a:pt x="92279" y="128"/>
                  </a:moveTo>
                  <a:cubicBezTo>
                    <a:pt x="94575" y="319"/>
                    <a:pt x="96895" y="893"/>
                    <a:pt x="99239" y="1850"/>
                  </a:cubicBezTo>
                  <a:cubicBezTo>
                    <a:pt x="101583" y="2807"/>
                    <a:pt x="103592" y="3812"/>
                    <a:pt x="105266" y="4864"/>
                  </a:cubicBezTo>
                  <a:cubicBezTo>
                    <a:pt x="106941" y="5916"/>
                    <a:pt x="108926" y="7495"/>
                    <a:pt x="111222" y="9600"/>
                  </a:cubicBezTo>
                  <a:cubicBezTo>
                    <a:pt x="113518" y="11705"/>
                    <a:pt x="115241" y="13355"/>
                    <a:pt x="116389" y="14551"/>
                  </a:cubicBezTo>
                  <a:cubicBezTo>
                    <a:pt x="117537" y="15747"/>
                    <a:pt x="119259" y="17637"/>
                    <a:pt x="121555" y="20220"/>
                  </a:cubicBezTo>
                  <a:cubicBezTo>
                    <a:pt x="123851" y="22803"/>
                    <a:pt x="125382" y="24477"/>
                    <a:pt x="126148" y="25243"/>
                  </a:cubicBezTo>
                  <a:cubicBezTo>
                    <a:pt x="121651" y="31270"/>
                    <a:pt x="108974" y="52080"/>
                    <a:pt x="88117" y="87671"/>
                  </a:cubicBezTo>
                  <a:lnTo>
                    <a:pt x="42623" y="60834"/>
                  </a:lnTo>
                  <a:lnTo>
                    <a:pt x="39896" y="59112"/>
                  </a:lnTo>
                  <a:lnTo>
                    <a:pt x="72187" y="8021"/>
                  </a:lnTo>
                  <a:cubicBezTo>
                    <a:pt x="74100" y="5055"/>
                    <a:pt x="76970" y="2903"/>
                    <a:pt x="80797" y="1563"/>
                  </a:cubicBezTo>
                  <a:cubicBezTo>
                    <a:pt x="84625" y="224"/>
                    <a:pt x="88452" y="-255"/>
                    <a:pt x="92279" y="12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US" sz="2000" dirty="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514761" y="3358004"/>
            <a:ext cx="324000" cy="324000"/>
            <a:chOff x="7110732" y="4424090"/>
            <a:chExt cx="324000" cy="324000"/>
          </a:xfrm>
        </p:grpSpPr>
        <p:sp>
          <p:nvSpPr>
            <p:cNvPr id="29" name="椭圆 28"/>
            <p:cNvSpPr/>
            <p:nvPr/>
          </p:nvSpPr>
          <p:spPr>
            <a:xfrm>
              <a:off x="7110732" y="4424090"/>
              <a:ext cx="324000" cy="324000"/>
            </a:xfrm>
            <a:prstGeom prst="ellipse">
              <a:avLst/>
            </a:prstGeom>
            <a:solidFill>
              <a:srgbClr val="D85737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>
              <a:spLocks noChangeAspect="1"/>
            </p:cNvSpPr>
            <p:nvPr/>
          </p:nvSpPr>
          <p:spPr>
            <a:xfrm>
              <a:off x="7208762" y="4516789"/>
              <a:ext cx="127940" cy="138603"/>
            </a:xfrm>
            <a:custGeom>
              <a:avLst/>
              <a:gdLst/>
              <a:ahLst/>
              <a:cxnLst/>
              <a:rect l="l" t="t" r="r" b="b"/>
              <a:pathLst>
                <a:path w="220435" h="238806">
                  <a:moveTo>
                    <a:pt x="57763" y="37027"/>
                  </a:moveTo>
                  <a:cubicBezTo>
                    <a:pt x="62786" y="37696"/>
                    <a:pt x="66781" y="40088"/>
                    <a:pt x="69747" y="44202"/>
                  </a:cubicBezTo>
                  <a:cubicBezTo>
                    <a:pt x="72808" y="48221"/>
                    <a:pt x="73980" y="52741"/>
                    <a:pt x="73263" y="57764"/>
                  </a:cubicBezTo>
                  <a:cubicBezTo>
                    <a:pt x="72545" y="62787"/>
                    <a:pt x="70177" y="66830"/>
                    <a:pt x="66159" y="69891"/>
                  </a:cubicBezTo>
                  <a:cubicBezTo>
                    <a:pt x="56783" y="76971"/>
                    <a:pt x="49535" y="85630"/>
                    <a:pt x="44417" y="95867"/>
                  </a:cubicBezTo>
                  <a:cubicBezTo>
                    <a:pt x="39298" y="106104"/>
                    <a:pt x="36739" y="117011"/>
                    <a:pt x="36739" y="128588"/>
                  </a:cubicBezTo>
                  <a:cubicBezTo>
                    <a:pt x="36739" y="138538"/>
                    <a:pt x="38676" y="148034"/>
                    <a:pt x="42551" y="157075"/>
                  </a:cubicBezTo>
                  <a:cubicBezTo>
                    <a:pt x="46426" y="166117"/>
                    <a:pt x="51664" y="173938"/>
                    <a:pt x="58266" y="180540"/>
                  </a:cubicBezTo>
                  <a:cubicBezTo>
                    <a:pt x="64867" y="187141"/>
                    <a:pt x="72689" y="192379"/>
                    <a:pt x="81730" y="196254"/>
                  </a:cubicBezTo>
                  <a:cubicBezTo>
                    <a:pt x="90771" y="200129"/>
                    <a:pt x="100267" y="202066"/>
                    <a:pt x="110217" y="202066"/>
                  </a:cubicBezTo>
                  <a:cubicBezTo>
                    <a:pt x="120168" y="202066"/>
                    <a:pt x="129663" y="200129"/>
                    <a:pt x="138705" y="196254"/>
                  </a:cubicBezTo>
                  <a:cubicBezTo>
                    <a:pt x="147746" y="192379"/>
                    <a:pt x="155567" y="187141"/>
                    <a:pt x="162169" y="180540"/>
                  </a:cubicBezTo>
                  <a:cubicBezTo>
                    <a:pt x="168771" y="173938"/>
                    <a:pt x="174009" y="166117"/>
                    <a:pt x="177884" y="157075"/>
                  </a:cubicBezTo>
                  <a:cubicBezTo>
                    <a:pt x="181759" y="148034"/>
                    <a:pt x="183696" y="138538"/>
                    <a:pt x="183696" y="128588"/>
                  </a:cubicBezTo>
                  <a:cubicBezTo>
                    <a:pt x="183696" y="117011"/>
                    <a:pt x="181137" y="106104"/>
                    <a:pt x="176018" y="95867"/>
                  </a:cubicBezTo>
                  <a:cubicBezTo>
                    <a:pt x="170899" y="85630"/>
                    <a:pt x="163652" y="76971"/>
                    <a:pt x="154276" y="69891"/>
                  </a:cubicBezTo>
                  <a:cubicBezTo>
                    <a:pt x="150257" y="66830"/>
                    <a:pt x="147889" y="62787"/>
                    <a:pt x="147172" y="57764"/>
                  </a:cubicBezTo>
                  <a:cubicBezTo>
                    <a:pt x="146454" y="52741"/>
                    <a:pt x="147626" y="48221"/>
                    <a:pt x="150688" y="44202"/>
                  </a:cubicBezTo>
                  <a:cubicBezTo>
                    <a:pt x="153654" y="40088"/>
                    <a:pt x="157672" y="37696"/>
                    <a:pt x="162743" y="37027"/>
                  </a:cubicBezTo>
                  <a:cubicBezTo>
                    <a:pt x="167814" y="36357"/>
                    <a:pt x="172358" y="37553"/>
                    <a:pt x="176377" y="40615"/>
                  </a:cubicBezTo>
                  <a:cubicBezTo>
                    <a:pt x="190345" y="51043"/>
                    <a:pt x="201181" y="63959"/>
                    <a:pt x="208882" y="79363"/>
                  </a:cubicBezTo>
                  <a:cubicBezTo>
                    <a:pt x="216584" y="94767"/>
                    <a:pt x="220435" y="111175"/>
                    <a:pt x="220435" y="128588"/>
                  </a:cubicBezTo>
                  <a:cubicBezTo>
                    <a:pt x="220435" y="143513"/>
                    <a:pt x="217517" y="157769"/>
                    <a:pt x="211681" y="171355"/>
                  </a:cubicBezTo>
                  <a:cubicBezTo>
                    <a:pt x="205845" y="184941"/>
                    <a:pt x="197999" y="196661"/>
                    <a:pt x="188145" y="206515"/>
                  </a:cubicBezTo>
                  <a:cubicBezTo>
                    <a:pt x="178290" y="216370"/>
                    <a:pt x="166570" y="224215"/>
                    <a:pt x="152984" y="230052"/>
                  </a:cubicBezTo>
                  <a:cubicBezTo>
                    <a:pt x="139398" y="235888"/>
                    <a:pt x="125143" y="238806"/>
                    <a:pt x="110217" y="238806"/>
                  </a:cubicBezTo>
                  <a:cubicBezTo>
                    <a:pt x="95292" y="238806"/>
                    <a:pt x="81036" y="235888"/>
                    <a:pt x="67451" y="230052"/>
                  </a:cubicBezTo>
                  <a:cubicBezTo>
                    <a:pt x="53865" y="224215"/>
                    <a:pt x="42144" y="216370"/>
                    <a:pt x="32290" y="206515"/>
                  </a:cubicBezTo>
                  <a:cubicBezTo>
                    <a:pt x="22435" y="196661"/>
                    <a:pt x="14590" y="184941"/>
                    <a:pt x="8754" y="171355"/>
                  </a:cubicBezTo>
                  <a:cubicBezTo>
                    <a:pt x="2918" y="157769"/>
                    <a:pt x="0" y="143513"/>
                    <a:pt x="0" y="128588"/>
                  </a:cubicBezTo>
                  <a:cubicBezTo>
                    <a:pt x="0" y="111175"/>
                    <a:pt x="3850" y="94767"/>
                    <a:pt x="11552" y="79363"/>
                  </a:cubicBezTo>
                  <a:cubicBezTo>
                    <a:pt x="19254" y="63959"/>
                    <a:pt x="30089" y="51043"/>
                    <a:pt x="44058" y="40615"/>
                  </a:cubicBezTo>
                  <a:cubicBezTo>
                    <a:pt x="48172" y="37553"/>
                    <a:pt x="52740" y="36357"/>
                    <a:pt x="57763" y="37027"/>
                  </a:cubicBezTo>
                  <a:close/>
                  <a:moveTo>
                    <a:pt x="110217" y="0"/>
                  </a:moveTo>
                  <a:cubicBezTo>
                    <a:pt x="115192" y="0"/>
                    <a:pt x="119498" y="1818"/>
                    <a:pt x="123134" y="5454"/>
                  </a:cubicBezTo>
                  <a:cubicBezTo>
                    <a:pt x="126769" y="9090"/>
                    <a:pt x="128587" y="13395"/>
                    <a:pt x="128587" y="18370"/>
                  </a:cubicBezTo>
                  <a:lnTo>
                    <a:pt x="128587" y="110218"/>
                  </a:lnTo>
                  <a:cubicBezTo>
                    <a:pt x="128587" y="115193"/>
                    <a:pt x="126769" y="119499"/>
                    <a:pt x="123134" y="123134"/>
                  </a:cubicBezTo>
                  <a:cubicBezTo>
                    <a:pt x="119498" y="126770"/>
                    <a:pt x="115192" y="128588"/>
                    <a:pt x="110217" y="128588"/>
                  </a:cubicBezTo>
                  <a:cubicBezTo>
                    <a:pt x="105242" y="128588"/>
                    <a:pt x="100937" y="126770"/>
                    <a:pt x="97301" y="123134"/>
                  </a:cubicBezTo>
                  <a:cubicBezTo>
                    <a:pt x="93666" y="119499"/>
                    <a:pt x="91848" y="115193"/>
                    <a:pt x="91848" y="110218"/>
                  </a:cubicBezTo>
                  <a:lnTo>
                    <a:pt x="91848" y="18370"/>
                  </a:lnTo>
                  <a:cubicBezTo>
                    <a:pt x="91848" y="13395"/>
                    <a:pt x="93666" y="9090"/>
                    <a:pt x="97301" y="5454"/>
                  </a:cubicBezTo>
                  <a:cubicBezTo>
                    <a:pt x="100937" y="1818"/>
                    <a:pt x="105242" y="0"/>
                    <a:pt x="1102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US" sz="2000" dirty="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505858" y="2582760"/>
            <a:ext cx="324000" cy="324000"/>
            <a:chOff x="7569522" y="4424090"/>
            <a:chExt cx="324000" cy="324000"/>
          </a:xfrm>
        </p:grpSpPr>
        <p:sp>
          <p:nvSpPr>
            <p:cNvPr id="32" name="椭圆 31"/>
            <p:cNvSpPr/>
            <p:nvPr/>
          </p:nvSpPr>
          <p:spPr>
            <a:xfrm>
              <a:off x="7569522" y="4424090"/>
              <a:ext cx="324000" cy="32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我图QQF4D2CD6C74639"/>
            <p:cNvSpPr>
              <a:spLocks noChangeAspect="1"/>
            </p:cNvSpPr>
            <p:nvPr/>
          </p:nvSpPr>
          <p:spPr>
            <a:xfrm>
              <a:off x="7672122" y="4516789"/>
              <a:ext cx="118801" cy="138602"/>
            </a:xfrm>
            <a:custGeom>
              <a:avLst/>
              <a:gdLst/>
              <a:ahLst/>
              <a:cxnLst/>
              <a:rect l="l" t="t" r="r" b="b"/>
              <a:pathLst>
                <a:path w="220435" h="257175">
                  <a:moveTo>
                    <a:pt x="59701" y="183697"/>
                  </a:moveTo>
                  <a:cubicBezTo>
                    <a:pt x="58362" y="183697"/>
                    <a:pt x="57261" y="184127"/>
                    <a:pt x="56400" y="184988"/>
                  </a:cubicBezTo>
                  <a:cubicBezTo>
                    <a:pt x="55539" y="185850"/>
                    <a:pt x="55109" y="186950"/>
                    <a:pt x="55109" y="188289"/>
                  </a:cubicBezTo>
                  <a:lnTo>
                    <a:pt x="55109" y="197474"/>
                  </a:lnTo>
                  <a:cubicBezTo>
                    <a:pt x="55109" y="198814"/>
                    <a:pt x="55539" y="199914"/>
                    <a:pt x="56400" y="200775"/>
                  </a:cubicBezTo>
                  <a:cubicBezTo>
                    <a:pt x="57261" y="201636"/>
                    <a:pt x="58362" y="202067"/>
                    <a:pt x="59701" y="202067"/>
                  </a:cubicBezTo>
                  <a:lnTo>
                    <a:pt x="160734" y="202067"/>
                  </a:lnTo>
                  <a:cubicBezTo>
                    <a:pt x="162074" y="202067"/>
                    <a:pt x="163174" y="201636"/>
                    <a:pt x="164035" y="200775"/>
                  </a:cubicBezTo>
                  <a:cubicBezTo>
                    <a:pt x="164896" y="199914"/>
                    <a:pt x="165327" y="198814"/>
                    <a:pt x="165327" y="197474"/>
                  </a:cubicBezTo>
                  <a:lnTo>
                    <a:pt x="165327" y="188289"/>
                  </a:lnTo>
                  <a:cubicBezTo>
                    <a:pt x="165327" y="186950"/>
                    <a:pt x="164896" y="185850"/>
                    <a:pt x="164035" y="184988"/>
                  </a:cubicBezTo>
                  <a:cubicBezTo>
                    <a:pt x="163174" y="184127"/>
                    <a:pt x="162074" y="183697"/>
                    <a:pt x="160734" y="183697"/>
                  </a:cubicBezTo>
                  <a:close/>
                  <a:moveTo>
                    <a:pt x="59701" y="146958"/>
                  </a:moveTo>
                  <a:cubicBezTo>
                    <a:pt x="58362" y="146958"/>
                    <a:pt x="57261" y="147388"/>
                    <a:pt x="56400" y="148249"/>
                  </a:cubicBezTo>
                  <a:cubicBezTo>
                    <a:pt x="55539" y="149110"/>
                    <a:pt x="55109" y="150210"/>
                    <a:pt x="55109" y="151550"/>
                  </a:cubicBezTo>
                  <a:lnTo>
                    <a:pt x="55109" y="160735"/>
                  </a:lnTo>
                  <a:cubicBezTo>
                    <a:pt x="55109" y="162074"/>
                    <a:pt x="55539" y="163174"/>
                    <a:pt x="56400" y="164036"/>
                  </a:cubicBezTo>
                  <a:cubicBezTo>
                    <a:pt x="57261" y="164897"/>
                    <a:pt x="58362" y="165327"/>
                    <a:pt x="59701" y="165327"/>
                  </a:cubicBezTo>
                  <a:lnTo>
                    <a:pt x="160734" y="165327"/>
                  </a:lnTo>
                  <a:cubicBezTo>
                    <a:pt x="162074" y="165327"/>
                    <a:pt x="163174" y="164897"/>
                    <a:pt x="164035" y="164036"/>
                  </a:cubicBezTo>
                  <a:cubicBezTo>
                    <a:pt x="164896" y="163174"/>
                    <a:pt x="165327" y="162074"/>
                    <a:pt x="165327" y="160735"/>
                  </a:cubicBezTo>
                  <a:lnTo>
                    <a:pt x="165327" y="151550"/>
                  </a:lnTo>
                  <a:cubicBezTo>
                    <a:pt x="165327" y="150210"/>
                    <a:pt x="164896" y="149110"/>
                    <a:pt x="164035" y="148249"/>
                  </a:cubicBezTo>
                  <a:cubicBezTo>
                    <a:pt x="163174" y="147388"/>
                    <a:pt x="162074" y="146958"/>
                    <a:pt x="160734" y="146958"/>
                  </a:cubicBezTo>
                  <a:close/>
                  <a:moveTo>
                    <a:pt x="59701" y="110218"/>
                  </a:moveTo>
                  <a:cubicBezTo>
                    <a:pt x="58362" y="110218"/>
                    <a:pt x="57261" y="110649"/>
                    <a:pt x="56400" y="111510"/>
                  </a:cubicBezTo>
                  <a:cubicBezTo>
                    <a:pt x="55539" y="112371"/>
                    <a:pt x="55109" y="113471"/>
                    <a:pt x="55109" y="114811"/>
                  </a:cubicBezTo>
                  <a:lnTo>
                    <a:pt x="55109" y="123995"/>
                  </a:lnTo>
                  <a:cubicBezTo>
                    <a:pt x="55109" y="125335"/>
                    <a:pt x="55539" y="126435"/>
                    <a:pt x="56400" y="127296"/>
                  </a:cubicBezTo>
                  <a:cubicBezTo>
                    <a:pt x="57261" y="128157"/>
                    <a:pt x="58362" y="128588"/>
                    <a:pt x="59701" y="128588"/>
                  </a:cubicBezTo>
                  <a:lnTo>
                    <a:pt x="160734" y="128588"/>
                  </a:lnTo>
                  <a:cubicBezTo>
                    <a:pt x="162074" y="128588"/>
                    <a:pt x="163174" y="128157"/>
                    <a:pt x="164035" y="127296"/>
                  </a:cubicBezTo>
                  <a:cubicBezTo>
                    <a:pt x="164896" y="126435"/>
                    <a:pt x="165327" y="125335"/>
                    <a:pt x="165327" y="123995"/>
                  </a:cubicBezTo>
                  <a:lnTo>
                    <a:pt x="165327" y="114811"/>
                  </a:lnTo>
                  <a:cubicBezTo>
                    <a:pt x="165327" y="113471"/>
                    <a:pt x="164896" y="112371"/>
                    <a:pt x="164035" y="111510"/>
                  </a:cubicBezTo>
                  <a:cubicBezTo>
                    <a:pt x="163174" y="110649"/>
                    <a:pt x="162074" y="110218"/>
                    <a:pt x="160734" y="110218"/>
                  </a:cubicBezTo>
                  <a:close/>
                  <a:moveTo>
                    <a:pt x="146957" y="5741"/>
                  </a:moveTo>
                  <a:cubicBezTo>
                    <a:pt x="149062" y="7080"/>
                    <a:pt x="150784" y="8420"/>
                    <a:pt x="152123" y="9759"/>
                  </a:cubicBezTo>
                  <a:lnTo>
                    <a:pt x="210677" y="68312"/>
                  </a:lnTo>
                  <a:cubicBezTo>
                    <a:pt x="212016" y="69652"/>
                    <a:pt x="213355" y="71374"/>
                    <a:pt x="214695" y="73479"/>
                  </a:cubicBezTo>
                  <a:lnTo>
                    <a:pt x="146957" y="73479"/>
                  </a:lnTo>
                  <a:close/>
                  <a:moveTo>
                    <a:pt x="13777" y="0"/>
                  </a:moveTo>
                  <a:lnTo>
                    <a:pt x="128587" y="0"/>
                  </a:lnTo>
                  <a:lnTo>
                    <a:pt x="128587" y="78071"/>
                  </a:lnTo>
                  <a:cubicBezTo>
                    <a:pt x="128587" y="81898"/>
                    <a:pt x="129927" y="85151"/>
                    <a:pt x="132606" y="87830"/>
                  </a:cubicBezTo>
                  <a:cubicBezTo>
                    <a:pt x="135285" y="90509"/>
                    <a:pt x="138537" y="91849"/>
                    <a:pt x="142364" y="91849"/>
                  </a:cubicBezTo>
                  <a:lnTo>
                    <a:pt x="220435" y="91849"/>
                  </a:lnTo>
                  <a:lnTo>
                    <a:pt x="220435" y="243398"/>
                  </a:lnTo>
                  <a:cubicBezTo>
                    <a:pt x="220435" y="247225"/>
                    <a:pt x="219096" y="250478"/>
                    <a:pt x="216417" y="253157"/>
                  </a:cubicBezTo>
                  <a:cubicBezTo>
                    <a:pt x="213738" y="255836"/>
                    <a:pt x="210485" y="257175"/>
                    <a:pt x="206658" y="257175"/>
                  </a:cubicBezTo>
                  <a:lnTo>
                    <a:pt x="13777" y="257175"/>
                  </a:lnTo>
                  <a:cubicBezTo>
                    <a:pt x="9950" y="257175"/>
                    <a:pt x="6697" y="255836"/>
                    <a:pt x="4018" y="253157"/>
                  </a:cubicBezTo>
                  <a:cubicBezTo>
                    <a:pt x="1339" y="250478"/>
                    <a:pt x="0" y="247225"/>
                    <a:pt x="0" y="243398"/>
                  </a:cubicBezTo>
                  <a:lnTo>
                    <a:pt x="0" y="13778"/>
                  </a:lnTo>
                  <a:cubicBezTo>
                    <a:pt x="0" y="9951"/>
                    <a:pt x="1339" y="6698"/>
                    <a:pt x="4018" y="4019"/>
                  </a:cubicBezTo>
                  <a:cubicBezTo>
                    <a:pt x="6697" y="1340"/>
                    <a:pt x="9950" y="0"/>
                    <a:pt x="13777" y="0"/>
                  </a:cubicBezTo>
                  <a:close/>
                </a:path>
              </a:pathLst>
            </a:custGeom>
            <a:solidFill>
              <a:srgbClr val="18998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US" sz="2000" dirty="0">
                <a:solidFill>
                  <a:prstClr val="black"/>
                </a:solidFill>
                <a:latin typeface="FontAwesome" pitchFamily="2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57786" y="3352611"/>
            <a:ext cx="579540" cy="579540"/>
            <a:chOff x="5208136" y="1573274"/>
            <a:chExt cx="638436" cy="638436"/>
          </a:xfrm>
        </p:grpSpPr>
        <p:sp>
          <p:nvSpPr>
            <p:cNvPr id="35" name="椭圆 34"/>
            <p:cNvSpPr/>
            <p:nvPr/>
          </p:nvSpPr>
          <p:spPr>
            <a:xfrm>
              <a:off x="5208136" y="1573274"/>
              <a:ext cx="638436" cy="638436"/>
            </a:xfrm>
            <a:prstGeom prst="ellipse">
              <a:avLst/>
            </a:prstGeom>
            <a:solidFill>
              <a:srgbClr val="D8573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-2"/>
            <p:cNvSpPr/>
            <p:nvPr/>
          </p:nvSpPr>
          <p:spPr>
            <a:xfrm>
              <a:off x="5391632" y="1756770"/>
              <a:ext cx="271444" cy="271444"/>
            </a:xfrm>
            <a:custGeom>
              <a:avLst/>
              <a:gdLst>
                <a:gd name="connsiteX0" fmla="*/ 199497 w 331788"/>
                <a:gd name="connsiteY0" fmla="*/ 265112 h 331787"/>
                <a:gd name="connsiteX1" fmla="*/ 209798 w 331788"/>
                <a:gd name="connsiteY1" fmla="*/ 279217 h 331787"/>
                <a:gd name="connsiteX2" fmla="*/ 238126 w 331788"/>
                <a:gd name="connsiteY2" fmla="*/ 315118 h 331787"/>
                <a:gd name="connsiteX3" fmla="*/ 166018 w 331788"/>
                <a:gd name="connsiteY3" fmla="*/ 331787 h 331787"/>
                <a:gd name="connsiteX4" fmla="*/ 122238 w 331788"/>
                <a:gd name="connsiteY4" fmla="*/ 325376 h 331787"/>
                <a:gd name="connsiteX5" fmla="*/ 199497 w 331788"/>
                <a:gd name="connsiteY5" fmla="*/ 265112 h 331787"/>
                <a:gd name="connsiteX6" fmla="*/ 190500 w 331788"/>
                <a:gd name="connsiteY6" fmla="*/ 228600 h 331787"/>
                <a:gd name="connsiteX7" fmla="*/ 201490 w 331788"/>
                <a:gd name="connsiteY7" fmla="*/ 228600 h 331787"/>
                <a:gd name="connsiteX8" fmla="*/ 206375 w 331788"/>
                <a:gd name="connsiteY8" fmla="*/ 236394 h 331787"/>
                <a:gd name="connsiteX9" fmla="*/ 200269 w 331788"/>
                <a:gd name="connsiteY9" fmla="*/ 242888 h 331787"/>
                <a:gd name="connsiteX10" fmla="*/ 190500 w 331788"/>
                <a:gd name="connsiteY10" fmla="*/ 228600 h 331787"/>
                <a:gd name="connsiteX11" fmla="*/ 146452 w 331788"/>
                <a:gd name="connsiteY11" fmla="*/ 228600 h 331787"/>
                <a:gd name="connsiteX12" fmla="*/ 164590 w 331788"/>
                <a:gd name="connsiteY12" fmla="*/ 229897 h 331787"/>
                <a:gd name="connsiteX13" fmla="*/ 165885 w 331788"/>
                <a:gd name="connsiteY13" fmla="*/ 229897 h 331787"/>
                <a:gd name="connsiteX14" fmla="*/ 173659 w 331788"/>
                <a:gd name="connsiteY14" fmla="*/ 229897 h 331787"/>
                <a:gd name="connsiteX15" fmla="*/ 190501 w 331788"/>
                <a:gd name="connsiteY15" fmla="*/ 253240 h 331787"/>
                <a:gd name="connsiteX16" fmla="*/ 103699 w 331788"/>
                <a:gd name="connsiteY16" fmla="*/ 320675 h 331787"/>
                <a:gd name="connsiteX17" fmla="*/ 77788 w 331788"/>
                <a:gd name="connsiteY17" fmla="*/ 306410 h 331787"/>
                <a:gd name="connsiteX18" fmla="*/ 112768 w 331788"/>
                <a:gd name="connsiteY18" fmla="*/ 244162 h 331787"/>
                <a:gd name="connsiteX19" fmla="*/ 121837 w 331788"/>
                <a:gd name="connsiteY19" fmla="*/ 245459 h 331787"/>
                <a:gd name="connsiteX20" fmla="*/ 146452 w 331788"/>
                <a:gd name="connsiteY20" fmla="*/ 228600 h 331787"/>
                <a:gd name="connsiteX21" fmla="*/ 323851 w 331788"/>
                <a:gd name="connsiteY21" fmla="*/ 217487 h 331787"/>
                <a:gd name="connsiteX22" fmla="*/ 249631 w 331788"/>
                <a:gd name="connsiteY22" fmla="*/ 307975 h 331787"/>
                <a:gd name="connsiteX23" fmla="*/ 207963 w 331788"/>
                <a:gd name="connsiteY23" fmla="*/ 253682 h 331787"/>
                <a:gd name="connsiteX24" fmla="*/ 218380 w 331788"/>
                <a:gd name="connsiteY24" fmla="*/ 243341 h 331787"/>
                <a:gd name="connsiteX25" fmla="*/ 227495 w 331788"/>
                <a:gd name="connsiteY25" fmla="*/ 244634 h 331787"/>
                <a:gd name="connsiteX26" fmla="*/ 253537 w 331788"/>
                <a:gd name="connsiteY26" fmla="*/ 225243 h 331787"/>
                <a:gd name="connsiteX27" fmla="*/ 323851 w 331788"/>
                <a:gd name="connsiteY27" fmla="*/ 217487 h 331787"/>
                <a:gd name="connsiteX28" fmla="*/ 3175 w 331788"/>
                <a:gd name="connsiteY28" fmla="*/ 196850 h 331787"/>
                <a:gd name="connsiteX29" fmla="*/ 93642 w 331788"/>
                <a:gd name="connsiteY29" fmla="*/ 222902 h 331787"/>
                <a:gd name="connsiteX30" fmla="*/ 100013 w 331788"/>
                <a:gd name="connsiteY30" fmla="*/ 235927 h 331787"/>
                <a:gd name="connsiteX31" fmla="*/ 65610 w 331788"/>
                <a:gd name="connsiteY31" fmla="*/ 298450 h 331787"/>
                <a:gd name="connsiteX32" fmla="*/ 3175 w 331788"/>
                <a:gd name="connsiteY32" fmla="*/ 196850 h 331787"/>
                <a:gd name="connsiteX33" fmla="*/ 146517 w 331788"/>
                <a:gd name="connsiteY33" fmla="*/ 192087 h 331787"/>
                <a:gd name="connsiteX34" fmla="*/ 163513 w 331788"/>
                <a:gd name="connsiteY34" fmla="*/ 215900 h 331787"/>
                <a:gd name="connsiteX35" fmla="*/ 147825 w 331788"/>
                <a:gd name="connsiteY35" fmla="*/ 214577 h 331787"/>
                <a:gd name="connsiteX36" fmla="*/ 141288 w 331788"/>
                <a:gd name="connsiteY36" fmla="*/ 200025 h 331787"/>
                <a:gd name="connsiteX37" fmla="*/ 146517 w 331788"/>
                <a:gd name="connsiteY37" fmla="*/ 192087 h 331787"/>
                <a:gd name="connsiteX38" fmla="*/ 277877 w 331788"/>
                <a:gd name="connsiteY38" fmla="*/ 160337 h 331787"/>
                <a:gd name="connsiteX39" fmla="*/ 314326 w 331788"/>
                <a:gd name="connsiteY39" fmla="*/ 204624 h 331787"/>
                <a:gd name="connsiteX40" fmla="*/ 253143 w 331788"/>
                <a:gd name="connsiteY40" fmla="*/ 211137 h 331787"/>
                <a:gd name="connsiteX41" fmla="*/ 249238 w 331788"/>
                <a:gd name="connsiteY41" fmla="*/ 203322 h 331787"/>
                <a:gd name="connsiteX42" fmla="*/ 277877 w 331788"/>
                <a:gd name="connsiteY42" fmla="*/ 160337 h 331787"/>
                <a:gd name="connsiteX43" fmla="*/ 290513 w 331788"/>
                <a:gd name="connsiteY43" fmla="*/ 153987 h 331787"/>
                <a:gd name="connsiteX44" fmla="*/ 331788 w 331788"/>
                <a:gd name="connsiteY44" fmla="*/ 167061 h 331787"/>
                <a:gd name="connsiteX45" fmla="*/ 329125 w 331788"/>
                <a:gd name="connsiteY45" fmla="*/ 198437 h 331787"/>
                <a:gd name="connsiteX46" fmla="*/ 290513 w 331788"/>
                <a:gd name="connsiteY46" fmla="*/ 153987 h 331787"/>
                <a:gd name="connsiteX47" fmla="*/ 113341 w 331788"/>
                <a:gd name="connsiteY47" fmla="*/ 139700 h 331787"/>
                <a:gd name="connsiteX48" fmla="*/ 130085 w 331788"/>
                <a:gd name="connsiteY48" fmla="*/ 169324 h 331787"/>
                <a:gd name="connsiteX49" fmla="*/ 136525 w 331788"/>
                <a:gd name="connsiteY49" fmla="*/ 178340 h 331787"/>
                <a:gd name="connsiteX50" fmla="*/ 128797 w 331788"/>
                <a:gd name="connsiteY50" fmla="*/ 191219 h 331787"/>
                <a:gd name="connsiteX51" fmla="*/ 121069 w 331788"/>
                <a:gd name="connsiteY51" fmla="*/ 189932 h 331787"/>
                <a:gd name="connsiteX52" fmla="*/ 95310 w 331788"/>
                <a:gd name="connsiteY52" fmla="*/ 207963 h 331787"/>
                <a:gd name="connsiteX53" fmla="*/ 1288 w 331788"/>
                <a:gd name="connsiteY53" fmla="*/ 179628 h 331787"/>
                <a:gd name="connsiteX54" fmla="*/ 0 w 331788"/>
                <a:gd name="connsiteY54" fmla="*/ 165460 h 331787"/>
                <a:gd name="connsiteX55" fmla="*/ 1288 w 331788"/>
                <a:gd name="connsiteY55" fmla="*/ 151292 h 331787"/>
                <a:gd name="connsiteX56" fmla="*/ 113341 w 331788"/>
                <a:gd name="connsiteY56" fmla="*/ 139700 h 331787"/>
                <a:gd name="connsiteX57" fmla="*/ 186315 w 331788"/>
                <a:gd name="connsiteY57" fmla="*/ 138112 h 331787"/>
                <a:gd name="connsiteX58" fmla="*/ 268288 w 331788"/>
                <a:gd name="connsiteY58" fmla="*/ 149780 h 331787"/>
                <a:gd name="connsiteX59" fmla="*/ 238829 w 331788"/>
                <a:gd name="connsiteY59" fmla="*/ 193860 h 331787"/>
                <a:gd name="connsiteX60" fmla="*/ 227301 w 331788"/>
                <a:gd name="connsiteY60" fmla="*/ 191267 h 331787"/>
                <a:gd name="connsiteX61" fmla="*/ 200404 w 331788"/>
                <a:gd name="connsiteY61" fmla="*/ 214604 h 331787"/>
                <a:gd name="connsiteX62" fmla="*/ 179911 w 331788"/>
                <a:gd name="connsiteY62" fmla="*/ 215900 h 331787"/>
                <a:gd name="connsiteX63" fmla="*/ 155575 w 331788"/>
                <a:gd name="connsiteY63" fmla="*/ 179599 h 331787"/>
                <a:gd name="connsiteX64" fmla="*/ 173507 w 331788"/>
                <a:gd name="connsiteY64" fmla="*/ 154966 h 331787"/>
                <a:gd name="connsiteX65" fmla="*/ 186315 w 331788"/>
                <a:gd name="connsiteY65" fmla="*/ 138112 h 331787"/>
                <a:gd name="connsiteX66" fmla="*/ 168276 w 331788"/>
                <a:gd name="connsiteY66" fmla="*/ 138112 h 331787"/>
                <a:gd name="connsiteX67" fmla="*/ 161661 w 331788"/>
                <a:gd name="connsiteY67" fmla="*/ 145566 h 331787"/>
                <a:gd name="connsiteX68" fmla="*/ 145786 w 331788"/>
                <a:gd name="connsiteY68" fmla="*/ 166687 h 331787"/>
                <a:gd name="connsiteX69" fmla="*/ 141817 w 331788"/>
                <a:gd name="connsiteY69" fmla="*/ 161718 h 331787"/>
                <a:gd name="connsiteX70" fmla="*/ 128588 w 331788"/>
                <a:gd name="connsiteY70" fmla="*/ 139354 h 331787"/>
                <a:gd name="connsiteX71" fmla="*/ 168276 w 331788"/>
                <a:gd name="connsiteY71" fmla="*/ 138112 h 331787"/>
                <a:gd name="connsiteX72" fmla="*/ 220028 w 331788"/>
                <a:gd name="connsiteY72" fmla="*/ 103187 h 331787"/>
                <a:gd name="connsiteX73" fmla="*/ 232728 w 331788"/>
                <a:gd name="connsiteY73" fmla="*/ 105784 h 331787"/>
                <a:gd name="connsiteX74" fmla="*/ 237808 w 331788"/>
                <a:gd name="connsiteY74" fmla="*/ 105784 h 331787"/>
                <a:gd name="connsiteX75" fmla="*/ 246698 w 331788"/>
                <a:gd name="connsiteY75" fmla="*/ 118773 h 331787"/>
                <a:gd name="connsiteX76" fmla="*/ 255588 w 331788"/>
                <a:gd name="connsiteY76" fmla="*/ 131762 h 331787"/>
                <a:gd name="connsiteX77" fmla="*/ 198438 w 331788"/>
                <a:gd name="connsiteY77" fmla="*/ 125267 h 331787"/>
                <a:gd name="connsiteX78" fmla="*/ 220028 w 331788"/>
                <a:gd name="connsiteY78" fmla="*/ 103187 h 331787"/>
                <a:gd name="connsiteX79" fmla="*/ 317236 w 331788"/>
                <a:gd name="connsiteY79" fmla="*/ 98425 h 331787"/>
                <a:gd name="connsiteX80" fmla="*/ 331788 w 331788"/>
                <a:gd name="connsiteY80" fmla="*/ 152400 h 331787"/>
                <a:gd name="connsiteX81" fmla="*/ 292100 w 331788"/>
                <a:gd name="connsiteY81" fmla="*/ 140552 h 331787"/>
                <a:gd name="connsiteX82" fmla="*/ 317236 w 331788"/>
                <a:gd name="connsiteY82" fmla="*/ 98425 h 331787"/>
                <a:gd name="connsiteX83" fmla="*/ 286068 w 331788"/>
                <a:gd name="connsiteY83" fmla="*/ 52387 h 331787"/>
                <a:gd name="connsiteX84" fmla="*/ 309563 w 331788"/>
                <a:gd name="connsiteY84" fmla="*/ 84748 h 331787"/>
                <a:gd name="connsiteX85" fmla="*/ 278236 w 331788"/>
                <a:gd name="connsiteY85" fmla="*/ 136525 h 331787"/>
                <a:gd name="connsiteX86" fmla="*/ 276931 w 331788"/>
                <a:gd name="connsiteY86" fmla="*/ 136525 h 331787"/>
                <a:gd name="connsiteX87" fmla="*/ 258657 w 331788"/>
                <a:gd name="connsiteY87" fmla="*/ 110636 h 331787"/>
                <a:gd name="connsiteX88" fmla="*/ 250825 w 331788"/>
                <a:gd name="connsiteY88" fmla="*/ 98986 h 331787"/>
                <a:gd name="connsiteX89" fmla="*/ 259962 w 331788"/>
                <a:gd name="connsiteY89" fmla="*/ 78275 h 331787"/>
                <a:gd name="connsiteX90" fmla="*/ 258657 w 331788"/>
                <a:gd name="connsiteY90" fmla="*/ 70509 h 331787"/>
                <a:gd name="connsiteX91" fmla="*/ 286068 w 331788"/>
                <a:gd name="connsiteY91" fmla="*/ 52387 h 331787"/>
                <a:gd name="connsiteX92" fmla="*/ 73025 w 331788"/>
                <a:gd name="connsiteY92" fmla="*/ 28575 h 331787"/>
                <a:gd name="connsiteX93" fmla="*/ 107950 w 331788"/>
                <a:gd name="connsiteY93" fmla="*/ 126377 h 331787"/>
                <a:gd name="connsiteX94" fmla="*/ 3175 w 331788"/>
                <a:gd name="connsiteY94" fmla="*/ 138113 h 331787"/>
                <a:gd name="connsiteX95" fmla="*/ 73025 w 331788"/>
                <a:gd name="connsiteY95" fmla="*/ 28575 h 331787"/>
                <a:gd name="connsiteX96" fmla="*/ 203200 w 331788"/>
                <a:gd name="connsiteY96" fmla="*/ 4762 h 331787"/>
                <a:gd name="connsiteX97" fmla="*/ 274638 w 331788"/>
                <a:gd name="connsiteY97" fmla="*/ 41817 h 331787"/>
                <a:gd name="connsiteX98" fmla="*/ 251258 w 331788"/>
                <a:gd name="connsiteY98" fmla="*/ 57150 h 331787"/>
                <a:gd name="connsiteX99" fmla="*/ 233074 w 331788"/>
                <a:gd name="connsiteY99" fmla="*/ 50761 h 331787"/>
                <a:gd name="connsiteX100" fmla="*/ 225281 w 331788"/>
                <a:gd name="connsiteY100" fmla="*/ 52039 h 331787"/>
                <a:gd name="connsiteX101" fmla="*/ 203200 w 331788"/>
                <a:gd name="connsiteY101" fmla="*/ 4762 h 331787"/>
                <a:gd name="connsiteX102" fmla="*/ 165260 w 331788"/>
                <a:gd name="connsiteY102" fmla="*/ 0 h 331787"/>
                <a:gd name="connsiteX103" fmla="*/ 185786 w 331788"/>
                <a:gd name="connsiteY103" fmla="*/ 1290 h 331787"/>
                <a:gd name="connsiteX104" fmla="*/ 212725 w 331788"/>
                <a:gd name="connsiteY104" fmla="*/ 59333 h 331787"/>
                <a:gd name="connsiteX105" fmla="*/ 205028 w 331788"/>
                <a:gd name="connsiteY105" fmla="*/ 77390 h 331787"/>
                <a:gd name="connsiteX106" fmla="*/ 208876 w 331788"/>
                <a:gd name="connsiteY106" fmla="*/ 91579 h 331787"/>
                <a:gd name="connsiteX107" fmla="*/ 179371 w 331788"/>
                <a:gd name="connsiteY107" fmla="*/ 122535 h 331787"/>
                <a:gd name="connsiteX108" fmla="*/ 176806 w 331788"/>
                <a:gd name="connsiteY108" fmla="*/ 122535 h 331787"/>
                <a:gd name="connsiteX109" fmla="*/ 122927 w 331788"/>
                <a:gd name="connsiteY109" fmla="*/ 123825 h 331787"/>
                <a:gd name="connsiteX110" fmla="*/ 85725 w 331788"/>
                <a:gd name="connsiteY110" fmla="*/ 20637 h 331787"/>
                <a:gd name="connsiteX111" fmla="*/ 165260 w 331788"/>
                <a:gd name="connsiteY111" fmla="*/ 0 h 33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331788" h="331787">
                  <a:moveTo>
                    <a:pt x="199497" y="265112"/>
                  </a:moveTo>
                  <a:cubicBezTo>
                    <a:pt x="203360" y="270241"/>
                    <a:pt x="205935" y="274088"/>
                    <a:pt x="209798" y="279217"/>
                  </a:cubicBezTo>
                  <a:cubicBezTo>
                    <a:pt x="222674" y="295885"/>
                    <a:pt x="231688" y="307425"/>
                    <a:pt x="238126" y="315118"/>
                  </a:cubicBezTo>
                  <a:cubicBezTo>
                    <a:pt x="216236" y="325376"/>
                    <a:pt x="191771" y="331787"/>
                    <a:pt x="166018" y="331787"/>
                  </a:cubicBezTo>
                  <a:cubicBezTo>
                    <a:pt x="150566" y="331787"/>
                    <a:pt x="136402" y="329223"/>
                    <a:pt x="122238" y="325376"/>
                  </a:cubicBezTo>
                  <a:cubicBezTo>
                    <a:pt x="141553" y="312554"/>
                    <a:pt x="169881" y="293321"/>
                    <a:pt x="199497" y="265112"/>
                  </a:cubicBezTo>
                  <a:close/>
                  <a:moveTo>
                    <a:pt x="190500" y="228600"/>
                  </a:moveTo>
                  <a:cubicBezTo>
                    <a:pt x="194163" y="228600"/>
                    <a:pt x="197827" y="228600"/>
                    <a:pt x="201490" y="228600"/>
                  </a:cubicBezTo>
                  <a:cubicBezTo>
                    <a:pt x="202712" y="231198"/>
                    <a:pt x="203933" y="233796"/>
                    <a:pt x="206375" y="236394"/>
                  </a:cubicBezTo>
                  <a:cubicBezTo>
                    <a:pt x="203933" y="237693"/>
                    <a:pt x="201490" y="240290"/>
                    <a:pt x="200269" y="242888"/>
                  </a:cubicBezTo>
                  <a:cubicBezTo>
                    <a:pt x="196606" y="237693"/>
                    <a:pt x="194163" y="233796"/>
                    <a:pt x="190500" y="228600"/>
                  </a:cubicBezTo>
                  <a:close/>
                  <a:moveTo>
                    <a:pt x="146452" y="228600"/>
                  </a:moveTo>
                  <a:cubicBezTo>
                    <a:pt x="152930" y="228600"/>
                    <a:pt x="159408" y="229897"/>
                    <a:pt x="164590" y="229897"/>
                  </a:cubicBezTo>
                  <a:cubicBezTo>
                    <a:pt x="164590" y="229897"/>
                    <a:pt x="164590" y="229897"/>
                    <a:pt x="165885" y="229897"/>
                  </a:cubicBezTo>
                  <a:cubicBezTo>
                    <a:pt x="168477" y="229897"/>
                    <a:pt x="171068" y="229897"/>
                    <a:pt x="173659" y="229897"/>
                  </a:cubicBezTo>
                  <a:cubicBezTo>
                    <a:pt x="178841" y="237678"/>
                    <a:pt x="185319" y="245459"/>
                    <a:pt x="190501" y="253240"/>
                  </a:cubicBezTo>
                  <a:cubicBezTo>
                    <a:pt x="156817" y="286958"/>
                    <a:pt x="123132" y="309004"/>
                    <a:pt x="103699" y="320675"/>
                  </a:cubicBezTo>
                  <a:cubicBezTo>
                    <a:pt x="94630" y="316785"/>
                    <a:pt x="85561" y="311597"/>
                    <a:pt x="77788" y="306410"/>
                  </a:cubicBezTo>
                  <a:cubicBezTo>
                    <a:pt x="84266" y="293442"/>
                    <a:pt x="97221" y="271396"/>
                    <a:pt x="112768" y="244162"/>
                  </a:cubicBezTo>
                  <a:cubicBezTo>
                    <a:pt x="115359" y="245459"/>
                    <a:pt x="117950" y="245459"/>
                    <a:pt x="121837" y="245459"/>
                  </a:cubicBezTo>
                  <a:cubicBezTo>
                    <a:pt x="132201" y="245459"/>
                    <a:pt x="142566" y="238975"/>
                    <a:pt x="146452" y="228600"/>
                  </a:cubicBezTo>
                  <a:close/>
                  <a:moveTo>
                    <a:pt x="323851" y="217487"/>
                  </a:moveTo>
                  <a:cubicBezTo>
                    <a:pt x="310830" y="256268"/>
                    <a:pt x="284788" y="287292"/>
                    <a:pt x="249631" y="307975"/>
                  </a:cubicBezTo>
                  <a:cubicBezTo>
                    <a:pt x="240516" y="295048"/>
                    <a:pt x="224890" y="275658"/>
                    <a:pt x="207963" y="253682"/>
                  </a:cubicBezTo>
                  <a:cubicBezTo>
                    <a:pt x="211869" y="249804"/>
                    <a:pt x="214474" y="247219"/>
                    <a:pt x="218380" y="243341"/>
                  </a:cubicBezTo>
                  <a:cubicBezTo>
                    <a:pt x="220984" y="244634"/>
                    <a:pt x="223588" y="244634"/>
                    <a:pt x="227495" y="244634"/>
                  </a:cubicBezTo>
                  <a:cubicBezTo>
                    <a:pt x="239214" y="244634"/>
                    <a:pt x="250933" y="236878"/>
                    <a:pt x="253537" y="225243"/>
                  </a:cubicBezTo>
                  <a:cubicBezTo>
                    <a:pt x="280881" y="222658"/>
                    <a:pt x="304319" y="220073"/>
                    <a:pt x="323851" y="217487"/>
                  </a:cubicBezTo>
                  <a:close/>
                  <a:moveTo>
                    <a:pt x="3175" y="196850"/>
                  </a:moveTo>
                  <a:cubicBezTo>
                    <a:pt x="23562" y="204666"/>
                    <a:pt x="55417" y="215086"/>
                    <a:pt x="93642" y="222902"/>
                  </a:cubicBezTo>
                  <a:cubicBezTo>
                    <a:pt x="94916" y="228112"/>
                    <a:pt x="96190" y="232019"/>
                    <a:pt x="100013" y="235927"/>
                  </a:cubicBezTo>
                  <a:cubicBezTo>
                    <a:pt x="84723" y="261978"/>
                    <a:pt x="71981" y="284122"/>
                    <a:pt x="65610" y="298450"/>
                  </a:cubicBezTo>
                  <a:cubicBezTo>
                    <a:pt x="33755" y="273702"/>
                    <a:pt x="10820" y="237230"/>
                    <a:pt x="3175" y="196850"/>
                  </a:cubicBezTo>
                  <a:close/>
                  <a:moveTo>
                    <a:pt x="146517" y="192087"/>
                  </a:moveTo>
                  <a:cubicBezTo>
                    <a:pt x="151747" y="200025"/>
                    <a:pt x="156976" y="207963"/>
                    <a:pt x="163513" y="215900"/>
                  </a:cubicBezTo>
                  <a:cubicBezTo>
                    <a:pt x="158284" y="215900"/>
                    <a:pt x="153054" y="214577"/>
                    <a:pt x="147825" y="214577"/>
                  </a:cubicBezTo>
                  <a:cubicBezTo>
                    <a:pt x="147825" y="209286"/>
                    <a:pt x="145210" y="203994"/>
                    <a:pt x="141288" y="200025"/>
                  </a:cubicBezTo>
                  <a:cubicBezTo>
                    <a:pt x="142595" y="197379"/>
                    <a:pt x="145210" y="194733"/>
                    <a:pt x="146517" y="192087"/>
                  </a:cubicBezTo>
                  <a:close/>
                  <a:moveTo>
                    <a:pt x="277877" y="160337"/>
                  </a:moveTo>
                  <a:cubicBezTo>
                    <a:pt x="290894" y="175968"/>
                    <a:pt x="302610" y="190296"/>
                    <a:pt x="314326" y="204624"/>
                  </a:cubicBezTo>
                  <a:cubicBezTo>
                    <a:pt x="297403" y="205927"/>
                    <a:pt x="276575" y="208532"/>
                    <a:pt x="253143" y="211137"/>
                  </a:cubicBezTo>
                  <a:cubicBezTo>
                    <a:pt x="251842" y="207230"/>
                    <a:pt x="251842" y="204624"/>
                    <a:pt x="249238" y="203322"/>
                  </a:cubicBezTo>
                  <a:cubicBezTo>
                    <a:pt x="259652" y="188994"/>
                    <a:pt x="270066" y="174665"/>
                    <a:pt x="277877" y="160337"/>
                  </a:cubicBezTo>
                  <a:close/>
                  <a:moveTo>
                    <a:pt x="290513" y="153987"/>
                  </a:moveTo>
                  <a:cubicBezTo>
                    <a:pt x="306490" y="159216"/>
                    <a:pt x="321136" y="163139"/>
                    <a:pt x="331788" y="167061"/>
                  </a:cubicBezTo>
                  <a:cubicBezTo>
                    <a:pt x="331788" y="178827"/>
                    <a:pt x="330457" y="187978"/>
                    <a:pt x="329125" y="198437"/>
                  </a:cubicBezTo>
                  <a:cubicBezTo>
                    <a:pt x="317142" y="185364"/>
                    <a:pt x="303828" y="170983"/>
                    <a:pt x="290513" y="153987"/>
                  </a:cubicBezTo>
                  <a:close/>
                  <a:moveTo>
                    <a:pt x="113341" y="139700"/>
                  </a:moveTo>
                  <a:cubicBezTo>
                    <a:pt x="118493" y="150004"/>
                    <a:pt x="124933" y="160307"/>
                    <a:pt x="130085" y="169324"/>
                  </a:cubicBezTo>
                  <a:cubicBezTo>
                    <a:pt x="132661" y="171900"/>
                    <a:pt x="135237" y="175764"/>
                    <a:pt x="136525" y="178340"/>
                  </a:cubicBezTo>
                  <a:cubicBezTo>
                    <a:pt x="133949" y="183492"/>
                    <a:pt x="131373" y="187356"/>
                    <a:pt x="128797" y="191219"/>
                  </a:cubicBezTo>
                  <a:cubicBezTo>
                    <a:pt x="126221" y="189932"/>
                    <a:pt x="123645" y="189932"/>
                    <a:pt x="121069" y="189932"/>
                  </a:cubicBezTo>
                  <a:cubicBezTo>
                    <a:pt x="109478" y="189932"/>
                    <a:pt x="99174" y="197659"/>
                    <a:pt x="95310" y="207963"/>
                  </a:cubicBezTo>
                  <a:cubicBezTo>
                    <a:pt x="52807" y="200235"/>
                    <a:pt x="19320" y="187356"/>
                    <a:pt x="1288" y="179628"/>
                  </a:cubicBezTo>
                  <a:cubicBezTo>
                    <a:pt x="0" y="174476"/>
                    <a:pt x="0" y="170612"/>
                    <a:pt x="0" y="165460"/>
                  </a:cubicBezTo>
                  <a:cubicBezTo>
                    <a:pt x="0" y="160307"/>
                    <a:pt x="0" y="156444"/>
                    <a:pt x="1288" y="151292"/>
                  </a:cubicBezTo>
                  <a:cubicBezTo>
                    <a:pt x="23183" y="147428"/>
                    <a:pt x="64399" y="142276"/>
                    <a:pt x="113341" y="139700"/>
                  </a:cubicBezTo>
                  <a:close/>
                  <a:moveTo>
                    <a:pt x="186315" y="138112"/>
                  </a:moveTo>
                  <a:cubicBezTo>
                    <a:pt x="215774" y="139408"/>
                    <a:pt x="243952" y="143298"/>
                    <a:pt x="268288" y="149780"/>
                  </a:cubicBezTo>
                  <a:cubicBezTo>
                    <a:pt x="259322" y="164042"/>
                    <a:pt x="249076" y="179599"/>
                    <a:pt x="238829" y="193860"/>
                  </a:cubicBezTo>
                  <a:cubicBezTo>
                    <a:pt x="234986" y="192564"/>
                    <a:pt x="231144" y="191267"/>
                    <a:pt x="227301" y="191267"/>
                  </a:cubicBezTo>
                  <a:cubicBezTo>
                    <a:pt x="213212" y="191267"/>
                    <a:pt x="201685" y="201639"/>
                    <a:pt x="200404" y="214604"/>
                  </a:cubicBezTo>
                  <a:cubicBezTo>
                    <a:pt x="194000" y="214604"/>
                    <a:pt x="186315" y="214604"/>
                    <a:pt x="179911" y="215900"/>
                  </a:cubicBezTo>
                  <a:cubicBezTo>
                    <a:pt x="170945" y="202936"/>
                    <a:pt x="163260" y="191267"/>
                    <a:pt x="155575" y="179599"/>
                  </a:cubicBezTo>
                  <a:cubicBezTo>
                    <a:pt x="160698" y="171820"/>
                    <a:pt x="167102" y="162745"/>
                    <a:pt x="173507" y="154966"/>
                  </a:cubicBezTo>
                  <a:cubicBezTo>
                    <a:pt x="177349" y="148483"/>
                    <a:pt x="182472" y="143298"/>
                    <a:pt x="186315" y="138112"/>
                  </a:cubicBezTo>
                  <a:close/>
                  <a:moveTo>
                    <a:pt x="168276" y="138112"/>
                  </a:moveTo>
                  <a:cubicBezTo>
                    <a:pt x="165630" y="140597"/>
                    <a:pt x="164307" y="143081"/>
                    <a:pt x="161661" y="145566"/>
                  </a:cubicBezTo>
                  <a:cubicBezTo>
                    <a:pt x="156370" y="153020"/>
                    <a:pt x="151078" y="159232"/>
                    <a:pt x="145786" y="166687"/>
                  </a:cubicBezTo>
                  <a:cubicBezTo>
                    <a:pt x="144463" y="165445"/>
                    <a:pt x="143140" y="162960"/>
                    <a:pt x="141817" y="161718"/>
                  </a:cubicBezTo>
                  <a:cubicBezTo>
                    <a:pt x="137849" y="154263"/>
                    <a:pt x="132557" y="146808"/>
                    <a:pt x="128588" y="139354"/>
                  </a:cubicBezTo>
                  <a:cubicBezTo>
                    <a:pt x="141817" y="139354"/>
                    <a:pt x="155047" y="138112"/>
                    <a:pt x="168276" y="138112"/>
                  </a:cubicBezTo>
                  <a:close/>
                  <a:moveTo>
                    <a:pt x="220028" y="103187"/>
                  </a:moveTo>
                  <a:cubicBezTo>
                    <a:pt x="223838" y="104486"/>
                    <a:pt x="227648" y="105784"/>
                    <a:pt x="232728" y="105784"/>
                  </a:cubicBezTo>
                  <a:cubicBezTo>
                    <a:pt x="233998" y="105784"/>
                    <a:pt x="236538" y="105784"/>
                    <a:pt x="237808" y="105784"/>
                  </a:cubicBezTo>
                  <a:cubicBezTo>
                    <a:pt x="241618" y="109681"/>
                    <a:pt x="244158" y="114877"/>
                    <a:pt x="246698" y="118773"/>
                  </a:cubicBezTo>
                  <a:cubicBezTo>
                    <a:pt x="249238" y="122670"/>
                    <a:pt x="253048" y="127865"/>
                    <a:pt x="255588" y="131762"/>
                  </a:cubicBezTo>
                  <a:cubicBezTo>
                    <a:pt x="237808" y="129164"/>
                    <a:pt x="218758" y="126566"/>
                    <a:pt x="198438" y="125267"/>
                  </a:cubicBezTo>
                  <a:cubicBezTo>
                    <a:pt x="206058" y="117474"/>
                    <a:pt x="213678" y="109681"/>
                    <a:pt x="220028" y="103187"/>
                  </a:cubicBezTo>
                  <a:close/>
                  <a:moveTo>
                    <a:pt x="317236" y="98425"/>
                  </a:moveTo>
                  <a:cubicBezTo>
                    <a:pt x="325173" y="115539"/>
                    <a:pt x="329142" y="133969"/>
                    <a:pt x="331788" y="152400"/>
                  </a:cubicBezTo>
                  <a:cubicBezTo>
                    <a:pt x="319882" y="148450"/>
                    <a:pt x="306652" y="144501"/>
                    <a:pt x="292100" y="140552"/>
                  </a:cubicBezTo>
                  <a:cubicBezTo>
                    <a:pt x="301361" y="124754"/>
                    <a:pt x="310621" y="111589"/>
                    <a:pt x="317236" y="98425"/>
                  </a:cubicBezTo>
                  <a:close/>
                  <a:moveTo>
                    <a:pt x="286068" y="52387"/>
                  </a:moveTo>
                  <a:cubicBezTo>
                    <a:pt x="295205" y="61448"/>
                    <a:pt x="303037" y="71803"/>
                    <a:pt x="309563" y="84748"/>
                  </a:cubicBezTo>
                  <a:cubicBezTo>
                    <a:pt x="301731" y="98986"/>
                    <a:pt x="289984" y="117108"/>
                    <a:pt x="278236" y="136525"/>
                  </a:cubicBezTo>
                  <a:cubicBezTo>
                    <a:pt x="278236" y="136525"/>
                    <a:pt x="276931" y="136525"/>
                    <a:pt x="276931" y="136525"/>
                  </a:cubicBezTo>
                  <a:cubicBezTo>
                    <a:pt x="270404" y="127464"/>
                    <a:pt x="265183" y="119697"/>
                    <a:pt x="258657" y="110636"/>
                  </a:cubicBezTo>
                  <a:cubicBezTo>
                    <a:pt x="256046" y="106753"/>
                    <a:pt x="253436" y="102870"/>
                    <a:pt x="250825" y="98986"/>
                  </a:cubicBezTo>
                  <a:cubicBezTo>
                    <a:pt x="256046" y="93809"/>
                    <a:pt x="259962" y="86042"/>
                    <a:pt x="259962" y="78275"/>
                  </a:cubicBezTo>
                  <a:cubicBezTo>
                    <a:pt x="259962" y="75687"/>
                    <a:pt x="259962" y="73098"/>
                    <a:pt x="258657" y="70509"/>
                  </a:cubicBezTo>
                  <a:cubicBezTo>
                    <a:pt x="269099" y="62742"/>
                    <a:pt x="278236" y="57564"/>
                    <a:pt x="286068" y="52387"/>
                  </a:cubicBezTo>
                  <a:close/>
                  <a:moveTo>
                    <a:pt x="73025" y="28575"/>
                  </a:moveTo>
                  <a:cubicBezTo>
                    <a:pt x="79493" y="54655"/>
                    <a:pt x="92428" y="92472"/>
                    <a:pt x="107950" y="126377"/>
                  </a:cubicBezTo>
                  <a:cubicBezTo>
                    <a:pt x="63970" y="128985"/>
                    <a:pt x="25165" y="134201"/>
                    <a:pt x="3175" y="138113"/>
                  </a:cubicBezTo>
                  <a:cubicBezTo>
                    <a:pt x="10936" y="92472"/>
                    <a:pt x="36806" y="53351"/>
                    <a:pt x="73025" y="28575"/>
                  </a:cubicBezTo>
                  <a:close/>
                  <a:moveTo>
                    <a:pt x="203200" y="4762"/>
                  </a:moveTo>
                  <a:cubicBezTo>
                    <a:pt x="230476" y="11151"/>
                    <a:pt x="255155" y="23928"/>
                    <a:pt x="274638" y="41817"/>
                  </a:cubicBezTo>
                  <a:cubicBezTo>
                    <a:pt x="268144" y="45650"/>
                    <a:pt x="260350" y="52039"/>
                    <a:pt x="251258" y="57150"/>
                  </a:cubicBezTo>
                  <a:cubicBezTo>
                    <a:pt x="246063" y="53316"/>
                    <a:pt x="239568" y="50761"/>
                    <a:pt x="233074" y="50761"/>
                  </a:cubicBezTo>
                  <a:cubicBezTo>
                    <a:pt x="230476" y="50761"/>
                    <a:pt x="227879" y="50761"/>
                    <a:pt x="225281" y="52039"/>
                  </a:cubicBezTo>
                  <a:cubicBezTo>
                    <a:pt x="216189" y="34150"/>
                    <a:pt x="208395" y="17539"/>
                    <a:pt x="203200" y="4762"/>
                  </a:cubicBezTo>
                  <a:close/>
                  <a:moveTo>
                    <a:pt x="165260" y="0"/>
                  </a:moveTo>
                  <a:cubicBezTo>
                    <a:pt x="172957" y="0"/>
                    <a:pt x="179371" y="0"/>
                    <a:pt x="185786" y="1290"/>
                  </a:cubicBezTo>
                  <a:cubicBezTo>
                    <a:pt x="192200" y="15478"/>
                    <a:pt x="199897" y="36115"/>
                    <a:pt x="212725" y="59333"/>
                  </a:cubicBezTo>
                  <a:cubicBezTo>
                    <a:pt x="207594" y="63202"/>
                    <a:pt x="205028" y="69651"/>
                    <a:pt x="205028" y="77390"/>
                  </a:cubicBezTo>
                  <a:cubicBezTo>
                    <a:pt x="205028" y="82550"/>
                    <a:pt x="206311" y="87709"/>
                    <a:pt x="208876" y="91579"/>
                  </a:cubicBezTo>
                  <a:cubicBezTo>
                    <a:pt x="198614" y="100608"/>
                    <a:pt x="188351" y="110926"/>
                    <a:pt x="179371" y="122535"/>
                  </a:cubicBezTo>
                  <a:cubicBezTo>
                    <a:pt x="178089" y="122535"/>
                    <a:pt x="178089" y="122535"/>
                    <a:pt x="176806" y="122535"/>
                  </a:cubicBezTo>
                  <a:cubicBezTo>
                    <a:pt x="158846" y="122535"/>
                    <a:pt x="139604" y="123825"/>
                    <a:pt x="122927" y="123825"/>
                  </a:cubicBezTo>
                  <a:cubicBezTo>
                    <a:pt x="104967" y="87709"/>
                    <a:pt x="92139" y="45144"/>
                    <a:pt x="85725" y="20637"/>
                  </a:cubicBezTo>
                  <a:cubicBezTo>
                    <a:pt x="108816" y="7739"/>
                    <a:pt x="135755" y="0"/>
                    <a:pt x="16526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5982672" y="1668472"/>
            <a:ext cx="2455864" cy="60208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定期组织部门例会，分享工作信息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982672" y="3218960"/>
            <a:ext cx="2455864" cy="60208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强化部门绩效管理，持续提高工作效率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155726" y="2443716"/>
            <a:ext cx="3282809" cy="60208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成员调整，岗位变动，职责重组、工作交接，平稳过渡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52755" y="3193016"/>
            <a:ext cx="2212790" cy="90948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积极申报高新技术立项：内训师队伍建设、安全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知识竞赛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02824" y="1184190"/>
            <a:ext cx="1734614" cy="1734614"/>
            <a:chOff x="5295195" y="1566798"/>
            <a:chExt cx="2240186" cy="2240186"/>
          </a:xfrm>
        </p:grpSpPr>
        <p:sp>
          <p:nvSpPr>
            <p:cNvPr id="46" name="椭圆 45"/>
            <p:cNvSpPr/>
            <p:nvPr/>
          </p:nvSpPr>
          <p:spPr>
            <a:xfrm>
              <a:off x="5295195" y="1566798"/>
              <a:ext cx="2240186" cy="2240186"/>
            </a:xfrm>
            <a:prstGeom prst="ellipse">
              <a:avLst/>
            </a:prstGeom>
            <a:noFill/>
            <a:ln>
              <a:solidFill>
                <a:srgbClr val="D85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5432564" y="1704166"/>
              <a:ext cx="1965449" cy="1965449"/>
            </a:xfrm>
            <a:prstGeom prst="ellipse">
              <a:avLst/>
            </a:prstGeom>
            <a:blipFill dpi="0" rotWithShape="1"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2000">
        <p:blinds dir="vert"/>
      </p:transition>
    </mc:Choice>
    <mc:Fallback>
      <p:transition spd="slow" advTm="1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decel="500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decel="500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49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49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49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649"/>
                            </p:stCondLst>
                            <p:childTnLst>
                              <p:par>
                                <p:cTn id="3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149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49"/>
                            </p:stCondLst>
                            <p:childTnLst>
                              <p:par>
                                <p:cTn id="4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349"/>
                            </p:stCondLst>
                            <p:childTnLst>
                              <p:par>
                                <p:cTn id="48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849"/>
                            </p:stCondLst>
                            <p:childTnLst>
                              <p:par>
                                <p:cTn id="5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349"/>
                            </p:stCondLst>
                            <p:childTnLst>
                              <p:par>
                                <p:cTn id="5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0"/>
                            </p:stCondLst>
                            <p:childTnLst>
                              <p:par>
                                <p:cTn id="6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500"/>
                            </p:stCondLst>
                            <p:childTnLst>
                              <p:par>
                                <p:cTn id="6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000"/>
                            </p:stCondLst>
                            <p:childTnLst>
                              <p:par>
                                <p:cTn id="7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0" grpId="0"/>
      <p:bldP spid="2" grpId="0" animBg="1"/>
      <p:bldP spid="23" grpId="0" animBg="1"/>
      <p:bldP spid="24" grpId="0" animBg="1"/>
      <p:bldP spid="37" grpId="0"/>
      <p:bldP spid="38" grpId="0"/>
      <p:bldP spid="43" grpId="0"/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椭圆 91"/>
          <p:cNvSpPr/>
          <p:nvPr/>
        </p:nvSpPr>
        <p:spPr>
          <a:xfrm>
            <a:off x="7952460" y="3654813"/>
            <a:ext cx="147426" cy="147426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3608705" y="1093470"/>
            <a:ext cx="1344930" cy="16071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000" dirty="0">
                <a:solidFill>
                  <a:srgbClr val="189983"/>
                </a:solidFill>
                <a:latin typeface="Impact" panose="020B0806030902050204" pitchFamily="34" charset="0"/>
                <a:ea typeface="DFGothic-EB" panose="02010609010101010101" pitchFamily="1" charset="-128"/>
              </a:rPr>
              <a:t>PART </a:t>
            </a:r>
            <a:endParaRPr lang="zh-CN" altLang="en-US" sz="5000" dirty="0">
              <a:solidFill>
                <a:srgbClr val="189983"/>
              </a:solidFill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14" name="椭圆 13" descr="e7d195523061f1c0deeec63e560781cfd59afb0ea006f2a87ABB68BF51EA6619813959095094C18C62A12F549504892A4AAA8C1554C6663626E05CA27F281A14E6983772AFC3FB97135759321DEA3D70CCCB10945EC5A0322096E752803368C2184698845E3CCD6DB7F651295A8E4F3FDC19EA64A2B4A4AC1434B55AAE41CF0BF61B375C23F3039959E085EE760725AA"/>
          <p:cNvSpPr/>
          <p:nvPr/>
        </p:nvSpPr>
        <p:spPr>
          <a:xfrm>
            <a:off x="3279140" y="808355"/>
            <a:ext cx="2602865" cy="260286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>
            <a:spLocks noChangeAspect="1"/>
          </p:cNvSpPr>
          <p:nvPr/>
        </p:nvSpPr>
        <p:spPr>
          <a:xfrm>
            <a:off x="3608070" y="776605"/>
            <a:ext cx="2602865" cy="2602865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C7C7C7"/>
              </a:gs>
            </a:gsLst>
            <a:lin ang="13200000" scaled="0"/>
          </a:gradFill>
          <a:ln w="22225">
            <a:solidFill>
              <a:schemeClr val="bg1"/>
            </a:solidFill>
          </a:ln>
          <a:effectLst>
            <a:outerShdw blurRad="3937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"/>
          <p:cNvSpPr txBox="1"/>
          <p:nvPr/>
        </p:nvSpPr>
        <p:spPr>
          <a:xfrm>
            <a:off x="3853815" y="1201420"/>
            <a:ext cx="1677670" cy="1391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r">
              <a:defRPr sz="8600">
                <a:ln w="28575">
                  <a:solidFill>
                    <a:schemeClr val="bg1"/>
                  </a:solidFill>
                </a:ln>
                <a:solidFill>
                  <a:srgbClr val="F1907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  <a:ea typeface="Microsoft YaHei UI" panose="020B0503020204020204" pitchFamily="34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dirty="0">
                <a:solidFill>
                  <a:srgbClr val="52BBAB"/>
                </a:solidFill>
              </a:rPr>
              <a:t>03</a:t>
            </a:r>
            <a:endParaRPr lang="en-US" altLang="zh-CN" dirty="0">
              <a:solidFill>
                <a:srgbClr val="52BBAB"/>
              </a:solidFill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2209047" y="3655212"/>
            <a:ext cx="5401211" cy="861584"/>
          </a:xfrm>
          <a:prstGeom prst="rect">
            <a:avLst/>
          </a:prstGeom>
        </p:spPr>
        <p:txBody>
          <a:bodyPr wrap="square" lIns="51435" tIns="25718" rIns="51435" bIns="25718" anchor="ctr" anchorCtr="1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6600">
                <a:solidFill>
                  <a:srgbClr val="F1907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4500" dirty="0">
                <a:solidFill>
                  <a:srgbClr val="D85737"/>
                </a:solidFill>
              </a:rPr>
              <a:t>人力资源工作亮点</a:t>
            </a:r>
            <a:endParaRPr lang="zh-CN" altLang="en-US" sz="4500" dirty="0">
              <a:solidFill>
                <a:srgbClr val="D8573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8000">
        <p15:prstTrans prst="wind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1.97531E-6 C 0.00173 0.03148 0.01007 0.02129 -0.00261 0.04444 C -0.01354 0.07315 0.02673 0.14136 0.0184 0.15648 C 0.01059 0.17222 0.00052 0.16728 -0.02466 0.20339 C -0.03299 0.23333 -0.05469 0.18611 -0.07986 0.22129 C -0.09497 0.23704 -0.08195 0.26204 -0.10052 0.29599 C -0.11893 0.32901 0.05017 0.39352 0.03784 0.41543 " pathEditMode="relative" rAng="0" ptsTypes="AAAAAAA">
                                      <p:cBhvr>
                                        <p:cTn id="19" dur="25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20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ldLvl="0" animBg="1"/>
      <p:bldP spid="92" grpId="1" bldLvl="0" animBg="1"/>
      <p:bldP spid="98" grpId="0"/>
      <p:bldP spid="97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3896128" y="15099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工作亮点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0" name="左弧形箭头 19"/>
          <p:cNvSpPr/>
          <p:nvPr/>
        </p:nvSpPr>
        <p:spPr>
          <a:xfrm>
            <a:off x="3429221" y="1535881"/>
            <a:ext cx="868391" cy="2312394"/>
          </a:xfrm>
          <a:prstGeom prst="curvedRightArrow">
            <a:avLst>
              <a:gd name="adj1" fmla="val 17641"/>
              <a:gd name="adj2" fmla="val 50000"/>
              <a:gd name="adj3" fmla="val 25000"/>
            </a:avLst>
          </a:prstGeom>
          <a:solidFill>
            <a:srgbClr val="189983"/>
          </a:solidFill>
          <a:ln>
            <a:solidFill>
              <a:srgbClr val="00A2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左弧形箭头 20"/>
          <p:cNvSpPr/>
          <p:nvPr/>
        </p:nvSpPr>
        <p:spPr>
          <a:xfrm flipH="1" flipV="1">
            <a:off x="4846388" y="1360768"/>
            <a:ext cx="868391" cy="2312394"/>
          </a:xfrm>
          <a:prstGeom prst="curvedRightArrow">
            <a:avLst>
              <a:gd name="adj1" fmla="val 17641"/>
              <a:gd name="adj2" fmla="val 50000"/>
              <a:gd name="adj3" fmla="val 25000"/>
            </a:avLst>
          </a:prstGeom>
          <a:solidFill>
            <a:srgbClr val="D85737"/>
          </a:solidFill>
          <a:ln>
            <a:solidFill>
              <a:srgbClr val="EC6A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707149" y="1744059"/>
            <a:ext cx="1709539" cy="1709539"/>
          </a:xfrm>
          <a:prstGeom prst="ellipse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3300" y="1668820"/>
            <a:ext cx="2131010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加强校企合作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加大招工宣传、争取政府资源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128907" y="136104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16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校企合作</a:t>
            </a:r>
            <a:endParaRPr lang="zh-CN" altLang="en-US" sz="1600" b="1" dirty="0">
              <a:solidFill>
                <a:srgbClr val="18998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95791" y="1668820"/>
            <a:ext cx="2755280" cy="1627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劳动合同法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梳理人力资源管理业务流程</a:t>
            </a:r>
            <a:endParaRPr lang="zh-CN" altLang="en-US" sz="1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建立健全人力资源管理制度体系 ，拟定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人事管理制度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完善员工福利、员工激励等三项制度</a:t>
            </a:r>
            <a:endParaRPr lang="zh-CN" altLang="en-US" sz="1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795791" y="1361043"/>
            <a:ext cx="2054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制度建设</a:t>
            </a:r>
            <a:endParaRPr lang="zh-CN" altLang="en-US" sz="1600" b="1" dirty="0">
              <a:solidFill>
                <a:srgbClr val="D85737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498632" y="3529798"/>
            <a:ext cx="570173" cy="570173"/>
            <a:chOff x="5004048" y="3814644"/>
            <a:chExt cx="570173" cy="570173"/>
          </a:xfrm>
        </p:grpSpPr>
        <p:sp>
          <p:nvSpPr>
            <p:cNvPr id="28" name="椭圆 27"/>
            <p:cNvSpPr/>
            <p:nvPr/>
          </p:nvSpPr>
          <p:spPr>
            <a:xfrm>
              <a:off x="5004048" y="3814644"/>
              <a:ext cx="570173" cy="570173"/>
            </a:xfrm>
            <a:prstGeom prst="ellipse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-1"/>
            <p:cNvSpPr/>
            <p:nvPr/>
          </p:nvSpPr>
          <p:spPr bwMode="auto">
            <a:xfrm>
              <a:off x="5141175" y="3964842"/>
              <a:ext cx="295917" cy="269775"/>
            </a:xfrm>
            <a:custGeom>
              <a:avLst/>
              <a:gdLst>
                <a:gd name="T0" fmla="*/ 493597 w 1939925"/>
                <a:gd name="T1" fmla="*/ 1733079 h 1768475"/>
                <a:gd name="T2" fmla="*/ 432444 w 1939925"/>
                <a:gd name="T3" fmla="*/ 1731256 h 1768475"/>
                <a:gd name="T4" fmla="*/ 382481 w 1939925"/>
                <a:gd name="T5" fmla="*/ 1692447 h 1768475"/>
                <a:gd name="T6" fmla="*/ 366347 w 1939925"/>
                <a:gd name="T7" fmla="*/ 1634364 h 1768475"/>
                <a:gd name="T8" fmla="*/ 388987 w 1939925"/>
                <a:gd name="T9" fmla="*/ 1577845 h 1768475"/>
                <a:gd name="T10" fmla="*/ 978135 w 1939925"/>
                <a:gd name="T11" fmla="*/ 1097558 h 1768475"/>
                <a:gd name="T12" fmla="*/ 1023934 w 1939925"/>
                <a:gd name="T13" fmla="*/ 1140795 h 1768475"/>
                <a:gd name="T14" fmla="*/ 1033823 w 1939925"/>
                <a:gd name="T15" fmla="*/ 1199919 h 1768475"/>
                <a:gd name="T16" fmla="*/ 1005459 w 1939925"/>
                <a:gd name="T17" fmla="*/ 1254615 h 1768475"/>
                <a:gd name="T18" fmla="*/ 907874 w 1939925"/>
                <a:gd name="T19" fmla="*/ 1091828 h 1768475"/>
                <a:gd name="T20" fmla="*/ 1354102 w 1939925"/>
                <a:gd name="T21" fmla="*/ 401443 h 1768475"/>
                <a:gd name="T22" fmla="*/ 1253373 w 1939925"/>
                <a:gd name="T23" fmla="*/ 436780 h 1768475"/>
                <a:gd name="T24" fmla="*/ 1166143 w 1939925"/>
                <a:gd name="T25" fmla="*/ 503817 h 1768475"/>
                <a:gd name="T26" fmla="*/ 1105912 w 1939925"/>
                <a:gd name="T27" fmla="*/ 593460 h 1768475"/>
                <a:gd name="T28" fmla="*/ 1079172 w 1939925"/>
                <a:gd name="T29" fmla="*/ 694015 h 1768475"/>
                <a:gd name="T30" fmla="*/ 1084624 w 1939925"/>
                <a:gd name="T31" fmla="*/ 797429 h 1768475"/>
                <a:gd name="T32" fmla="*/ 1123047 w 1939925"/>
                <a:gd name="T33" fmla="*/ 895126 h 1768475"/>
                <a:gd name="T34" fmla="*/ 1194440 w 1939925"/>
                <a:gd name="T35" fmla="*/ 979052 h 1768475"/>
                <a:gd name="T36" fmla="*/ 1287641 w 1939925"/>
                <a:gd name="T37" fmla="*/ 1035436 h 1768475"/>
                <a:gd name="T38" fmla="*/ 1390967 w 1939925"/>
                <a:gd name="T39" fmla="*/ 1059341 h 1768475"/>
                <a:gd name="T40" fmla="*/ 1496370 w 1939925"/>
                <a:gd name="T41" fmla="*/ 1051286 h 1768475"/>
                <a:gd name="T42" fmla="*/ 1595282 w 1939925"/>
                <a:gd name="T43" fmla="*/ 1011011 h 1768475"/>
                <a:gd name="T44" fmla="*/ 1679656 w 1939925"/>
                <a:gd name="T45" fmla="*/ 939297 h 1768475"/>
                <a:gd name="T46" fmla="*/ 1734434 w 1939925"/>
                <a:gd name="T47" fmla="*/ 847576 h 1768475"/>
                <a:gd name="T48" fmla="*/ 1756501 w 1939925"/>
                <a:gd name="T49" fmla="*/ 745722 h 1768475"/>
                <a:gd name="T50" fmla="*/ 1745858 w 1939925"/>
                <a:gd name="T51" fmla="*/ 643087 h 1768475"/>
                <a:gd name="T52" fmla="*/ 1701983 w 1939925"/>
                <a:gd name="T53" fmla="*/ 546950 h 1768475"/>
                <a:gd name="T54" fmla="*/ 1626436 w 1939925"/>
                <a:gd name="T55" fmla="*/ 466141 h 1768475"/>
                <a:gd name="T56" fmla="*/ 1531417 w 1939925"/>
                <a:gd name="T57" fmla="*/ 414954 h 1768475"/>
                <a:gd name="T58" fmla="*/ 1427053 w 1939925"/>
                <a:gd name="T59" fmla="*/ 395727 h 1768475"/>
                <a:gd name="T60" fmla="*/ 1512985 w 1939925"/>
                <a:gd name="T61" fmla="*/ 260353 h 1768475"/>
                <a:gd name="T62" fmla="*/ 1657070 w 1939925"/>
                <a:gd name="T63" fmla="*/ 312580 h 1768475"/>
                <a:gd name="T64" fmla="*/ 1781425 w 1939925"/>
                <a:gd name="T65" fmla="*/ 410277 h 1768475"/>
                <a:gd name="T66" fmla="*/ 1865799 w 1939925"/>
                <a:gd name="T67" fmla="*/ 540454 h 1768475"/>
                <a:gd name="T68" fmla="*/ 1903182 w 1939925"/>
                <a:gd name="T69" fmla="*/ 684921 h 1768475"/>
                <a:gd name="T70" fmla="*/ 1893317 w 1939925"/>
                <a:gd name="T71" fmla="*/ 833285 h 1768475"/>
                <a:gd name="T72" fmla="*/ 1836202 w 1939925"/>
                <a:gd name="T73" fmla="*/ 972816 h 1768475"/>
                <a:gd name="T74" fmla="*/ 1732358 w 1939925"/>
                <a:gd name="T75" fmla="*/ 1092339 h 1768475"/>
                <a:gd name="T76" fmla="*/ 1598138 w 1939925"/>
                <a:gd name="T77" fmla="*/ 1171069 h 1768475"/>
                <a:gd name="T78" fmla="*/ 1449639 w 1939925"/>
                <a:gd name="T79" fmla="*/ 1204327 h 1768475"/>
                <a:gd name="T80" fmla="*/ 1298285 w 1939925"/>
                <a:gd name="T81" fmla="*/ 1190816 h 1768475"/>
                <a:gd name="T82" fmla="*/ 1156537 w 1939925"/>
                <a:gd name="T83" fmla="*/ 1131574 h 1768475"/>
                <a:gd name="T84" fmla="*/ 1036855 w 1939925"/>
                <a:gd name="T85" fmla="*/ 1027122 h 1768475"/>
                <a:gd name="T86" fmla="*/ 959751 w 1939925"/>
                <a:gd name="T87" fmla="*/ 894346 h 1768475"/>
                <a:gd name="T88" fmla="*/ 929636 w 1939925"/>
                <a:gd name="T89" fmla="*/ 748060 h 1768475"/>
                <a:gd name="T90" fmla="*/ 946770 w 1939925"/>
                <a:gd name="T91" fmla="*/ 600475 h 1768475"/>
                <a:gd name="T92" fmla="*/ 1011154 w 1939925"/>
                <a:gd name="T93" fmla="*/ 463023 h 1768475"/>
                <a:gd name="T94" fmla="*/ 1120711 w 1939925"/>
                <a:gd name="T95" fmla="*/ 348696 h 1768475"/>
                <a:gd name="T96" fmla="*/ 1258305 w 1939925"/>
                <a:gd name="T97" fmla="*/ 276463 h 1768475"/>
                <a:gd name="T98" fmla="*/ 1408102 w 1939925"/>
                <a:gd name="T99" fmla="*/ 250999 h 1768475"/>
                <a:gd name="T100" fmla="*/ 1083489 w 1939925"/>
                <a:gd name="T101" fmla="*/ 222937 h 1768475"/>
                <a:gd name="T102" fmla="*/ 944546 w 1939925"/>
                <a:gd name="T103" fmla="*/ 340381 h 1768475"/>
                <a:gd name="T104" fmla="*/ 856506 w 1939925"/>
                <a:gd name="T105" fmla="*/ 472636 h 1768475"/>
                <a:gd name="T106" fmla="*/ 807682 w 1939925"/>
                <a:gd name="T107" fmla="*/ 618663 h 1768475"/>
                <a:gd name="T108" fmla="*/ 798333 w 1939925"/>
                <a:gd name="T109" fmla="*/ 770666 h 1768475"/>
                <a:gd name="T110" fmla="*/ 828198 w 1939925"/>
                <a:gd name="T111" fmla="*/ 920849 h 1768475"/>
                <a:gd name="T112" fmla="*/ 7532 w 1939925"/>
                <a:gd name="T113" fmla="*/ 162136 h 1768475"/>
                <a:gd name="T114" fmla="*/ 43371 w 1939925"/>
                <a:gd name="T115" fmla="*/ 49888 h 1768475"/>
                <a:gd name="T116" fmla="*/ 126736 w 1939925"/>
                <a:gd name="T117" fmla="*/ 5977 h 176847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39925" h="1768475">
                  <a:moveTo>
                    <a:pt x="829650" y="1186581"/>
                  </a:moveTo>
                  <a:lnTo>
                    <a:pt x="972217" y="1327678"/>
                  </a:lnTo>
                  <a:lnTo>
                    <a:pt x="545575" y="1739831"/>
                  </a:lnTo>
                  <a:lnTo>
                    <a:pt x="541865" y="1743544"/>
                  </a:lnTo>
                  <a:lnTo>
                    <a:pt x="537890" y="1746727"/>
                  </a:lnTo>
                  <a:lnTo>
                    <a:pt x="533650" y="1749645"/>
                  </a:lnTo>
                  <a:lnTo>
                    <a:pt x="529675" y="1752297"/>
                  </a:lnTo>
                  <a:lnTo>
                    <a:pt x="525435" y="1755214"/>
                  </a:lnTo>
                  <a:lnTo>
                    <a:pt x="520930" y="1757601"/>
                  </a:lnTo>
                  <a:lnTo>
                    <a:pt x="516425" y="1759458"/>
                  </a:lnTo>
                  <a:lnTo>
                    <a:pt x="511921" y="1761314"/>
                  </a:lnTo>
                  <a:lnTo>
                    <a:pt x="507416" y="1763171"/>
                  </a:lnTo>
                  <a:lnTo>
                    <a:pt x="502646" y="1764762"/>
                  </a:lnTo>
                  <a:lnTo>
                    <a:pt x="497876" y="1765823"/>
                  </a:lnTo>
                  <a:lnTo>
                    <a:pt x="493106" y="1766619"/>
                  </a:lnTo>
                  <a:lnTo>
                    <a:pt x="488336" y="1767680"/>
                  </a:lnTo>
                  <a:lnTo>
                    <a:pt x="483566" y="1768210"/>
                  </a:lnTo>
                  <a:lnTo>
                    <a:pt x="478531" y="1768475"/>
                  </a:lnTo>
                  <a:lnTo>
                    <a:pt x="473761" y="1768475"/>
                  </a:lnTo>
                  <a:lnTo>
                    <a:pt x="468991" y="1768475"/>
                  </a:lnTo>
                  <a:lnTo>
                    <a:pt x="463956" y="1767945"/>
                  </a:lnTo>
                  <a:lnTo>
                    <a:pt x="459186" y="1767414"/>
                  </a:lnTo>
                  <a:lnTo>
                    <a:pt x="454417" y="1766619"/>
                  </a:lnTo>
                  <a:lnTo>
                    <a:pt x="449647" y="1765558"/>
                  </a:lnTo>
                  <a:lnTo>
                    <a:pt x="444877" y="1764232"/>
                  </a:lnTo>
                  <a:lnTo>
                    <a:pt x="440372" y="1762906"/>
                  </a:lnTo>
                  <a:lnTo>
                    <a:pt x="435602" y="1761049"/>
                  </a:lnTo>
                  <a:lnTo>
                    <a:pt x="431097" y="1758927"/>
                  </a:lnTo>
                  <a:lnTo>
                    <a:pt x="426857" y="1756805"/>
                  </a:lnTo>
                  <a:lnTo>
                    <a:pt x="422352" y="1754419"/>
                  </a:lnTo>
                  <a:lnTo>
                    <a:pt x="418112" y="1751766"/>
                  </a:lnTo>
                  <a:lnTo>
                    <a:pt x="413872" y="1749114"/>
                  </a:lnTo>
                  <a:lnTo>
                    <a:pt x="410162" y="1745931"/>
                  </a:lnTo>
                  <a:lnTo>
                    <a:pt x="406187" y="1742484"/>
                  </a:lnTo>
                  <a:lnTo>
                    <a:pt x="402212" y="1739036"/>
                  </a:lnTo>
                  <a:lnTo>
                    <a:pt x="398768" y="1735323"/>
                  </a:lnTo>
                  <a:lnTo>
                    <a:pt x="395323" y="1731610"/>
                  </a:lnTo>
                  <a:lnTo>
                    <a:pt x="392143" y="1727366"/>
                  </a:lnTo>
                  <a:lnTo>
                    <a:pt x="389493" y="1723388"/>
                  </a:lnTo>
                  <a:lnTo>
                    <a:pt x="386843" y="1719409"/>
                  </a:lnTo>
                  <a:lnTo>
                    <a:pt x="384458" y="1714901"/>
                  </a:lnTo>
                  <a:lnTo>
                    <a:pt x="382338" y="1710657"/>
                  </a:lnTo>
                  <a:lnTo>
                    <a:pt x="380218" y="1706148"/>
                  </a:lnTo>
                  <a:lnTo>
                    <a:pt x="378363" y="1701640"/>
                  </a:lnTo>
                  <a:lnTo>
                    <a:pt x="377038" y="1696866"/>
                  </a:lnTo>
                  <a:lnTo>
                    <a:pt x="375713" y="1692357"/>
                  </a:lnTo>
                  <a:lnTo>
                    <a:pt x="374918" y="1687583"/>
                  </a:lnTo>
                  <a:lnTo>
                    <a:pt x="373858" y="1682809"/>
                  </a:lnTo>
                  <a:lnTo>
                    <a:pt x="373328" y="1678565"/>
                  </a:lnTo>
                  <a:lnTo>
                    <a:pt x="373063" y="1673791"/>
                  </a:lnTo>
                  <a:lnTo>
                    <a:pt x="373063" y="1669017"/>
                  </a:lnTo>
                  <a:lnTo>
                    <a:pt x="373063" y="1664243"/>
                  </a:lnTo>
                  <a:lnTo>
                    <a:pt x="373593" y="1659469"/>
                  </a:lnTo>
                  <a:lnTo>
                    <a:pt x="374388" y="1654695"/>
                  </a:lnTo>
                  <a:lnTo>
                    <a:pt x="374918" y="1649921"/>
                  </a:lnTo>
                  <a:lnTo>
                    <a:pt x="375978" y="1645413"/>
                  </a:lnTo>
                  <a:lnTo>
                    <a:pt x="377303" y="1640639"/>
                  </a:lnTo>
                  <a:lnTo>
                    <a:pt x="379158" y="1636130"/>
                  </a:lnTo>
                  <a:lnTo>
                    <a:pt x="380483" y="1631621"/>
                  </a:lnTo>
                  <a:lnTo>
                    <a:pt x="382603" y="1627113"/>
                  </a:lnTo>
                  <a:lnTo>
                    <a:pt x="384988" y="1622869"/>
                  </a:lnTo>
                  <a:lnTo>
                    <a:pt x="387373" y="1618625"/>
                  </a:lnTo>
                  <a:lnTo>
                    <a:pt x="390023" y="1614382"/>
                  </a:lnTo>
                  <a:lnTo>
                    <a:pt x="392938" y="1610404"/>
                  </a:lnTo>
                  <a:lnTo>
                    <a:pt x="396118" y="1606690"/>
                  </a:lnTo>
                  <a:lnTo>
                    <a:pt x="399563" y="1602712"/>
                  </a:lnTo>
                  <a:lnTo>
                    <a:pt x="403272" y="1599264"/>
                  </a:lnTo>
                  <a:lnTo>
                    <a:pt x="829650" y="1186581"/>
                  </a:lnTo>
                  <a:close/>
                  <a:moveTo>
                    <a:pt x="953403" y="1108075"/>
                  </a:moveTo>
                  <a:lnTo>
                    <a:pt x="958173" y="1108340"/>
                  </a:lnTo>
                  <a:lnTo>
                    <a:pt x="963208" y="1108606"/>
                  </a:lnTo>
                  <a:lnTo>
                    <a:pt x="967978" y="1109136"/>
                  </a:lnTo>
                  <a:lnTo>
                    <a:pt x="972747" y="1109932"/>
                  </a:lnTo>
                  <a:lnTo>
                    <a:pt x="977517" y="1110993"/>
                  </a:lnTo>
                  <a:lnTo>
                    <a:pt x="982287" y="1112053"/>
                  </a:lnTo>
                  <a:lnTo>
                    <a:pt x="986792" y="1113910"/>
                  </a:lnTo>
                  <a:lnTo>
                    <a:pt x="991562" y="1115501"/>
                  </a:lnTo>
                  <a:lnTo>
                    <a:pt x="996067" y="1117623"/>
                  </a:lnTo>
                  <a:lnTo>
                    <a:pt x="1000307" y="1119480"/>
                  </a:lnTo>
                  <a:lnTo>
                    <a:pt x="1004547" y="1121867"/>
                  </a:lnTo>
                  <a:lnTo>
                    <a:pt x="1009052" y="1124784"/>
                  </a:lnTo>
                  <a:lnTo>
                    <a:pt x="1013292" y="1127701"/>
                  </a:lnTo>
                  <a:lnTo>
                    <a:pt x="1017002" y="1130619"/>
                  </a:lnTo>
                  <a:lnTo>
                    <a:pt x="1020977" y="1133802"/>
                  </a:lnTo>
                  <a:lnTo>
                    <a:pt x="1024952" y="1137515"/>
                  </a:lnTo>
                  <a:lnTo>
                    <a:pt x="1028396" y="1140963"/>
                  </a:lnTo>
                  <a:lnTo>
                    <a:pt x="1031576" y="1144941"/>
                  </a:lnTo>
                  <a:lnTo>
                    <a:pt x="1034756" y="1149184"/>
                  </a:lnTo>
                  <a:lnTo>
                    <a:pt x="1037671" y="1152897"/>
                  </a:lnTo>
                  <a:lnTo>
                    <a:pt x="1040321" y="1157141"/>
                  </a:lnTo>
                  <a:lnTo>
                    <a:pt x="1042706" y="1161650"/>
                  </a:lnTo>
                  <a:lnTo>
                    <a:pt x="1044826" y="1165893"/>
                  </a:lnTo>
                  <a:lnTo>
                    <a:pt x="1046946" y="1170402"/>
                  </a:lnTo>
                  <a:lnTo>
                    <a:pt x="1048801" y="1174646"/>
                  </a:lnTo>
                  <a:lnTo>
                    <a:pt x="1049861" y="1179420"/>
                  </a:lnTo>
                  <a:lnTo>
                    <a:pt x="1051451" y="1183928"/>
                  </a:lnTo>
                  <a:lnTo>
                    <a:pt x="1052246" y="1188702"/>
                  </a:lnTo>
                  <a:lnTo>
                    <a:pt x="1053041" y="1193476"/>
                  </a:lnTo>
                  <a:lnTo>
                    <a:pt x="1053836" y="1197985"/>
                  </a:lnTo>
                  <a:lnTo>
                    <a:pt x="1054101" y="1202759"/>
                  </a:lnTo>
                  <a:lnTo>
                    <a:pt x="1054101" y="1207533"/>
                  </a:lnTo>
                  <a:lnTo>
                    <a:pt x="1053836" y="1212307"/>
                  </a:lnTo>
                  <a:lnTo>
                    <a:pt x="1053571" y="1217081"/>
                  </a:lnTo>
                  <a:lnTo>
                    <a:pt x="1052776" y="1221855"/>
                  </a:lnTo>
                  <a:lnTo>
                    <a:pt x="1051981" y="1226629"/>
                  </a:lnTo>
                  <a:lnTo>
                    <a:pt x="1051186" y="1231138"/>
                  </a:lnTo>
                  <a:lnTo>
                    <a:pt x="1049596" y="1235912"/>
                  </a:lnTo>
                  <a:lnTo>
                    <a:pt x="1048006" y="1240420"/>
                  </a:lnTo>
                  <a:lnTo>
                    <a:pt x="1046416" y="1244929"/>
                  </a:lnTo>
                  <a:lnTo>
                    <a:pt x="1044561" y="1249438"/>
                  </a:lnTo>
                  <a:lnTo>
                    <a:pt x="1042176" y="1253681"/>
                  </a:lnTo>
                  <a:lnTo>
                    <a:pt x="1039791" y="1257925"/>
                  </a:lnTo>
                  <a:lnTo>
                    <a:pt x="1037141" y="1262168"/>
                  </a:lnTo>
                  <a:lnTo>
                    <a:pt x="1033961" y="1266147"/>
                  </a:lnTo>
                  <a:lnTo>
                    <a:pt x="1031046" y="1269860"/>
                  </a:lnTo>
                  <a:lnTo>
                    <a:pt x="1027601" y="1273838"/>
                  </a:lnTo>
                  <a:lnTo>
                    <a:pt x="1023892" y="1277551"/>
                  </a:lnTo>
                  <a:lnTo>
                    <a:pt x="1018592" y="1282856"/>
                  </a:lnTo>
                  <a:lnTo>
                    <a:pt x="876024" y="1141758"/>
                  </a:lnTo>
                  <a:lnTo>
                    <a:pt x="881589" y="1136719"/>
                  </a:lnTo>
                  <a:lnTo>
                    <a:pt x="885299" y="1133006"/>
                  </a:lnTo>
                  <a:lnTo>
                    <a:pt x="889274" y="1129823"/>
                  </a:lnTo>
                  <a:lnTo>
                    <a:pt x="893514" y="1126641"/>
                  </a:lnTo>
                  <a:lnTo>
                    <a:pt x="897489" y="1123988"/>
                  </a:lnTo>
                  <a:lnTo>
                    <a:pt x="901729" y="1121336"/>
                  </a:lnTo>
                  <a:lnTo>
                    <a:pt x="906234" y="1118949"/>
                  </a:lnTo>
                  <a:lnTo>
                    <a:pt x="910738" y="1116827"/>
                  </a:lnTo>
                  <a:lnTo>
                    <a:pt x="915243" y="1115236"/>
                  </a:lnTo>
                  <a:lnTo>
                    <a:pt x="919748" y="1113380"/>
                  </a:lnTo>
                  <a:lnTo>
                    <a:pt x="924518" y="1111788"/>
                  </a:lnTo>
                  <a:lnTo>
                    <a:pt x="929288" y="1110727"/>
                  </a:lnTo>
                  <a:lnTo>
                    <a:pt x="934058" y="1109666"/>
                  </a:lnTo>
                  <a:lnTo>
                    <a:pt x="938828" y="1108871"/>
                  </a:lnTo>
                  <a:lnTo>
                    <a:pt x="943598" y="1108606"/>
                  </a:lnTo>
                  <a:lnTo>
                    <a:pt x="948633" y="1108340"/>
                  </a:lnTo>
                  <a:lnTo>
                    <a:pt x="953403" y="1108075"/>
                  </a:lnTo>
                  <a:close/>
                  <a:moveTo>
                    <a:pt x="1428629" y="402961"/>
                  </a:moveTo>
                  <a:lnTo>
                    <a:pt x="1420169" y="403755"/>
                  </a:lnTo>
                  <a:lnTo>
                    <a:pt x="1411974" y="404284"/>
                  </a:lnTo>
                  <a:lnTo>
                    <a:pt x="1403514" y="405078"/>
                  </a:lnTo>
                  <a:lnTo>
                    <a:pt x="1395318" y="406136"/>
                  </a:lnTo>
                  <a:lnTo>
                    <a:pt x="1387123" y="407194"/>
                  </a:lnTo>
                  <a:lnTo>
                    <a:pt x="1378927" y="408782"/>
                  </a:lnTo>
                  <a:lnTo>
                    <a:pt x="1370467" y="410105"/>
                  </a:lnTo>
                  <a:lnTo>
                    <a:pt x="1362536" y="411957"/>
                  </a:lnTo>
                  <a:lnTo>
                    <a:pt x="1354605" y="414074"/>
                  </a:lnTo>
                  <a:lnTo>
                    <a:pt x="1346409" y="416190"/>
                  </a:lnTo>
                  <a:lnTo>
                    <a:pt x="1338478" y="418571"/>
                  </a:lnTo>
                  <a:lnTo>
                    <a:pt x="1330547" y="421217"/>
                  </a:lnTo>
                  <a:lnTo>
                    <a:pt x="1322352" y="423863"/>
                  </a:lnTo>
                  <a:lnTo>
                    <a:pt x="1314685" y="426774"/>
                  </a:lnTo>
                  <a:lnTo>
                    <a:pt x="1307018" y="430213"/>
                  </a:lnTo>
                  <a:lnTo>
                    <a:pt x="1299351" y="433388"/>
                  </a:lnTo>
                  <a:lnTo>
                    <a:pt x="1291420" y="436828"/>
                  </a:lnTo>
                  <a:lnTo>
                    <a:pt x="1283753" y="440796"/>
                  </a:lnTo>
                  <a:lnTo>
                    <a:pt x="1276351" y="444765"/>
                  </a:lnTo>
                  <a:lnTo>
                    <a:pt x="1268948" y="448734"/>
                  </a:lnTo>
                  <a:lnTo>
                    <a:pt x="1261546" y="452967"/>
                  </a:lnTo>
                  <a:lnTo>
                    <a:pt x="1254408" y="457465"/>
                  </a:lnTo>
                  <a:lnTo>
                    <a:pt x="1247270" y="462228"/>
                  </a:lnTo>
                  <a:lnTo>
                    <a:pt x="1240132" y="466990"/>
                  </a:lnTo>
                  <a:lnTo>
                    <a:pt x="1232994" y="472282"/>
                  </a:lnTo>
                  <a:lnTo>
                    <a:pt x="1226120" y="477309"/>
                  </a:lnTo>
                  <a:lnTo>
                    <a:pt x="1219246" y="483130"/>
                  </a:lnTo>
                  <a:lnTo>
                    <a:pt x="1212637" y="488686"/>
                  </a:lnTo>
                  <a:lnTo>
                    <a:pt x="1206292" y="494771"/>
                  </a:lnTo>
                  <a:lnTo>
                    <a:pt x="1199683" y="500592"/>
                  </a:lnTo>
                  <a:lnTo>
                    <a:pt x="1193338" y="506942"/>
                  </a:lnTo>
                  <a:lnTo>
                    <a:pt x="1187522" y="513028"/>
                  </a:lnTo>
                  <a:lnTo>
                    <a:pt x="1181441" y="519642"/>
                  </a:lnTo>
                  <a:lnTo>
                    <a:pt x="1175889" y="526257"/>
                  </a:lnTo>
                  <a:lnTo>
                    <a:pt x="1170338" y="532871"/>
                  </a:lnTo>
                  <a:lnTo>
                    <a:pt x="1165050" y="539486"/>
                  </a:lnTo>
                  <a:lnTo>
                    <a:pt x="1160027" y="546365"/>
                  </a:lnTo>
                  <a:lnTo>
                    <a:pt x="1155004" y="553509"/>
                  </a:lnTo>
                  <a:lnTo>
                    <a:pt x="1150245" y="560388"/>
                  </a:lnTo>
                  <a:lnTo>
                    <a:pt x="1145751" y="567532"/>
                  </a:lnTo>
                  <a:lnTo>
                    <a:pt x="1141785" y="574940"/>
                  </a:lnTo>
                  <a:lnTo>
                    <a:pt x="1137555" y="582084"/>
                  </a:lnTo>
                  <a:lnTo>
                    <a:pt x="1133590" y="589492"/>
                  </a:lnTo>
                  <a:lnTo>
                    <a:pt x="1129889" y="596901"/>
                  </a:lnTo>
                  <a:lnTo>
                    <a:pt x="1126187" y="604309"/>
                  </a:lnTo>
                  <a:lnTo>
                    <a:pt x="1123015" y="612246"/>
                  </a:lnTo>
                  <a:lnTo>
                    <a:pt x="1119843" y="619919"/>
                  </a:lnTo>
                  <a:lnTo>
                    <a:pt x="1116934" y="627328"/>
                  </a:lnTo>
                  <a:lnTo>
                    <a:pt x="1114291" y="635265"/>
                  </a:lnTo>
                  <a:lnTo>
                    <a:pt x="1111647" y="643203"/>
                  </a:lnTo>
                  <a:lnTo>
                    <a:pt x="1109532" y="650876"/>
                  </a:lnTo>
                  <a:lnTo>
                    <a:pt x="1107153" y="658813"/>
                  </a:lnTo>
                  <a:lnTo>
                    <a:pt x="1105302" y="666486"/>
                  </a:lnTo>
                  <a:lnTo>
                    <a:pt x="1103716" y="674688"/>
                  </a:lnTo>
                  <a:lnTo>
                    <a:pt x="1102130" y="682626"/>
                  </a:lnTo>
                  <a:lnTo>
                    <a:pt x="1100808" y="690828"/>
                  </a:lnTo>
                  <a:lnTo>
                    <a:pt x="1099750" y="698765"/>
                  </a:lnTo>
                  <a:lnTo>
                    <a:pt x="1098957" y="706703"/>
                  </a:lnTo>
                  <a:lnTo>
                    <a:pt x="1097900" y="715169"/>
                  </a:lnTo>
                  <a:lnTo>
                    <a:pt x="1097371" y="723107"/>
                  </a:lnTo>
                  <a:lnTo>
                    <a:pt x="1097107" y="731044"/>
                  </a:lnTo>
                  <a:lnTo>
                    <a:pt x="1097107" y="739246"/>
                  </a:lnTo>
                  <a:lnTo>
                    <a:pt x="1097107" y="747449"/>
                  </a:lnTo>
                  <a:lnTo>
                    <a:pt x="1097371" y="755651"/>
                  </a:lnTo>
                  <a:lnTo>
                    <a:pt x="1097635" y="763588"/>
                  </a:lnTo>
                  <a:lnTo>
                    <a:pt x="1098164" y="771526"/>
                  </a:lnTo>
                  <a:lnTo>
                    <a:pt x="1099221" y="779992"/>
                  </a:lnTo>
                  <a:lnTo>
                    <a:pt x="1100279" y="787930"/>
                  </a:lnTo>
                  <a:lnTo>
                    <a:pt x="1101601" y="796132"/>
                  </a:lnTo>
                  <a:lnTo>
                    <a:pt x="1102923" y="804069"/>
                  </a:lnTo>
                  <a:lnTo>
                    <a:pt x="1104509" y="812007"/>
                  </a:lnTo>
                  <a:lnTo>
                    <a:pt x="1106360" y="819944"/>
                  </a:lnTo>
                  <a:lnTo>
                    <a:pt x="1108475" y="827882"/>
                  </a:lnTo>
                  <a:lnTo>
                    <a:pt x="1110854" y="835819"/>
                  </a:lnTo>
                  <a:lnTo>
                    <a:pt x="1113233" y="843757"/>
                  </a:lnTo>
                  <a:lnTo>
                    <a:pt x="1115877" y="851430"/>
                  </a:lnTo>
                  <a:lnTo>
                    <a:pt x="1118521" y="859103"/>
                  </a:lnTo>
                  <a:lnTo>
                    <a:pt x="1121429" y="866776"/>
                  </a:lnTo>
                  <a:lnTo>
                    <a:pt x="1124601" y="874449"/>
                  </a:lnTo>
                  <a:lnTo>
                    <a:pt x="1128302" y="882121"/>
                  </a:lnTo>
                  <a:lnTo>
                    <a:pt x="1131739" y="889530"/>
                  </a:lnTo>
                  <a:lnTo>
                    <a:pt x="1135705" y="896938"/>
                  </a:lnTo>
                  <a:lnTo>
                    <a:pt x="1139670" y="904346"/>
                  </a:lnTo>
                  <a:lnTo>
                    <a:pt x="1143636" y="911490"/>
                  </a:lnTo>
                  <a:lnTo>
                    <a:pt x="1148130" y="918634"/>
                  </a:lnTo>
                  <a:lnTo>
                    <a:pt x="1152889" y="925778"/>
                  </a:lnTo>
                  <a:lnTo>
                    <a:pt x="1157648" y="932921"/>
                  </a:lnTo>
                  <a:lnTo>
                    <a:pt x="1162671" y="939801"/>
                  </a:lnTo>
                  <a:lnTo>
                    <a:pt x="1167958" y="946680"/>
                  </a:lnTo>
                  <a:lnTo>
                    <a:pt x="1173510" y="953294"/>
                  </a:lnTo>
                  <a:lnTo>
                    <a:pt x="1178798" y="959909"/>
                  </a:lnTo>
                  <a:lnTo>
                    <a:pt x="1184878" y="966524"/>
                  </a:lnTo>
                  <a:lnTo>
                    <a:pt x="1190694" y="972874"/>
                  </a:lnTo>
                  <a:lnTo>
                    <a:pt x="1197039" y="979224"/>
                  </a:lnTo>
                  <a:lnTo>
                    <a:pt x="1203120" y="985309"/>
                  </a:lnTo>
                  <a:lnTo>
                    <a:pt x="1209729" y="991130"/>
                  </a:lnTo>
                  <a:lnTo>
                    <a:pt x="1216338" y="996951"/>
                  </a:lnTo>
                  <a:lnTo>
                    <a:pt x="1223212" y="1002507"/>
                  </a:lnTo>
                  <a:lnTo>
                    <a:pt x="1230086" y="1007799"/>
                  </a:lnTo>
                  <a:lnTo>
                    <a:pt x="1236695" y="1013090"/>
                  </a:lnTo>
                  <a:lnTo>
                    <a:pt x="1243833" y="1017853"/>
                  </a:lnTo>
                  <a:lnTo>
                    <a:pt x="1250971" y="1022615"/>
                  </a:lnTo>
                  <a:lnTo>
                    <a:pt x="1258109" y="1027378"/>
                  </a:lnTo>
                  <a:lnTo>
                    <a:pt x="1265776" y="1031876"/>
                  </a:lnTo>
                  <a:lnTo>
                    <a:pt x="1273178" y="1036109"/>
                  </a:lnTo>
                  <a:lnTo>
                    <a:pt x="1280581" y="1040078"/>
                  </a:lnTo>
                  <a:lnTo>
                    <a:pt x="1287983" y="1043782"/>
                  </a:lnTo>
                  <a:lnTo>
                    <a:pt x="1295650" y="1047486"/>
                  </a:lnTo>
                  <a:lnTo>
                    <a:pt x="1303317" y="1050926"/>
                  </a:lnTo>
                  <a:lnTo>
                    <a:pt x="1311248" y="1054365"/>
                  </a:lnTo>
                  <a:lnTo>
                    <a:pt x="1318915" y="1057276"/>
                  </a:lnTo>
                  <a:lnTo>
                    <a:pt x="1326846" y="1060186"/>
                  </a:lnTo>
                  <a:lnTo>
                    <a:pt x="1334513" y="1062832"/>
                  </a:lnTo>
                  <a:lnTo>
                    <a:pt x="1342708" y="1065213"/>
                  </a:lnTo>
                  <a:lnTo>
                    <a:pt x="1350639" y="1067330"/>
                  </a:lnTo>
                  <a:lnTo>
                    <a:pt x="1358835" y="1069446"/>
                  </a:lnTo>
                  <a:lnTo>
                    <a:pt x="1367030" y="1071563"/>
                  </a:lnTo>
                  <a:lnTo>
                    <a:pt x="1374962" y="1072886"/>
                  </a:lnTo>
                  <a:lnTo>
                    <a:pt x="1383422" y="1074738"/>
                  </a:lnTo>
                  <a:lnTo>
                    <a:pt x="1391353" y="1076061"/>
                  </a:lnTo>
                  <a:lnTo>
                    <a:pt x="1399813" y="1077119"/>
                  </a:lnTo>
                  <a:lnTo>
                    <a:pt x="1408008" y="1078178"/>
                  </a:lnTo>
                  <a:lnTo>
                    <a:pt x="1416468" y="1078707"/>
                  </a:lnTo>
                  <a:lnTo>
                    <a:pt x="1424399" y="1079236"/>
                  </a:lnTo>
                  <a:lnTo>
                    <a:pt x="1432859" y="1079501"/>
                  </a:lnTo>
                  <a:lnTo>
                    <a:pt x="1441055" y="1079765"/>
                  </a:lnTo>
                  <a:lnTo>
                    <a:pt x="1449515" y="1079501"/>
                  </a:lnTo>
                  <a:lnTo>
                    <a:pt x="1457710" y="1079501"/>
                  </a:lnTo>
                  <a:lnTo>
                    <a:pt x="1465906" y="1078971"/>
                  </a:lnTo>
                  <a:lnTo>
                    <a:pt x="1474366" y="1078442"/>
                  </a:lnTo>
                  <a:lnTo>
                    <a:pt x="1482561" y="1077384"/>
                  </a:lnTo>
                  <a:lnTo>
                    <a:pt x="1490757" y="1076590"/>
                  </a:lnTo>
                  <a:lnTo>
                    <a:pt x="1498952" y="1075267"/>
                  </a:lnTo>
                  <a:lnTo>
                    <a:pt x="1507412" y="1073944"/>
                  </a:lnTo>
                  <a:lnTo>
                    <a:pt x="1515343" y="1072357"/>
                  </a:lnTo>
                  <a:lnTo>
                    <a:pt x="1523803" y="1070505"/>
                  </a:lnTo>
                  <a:lnTo>
                    <a:pt x="1531734" y="1068653"/>
                  </a:lnTo>
                  <a:lnTo>
                    <a:pt x="1539666" y="1066536"/>
                  </a:lnTo>
                  <a:lnTo>
                    <a:pt x="1547861" y="1064155"/>
                  </a:lnTo>
                  <a:lnTo>
                    <a:pt x="1555792" y="1061509"/>
                  </a:lnTo>
                  <a:lnTo>
                    <a:pt x="1563459" y="1058599"/>
                  </a:lnTo>
                  <a:lnTo>
                    <a:pt x="1571655" y="1055688"/>
                  </a:lnTo>
                  <a:lnTo>
                    <a:pt x="1579321" y="1052513"/>
                  </a:lnTo>
                  <a:lnTo>
                    <a:pt x="1586988" y="1049074"/>
                  </a:lnTo>
                  <a:lnTo>
                    <a:pt x="1594655" y="1045634"/>
                  </a:lnTo>
                  <a:lnTo>
                    <a:pt x="1602322" y="1041930"/>
                  </a:lnTo>
                  <a:lnTo>
                    <a:pt x="1609988" y="1037961"/>
                  </a:lnTo>
                  <a:lnTo>
                    <a:pt x="1617391" y="1033728"/>
                  </a:lnTo>
                  <a:lnTo>
                    <a:pt x="1624529" y="1029494"/>
                  </a:lnTo>
                  <a:lnTo>
                    <a:pt x="1631931" y="1024996"/>
                  </a:lnTo>
                  <a:lnTo>
                    <a:pt x="1639069" y="1020234"/>
                  </a:lnTo>
                  <a:lnTo>
                    <a:pt x="1646208" y="1015471"/>
                  </a:lnTo>
                  <a:lnTo>
                    <a:pt x="1653081" y="1010180"/>
                  </a:lnTo>
                  <a:lnTo>
                    <a:pt x="1659955" y="1005153"/>
                  </a:lnTo>
                  <a:lnTo>
                    <a:pt x="1666829" y="999596"/>
                  </a:lnTo>
                  <a:lnTo>
                    <a:pt x="1673438" y="993776"/>
                  </a:lnTo>
                  <a:lnTo>
                    <a:pt x="1680047" y="987955"/>
                  </a:lnTo>
                  <a:lnTo>
                    <a:pt x="1686392" y="981869"/>
                  </a:lnTo>
                  <a:lnTo>
                    <a:pt x="1692473" y="975784"/>
                  </a:lnTo>
                  <a:lnTo>
                    <a:pt x="1698818" y="969434"/>
                  </a:lnTo>
                  <a:lnTo>
                    <a:pt x="1704898" y="962819"/>
                  </a:lnTo>
                  <a:lnTo>
                    <a:pt x="1710450" y="956469"/>
                  </a:lnTo>
                  <a:lnTo>
                    <a:pt x="1715737" y="949855"/>
                  </a:lnTo>
                  <a:lnTo>
                    <a:pt x="1721025" y="942976"/>
                  </a:lnTo>
                  <a:lnTo>
                    <a:pt x="1726048" y="936096"/>
                  </a:lnTo>
                  <a:lnTo>
                    <a:pt x="1731335" y="929217"/>
                  </a:lnTo>
                  <a:lnTo>
                    <a:pt x="1735565" y="922074"/>
                  </a:lnTo>
                  <a:lnTo>
                    <a:pt x="1740060" y="914930"/>
                  </a:lnTo>
                  <a:lnTo>
                    <a:pt x="1744554" y="907786"/>
                  </a:lnTo>
                  <a:lnTo>
                    <a:pt x="1748784" y="900378"/>
                  </a:lnTo>
                  <a:lnTo>
                    <a:pt x="1752750" y="892969"/>
                  </a:lnTo>
                  <a:lnTo>
                    <a:pt x="1756186" y="885561"/>
                  </a:lnTo>
                  <a:lnTo>
                    <a:pt x="1759888" y="878153"/>
                  </a:lnTo>
                  <a:lnTo>
                    <a:pt x="1763060" y="870480"/>
                  </a:lnTo>
                  <a:lnTo>
                    <a:pt x="1766232" y="863071"/>
                  </a:lnTo>
                  <a:lnTo>
                    <a:pt x="1769405" y="855134"/>
                  </a:lnTo>
                  <a:lnTo>
                    <a:pt x="1772049" y="847461"/>
                  </a:lnTo>
                  <a:lnTo>
                    <a:pt x="1774428" y="839524"/>
                  </a:lnTo>
                  <a:lnTo>
                    <a:pt x="1776807" y="831851"/>
                  </a:lnTo>
                  <a:lnTo>
                    <a:pt x="1778922" y="823649"/>
                  </a:lnTo>
                  <a:lnTo>
                    <a:pt x="1780773" y="815976"/>
                  </a:lnTo>
                  <a:lnTo>
                    <a:pt x="1782624" y="808038"/>
                  </a:lnTo>
                  <a:lnTo>
                    <a:pt x="1784210" y="799836"/>
                  </a:lnTo>
                  <a:lnTo>
                    <a:pt x="1785267" y="791899"/>
                  </a:lnTo>
                  <a:lnTo>
                    <a:pt x="1786589" y="783961"/>
                  </a:lnTo>
                  <a:lnTo>
                    <a:pt x="1787382" y="775759"/>
                  </a:lnTo>
                  <a:lnTo>
                    <a:pt x="1788440" y="767821"/>
                  </a:lnTo>
                  <a:lnTo>
                    <a:pt x="1788704" y="759355"/>
                  </a:lnTo>
                  <a:lnTo>
                    <a:pt x="1789233" y="751417"/>
                  </a:lnTo>
                  <a:lnTo>
                    <a:pt x="1789233" y="743480"/>
                  </a:lnTo>
                  <a:lnTo>
                    <a:pt x="1789233" y="735278"/>
                  </a:lnTo>
                  <a:lnTo>
                    <a:pt x="1788968" y="727076"/>
                  </a:lnTo>
                  <a:lnTo>
                    <a:pt x="1788704" y="718874"/>
                  </a:lnTo>
                  <a:lnTo>
                    <a:pt x="1787647" y="710936"/>
                  </a:lnTo>
                  <a:lnTo>
                    <a:pt x="1787118" y="702999"/>
                  </a:lnTo>
                  <a:lnTo>
                    <a:pt x="1786060" y="694796"/>
                  </a:lnTo>
                  <a:lnTo>
                    <a:pt x="1784739" y="686594"/>
                  </a:lnTo>
                  <a:lnTo>
                    <a:pt x="1783152" y="678392"/>
                  </a:lnTo>
                  <a:lnTo>
                    <a:pt x="1781830" y="670719"/>
                  </a:lnTo>
                  <a:lnTo>
                    <a:pt x="1779715" y="662782"/>
                  </a:lnTo>
                  <a:lnTo>
                    <a:pt x="1777865" y="654844"/>
                  </a:lnTo>
                  <a:lnTo>
                    <a:pt x="1775486" y="646907"/>
                  </a:lnTo>
                  <a:lnTo>
                    <a:pt x="1773106" y="638969"/>
                  </a:lnTo>
                  <a:lnTo>
                    <a:pt x="1770462" y="631296"/>
                  </a:lnTo>
                  <a:lnTo>
                    <a:pt x="1767554" y="623359"/>
                  </a:lnTo>
                  <a:lnTo>
                    <a:pt x="1764646" y="615686"/>
                  </a:lnTo>
                  <a:lnTo>
                    <a:pt x="1761209" y="608278"/>
                  </a:lnTo>
                  <a:lnTo>
                    <a:pt x="1758037" y="600605"/>
                  </a:lnTo>
                  <a:lnTo>
                    <a:pt x="1754336" y="593196"/>
                  </a:lnTo>
                  <a:lnTo>
                    <a:pt x="1750634" y="585788"/>
                  </a:lnTo>
                  <a:lnTo>
                    <a:pt x="1746405" y="578380"/>
                  </a:lnTo>
                  <a:lnTo>
                    <a:pt x="1742175" y="571236"/>
                  </a:lnTo>
                  <a:lnTo>
                    <a:pt x="1737680" y="564092"/>
                  </a:lnTo>
                  <a:lnTo>
                    <a:pt x="1733186" y="556949"/>
                  </a:lnTo>
                  <a:lnTo>
                    <a:pt x="1728427" y="549805"/>
                  </a:lnTo>
                  <a:lnTo>
                    <a:pt x="1723404" y="542926"/>
                  </a:lnTo>
                  <a:lnTo>
                    <a:pt x="1718117" y="536046"/>
                  </a:lnTo>
                  <a:lnTo>
                    <a:pt x="1712829" y="529167"/>
                  </a:lnTo>
                  <a:lnTo>
                    <a:pt x="1707278" y="522553"/>
                  </a:lnTo>
                  <a:lnTo>
                    <a:pt x="1701461" y="516203"/>
                  </a:lnTo>
                  <a:lnTo>
                    <a:pt x="1695381" y="509853"/>
                  </a:lnTo>
                  <a:lnTo>
                    <a:pt x="1689300" y="503238"/>
                  </a:lnTo>
                  <a:lnTo>
                    <a:pt x="1682691" y="497417"/>
                  </a:lnTo>
                  <a:lnTo>
                    <a:pt x="1676346" y="491332"/>
                  </a:lnTo>
                  <a:lnTo>
                    <a:pt x="1669737" y="485776"/>
                  </a:lnTo>
                  <a:lnTo>
                    <a:pt x="1663127" y="479955"/>
                  </a:lnTo>
                  <a:lnTo>
                    <a:pt x="1656254" y="474663"/>
                  </a:lnTo>
                  <a:lnTo>
                    <a:pt x="1649116" y="469371"/>
                  </a:lnTo>
                  <a:lnTo>
                    <a:pt x="1642242" y="464609"/>
                  </a:lnTo>
                  <a:lnTo>
                    <a:pt x="1635104" y="459846"/>
                  </a:lnTo>
                  <a:lnTo>
                    <a:pt x="1627966" y="455084"/>
                  </a:lnTo>
                  <a:lnTo>
                    <a:pt x="1620563" y="450586"/>
                  </a:lnTo>
                  <a:lnTo>
                    <a:pt x="1613161" y="446353"/>
                  </a:lnTo>
                  <a:lnTo>
                    <a:pt x="1605759" y="442649"/>
                  </a:lnTo>
                  <a:lnTo>
                    <a:pt x="1598356" y="438680"/>
                  </a:lnTo>
                  <a:lnTo>
                    <a:pt x="1590689" y="435240"/>
                  </a:lnTo>
                  <a:lnTo>
                    <a:pt x="1582758" y="431536"/>
                  </a:lnTo>
                  <a:lnTo>
                    <a:pt x="1575091" y="428361"/>
                  </a:lnTo>
                  <a:lnTo>
                    <a:pt x="1567425" y="425451"/>
                  </a:lnTo>
                  <a:lnTo>
                    <a:pt x="1559493" y="422540"/>
                  </a:lnTo>
                  <a:lnTo>
                    <a:pt x="1551298" y="419894"/>
                  </a:lnTo>
                  <a:lnTo>
                    <a:pt x="1543631" y="417249"/>
                  </a:lnTo>
                  <a:lnTo>
                    <a:pt x="1535436" y="415132"/>
                  </a:lnTo>
                  <a:lnTo>
                    <a:pt x="1527240" y="413015"/>
                  </a:lnTo>
                  <a:lnTo>
                    <a:pt x="1519309" y="411163"/>
                  </a:lnTo>
                  <a:lnTo>
                    <a:pt x="1511113" y="409576"/>
                  </a:lnTo>
                  <a:lnTo>
                    <a:pt x="1502918" y="407988"/>
                  </a:lnTo>
                  <a:lnTo>
                    <a:pt x="1494458" y="406665"/>
                  </a:lnTo>
                  <a:lnTo>
                    <a:pt x="1486527" y="405342"/>
                  </a:lnTo>
                  <a:lnTo>
                    <a:pt x="1478331" y="404549"/>
                  </a:lnTo>
                  <a:lnTo>
                    <a:pt x="1469871" y="404019"/>
                  </a:lnTo>
                  <a:lnTo>
                    <a:pt x="1461676" y="403226"/>
                  </a:lnTo>
                  <a:lnTo>
                    <a:pt x="1453216" y="402961"/>
                  </a:lnTo>
                  <a:lnTo>
                    <a:pt x="1445020" y="402961"/>
                  </a:lnTo>
                  <a:lnTo>
                    <a:pt x="1436560" y="402961"/>
                  </a:lnTo>
                  <a:lnTo>
                    <a:pt x="1428629" y="402961"/>
                  </a:lnTo>
                  <a:close/>
                  <a:moveTo>
                    <a:pt x="1433917" y="255588"/>
                  </a:moveTo>
                  <a:lnTo>
                    <a:pt x="1445813" y="255588"/>
                  </a:lnTo>
                  <a:lnTo>
                    <a:pt x="1457710" y="255853"/>
                  </a:lnTo>
                  <a:lnTo>
                    <a:pt x="1469871" y="256117"/>
                  </a:lnTo>
                  <a:lnTo>
                    <a:pt x="1481768" y="256911"/>
                  </a:lnTo>
                  <a:lnTo>
                    <a:pt x="1493665" y="257969"/>
                  </a:lnTo>
                  <a:lnTo>
                    <a:pt x="1505297" y="259292"/>
                  </a:lnTo>
                  <a:lnTo>
                    <a:pt x="1517194" y="260880"/>
                  </a:lnTo>
                  <a:lnTo>
                    <a:pt x="1529091" y="262732"/>
                  </a:lnTo>
                  <a:lnTo>
                    <a:pt x="1540723" y="265113"/>
                  </a:lnTo>
                  <a:lnTo>
                    <a:pt x="1552620" y="267494"/>
                  </a:lnTo>
                  <a:lnTo>
                    <a:pt x="1564252" y="270140"/>
                  </a:lnTo>
                  <a:lnTo>
                    <a:pt x="1575620" y="273051"/>
                  </a:lnTo>
                  <a:lnTo>
                    <a:pt x="1587252" y="276226"/>
                  </a:lnTo>
                  <a:lnTo>
                    <a:pt x="1598885" y="279930"/>
                  </a:lnTo>
                  <a:lnTo>
                    <a:pt x="1610253" y="283634"/>
                  </a:lnTo>
                  <a:lnTo>
                    <a:pt x="1621621" y="287603"/>
                  </a:lnTo>
                  <a:lnTo>
                    <a:pt x="1632725" y="292101"/>
                  </a:lnTo>
                  <a:lnTo>
                    <a:pt x="1643828" y="296863"/>
                  </a:lnTo>
                  <a:lnTo>
                    <a:pt x="1654932" y="301626"/>
                  </a:lnTo>
                  <a:lnTo>
                    <a:pt x="1665771" y="306917"/>
                  </a:lnTo>
                  <a:lnTo>
                    <a:pt x="1676875" y="312209"/>
                  </a:lnTo>
                  <a:lnTo>
                    <a:pt x="1687450" y="318294"/>
                  </a:lnTo>
                  <a:lnTo>
                    <a:pt x="1698024" y="324115"/>
                  </a:lnTo>
                  <a:lnTo>
                    <a:pt x="1708599" y="330465"/>
                  </a:lnTo>
                  <a:lnTo>
                    <a:pt x="1719174" y="337080"/>
                  </a:lnTo>
                  <a:lnTo>
                    <a:pt x="1729220" y="343694"/>
                  </a:lnTo>
                  <a:lnTo>
                    <a:pt x="1739266" y="350838"/>
                  </a:lnTo>
                  <a:lnTo>
                    <a:pt x="1749048" y="358511"/>
                  </a:lnTo>
                  <a:lnTo>
                    <a:pt x="1758830" y="366184"/>
                  </a:lnTo>
                  <a:lnTo>
                    <a:pt x="1768612" y="374121"/>
                  </a:lnTo>
                  <a:lnTo>
                    <a:pt x="1778129" y="382588"/>
                  </a:lnTo>
                  <a:lnTo>
                    <a:pt x="1787382" y="391055"/>
                  </a:lnTo>
                  <a:lnTo>
                    <a:pt x="1796635" y="399786"/>
                  </a:lnTo>
                  <a:lnTo>
                    <a:pt x="1805624" y="409046"/>
                  </a:lnTo>
                  <a:lnTo>
                    <a:pt x="1814084" y="417778"/>
                  </a:lnTo>
                  <a:lnTo>
                    <a:pt x="1822544" y="427303"/>
                  </a:lnTo>
                  <a:lnTo>
                    <a:pt x="1830475" y="436828"/>
                  </a:lnTo>
                  <a:lnTo>
                    <a:pt x="1838142" y="446353"/>
                  </a:lnTo>
                  <a:lnTo>
                    <a:pt x="1845808" y="456407"/>
                  </a:lnTo>
                  <a:lnTo>
                    <a:pt x="1852947" y="466461"/>
                  </a:lnTo>
                  <a:lnTo>
                    <a:pt x="1859556" y="476515"/>
                  </a:lnTo>
                  <a:lnTo>
                    <a:pt x="1866430" y="486569"/>
                  </a:lnTo>
                  <a:lnTo>
                    <a:pt x="1872774" y="497153"/>
                  </a:lnTo>
                  <a:lnTo>
                    <a:pt x="1878591" y="507471"/>
                  </a:lnTo>
                  <a:lnTo>
                    <a:pt x="1884671" y="517790"/>
                  </a:lnTo>
                  <a:lnTo>
                    <a:pt x="1889959" y="528638"/>
                  </a:lnTo>
                  <a:lnTo>
                    <a:pt x="1895246" y="539221"/>
                  </a:lnTo>
                  <a:lnTo>
                    <a:pt x="1900005" y="550334"/>
                  </a:lnTo>
                  <a:lnTo>
                    <a:pt x="1904764" y="560917"/>
                  </a:lnTo>
                  <a:lnTo>
                    <a:pt x="1908993" y="572294"/>
                  </a:lnTo>
                  <a:lnTo>
                    <a:pt x="1913223" y="583407"/>
                  </a:lnTo>
                  <a:lnTo>
                    <a:pt x="1916925" y="594519"/>
                  </a:lnTo>
                  <a:lnTo>
                    <a:pt x="1920361" y="605632"/>
                  </a:lnTo>
                  <a:lnTo>
                    <a:pt x="1923534" y="617009"/>
                  </a:lnTo>
                  <a:lnTo>
                    <a:pt x="1926442" y="628651"/>
                  </a:lnTo>
                  <a:lnTo>
                    <a:pt x="1929350" y="639763"/>
                  </a:lnTo>
                  <a:lnTo>
                    <a:pt x="1931729" y="651405"/>
                  </a:lnTo>
                  <a:lnTo>
                    <a:pt x="1933580" y="662782"/>
                  </a:lnTo>
                  <a:lnTo>
                    <a:pt x="1935431" y="674424"/>
                  </a:lnTo>
                  <a:lnTo>
                    <a:pt x="1937017" y="686065"/>
                  </a:lnTo>
                  <a:lnTo>
                    <a:pt x="1938074" y="697442"/>
                  </a:lnTo>
                  <a:lnTo>
                    <a:pt x="1939132" y="709084"/>
                  </a:lnTo>
                  <a:lnTo>
                    <a:pt x="1939661" y="720726"/>
                  </a:lnTo>
                  <a:lnTo>
                    <a:pt x="1939925" y="732632"/>
                  </a:lnTo>
                  <a:lnTo>
                    <a:pt x="1939925" y="744274"/>
                  </a:lnTo>
                  <a:lnTo>
                    <a:pt x="1939925" y="755915"/>
                  </a:lnTo>
                  <a:lnTo>
                    <a:pt x="1939396" y="767557"/>
                  </a:lnTo>
                  <a:lnTo>
                    <a:pt x="1938339" y="779199"/>
                  </a:lnTo>
                  <a:lnTo>
                    <a:pt x="1937546" y="790576"/>
                  </a:lnTo>
                  <a:lnTo>
                    <a:pt x="1935959" y="802217"/>
                  </a:lnTo>
                  <a:lnTo>
                    <a:pt x="1934638" y="813859"/>
                  </a:lnTo>
                  <a:lnTo>
                    <a:pt x="1932523" y="825501"/>
                  </a:lnTo>
                  <a:lnTo>
                    <a:pt x="1930408" y="837142"/>
                  </a:lnTo>
                  <a:lnTo>
                    <a:pt x="1928028" y="848519"/>
                  </a:lnTo>
                  <a:lnTo>
                    <a:pt x="1925120" y="859632"/>
                  </a:lnTo>
                  <a:lnTo>
                    <a:pt x="1922212" y="871009"/>
                  </a:lnTo>
                  <a:lnTo>
                    <a:pt x="1918775" y="882386"/>
                  </a:lnTo>
                  <a:lnTo>
                    <a:pt x="1915338" y="893499"/>
                  </a:lnTo>
                  <a:lnTo>
                    <a:pt x="1911373" y="904876"/>
                  </a:lnTo>
                  <a:lnTo>
                    <a:pt x="1907143" y="915988"/>
                  </a:lnTo>
                  <a:lnTo>
                    <a:pt x="1902648" y="926836"/>
                  </a:lnTo>
                  <a:lnTo>
                    <a:pt x="1898154" y="937684"/>
                  </a:lnTo>
                  <a:lnTo>
                    <a:pt x="1892867" y="948532"/>
                  </a:lnTo>
                  <a:lnTo>
                    <a:pt x="1887579" y="959380"/>
                  </a:lnTo>
                  <a:lnTo>
                    <a:pt x="1882028" y="969699"/>
                  </a:lnTo>
                  <a:lnTo>
                    <a:pt x="1875947" y="980282"/>
                  </a:lnTo>
                  <a:lnTo>
                    <a:pt x="1869866" y="990601"/>
                  </a:lnTo>
                  <a:lnTo>
                    <a:pt x="1863521" y="1000919"/>
                  </a:lnTo>
                  <a:lnTo>
                    <a:pt x="1856648" y="1011238"/>
                  </a:lnTo>
                  <a:lnTo>
                    <a:pt x="1849510" y="1021028"/>
                  </a:lnTo>
                  <a:lnTo>
                    <a:pt x="1842372" y="1031082"/>
                  </a:lnTo>
                  <a:lnTo>
                    <a:pt x="1834705" y="1040607"/>
                  </a:lnTo>
                  <a:lnTo>
                    <a:pt x="1827038" y="1050396"/>
                  </a:lnTo>
                  <a:lnTo>
                    <a:pt x="1818578" y="1059657"/>
                  </a:lnTo>
                  <a:lnTo>
                    <a:pt x="1810383" y="1068917"/>
                  </a:lnTo>
                  <a:lnTo>
                    <a:pt x="1801658" y="1078178"/>
                  </a:lnTo>
                  <a:lnTo>
                    <a:pt x="1792405" y="1086909"/>
                  </a:lnTo>
                  <a:lnTo>
                    <a:pt x="1783152" y="1095640"/>
                  </a:lnTo>
                  <a:lnTo>
                    <a:pt x="1774164" y="1103842"/>
                  </a:lnTo>
                  <a:lnTo>
                    <a:pt x="1764118" y="1112309"/>
                  </a:lnTo>
                  <a:lnTo>
                    <a:pt x="1754600" y="1119982"/>
                  </a:lnTo>
                  <a:lnTo>
                    <a:pt x="1744554" y="1127655"/>
                  </a:lnTo>
                  <a:lnTo>
                    <a:pt x="1734772" y="1134799"/>
                  </a:lnTo>
                  <a:lnTo>
                    <a:pt x="1724726" y="1141942"/>
                  </a:lnTo>
                  <a:lnTo>
                    <a:pt x="1714416" y="1148821"/>
                  </a:lnTo>
                  <a:lnTo>
                    <a:pt x="1703841" y="1155171"/>
                  </a:lnTo>
                  <a:lnTo>
                    <a:pt x="1693266" y="1161257"/>
                  </a:lnTo>
                  <a:lnTo>
                    <a:pt x="1682426" y="1167342"/>
                  </a:lnTo>
                  <a:lnTo>
                    <a:pt x="1671852" y="1172899"/>
                  </a:lnTo>
                  <a:lnTo>
                    <a:pt x="1660748" y="1178190"/>
                  </a:lnTo>
                  <a:lnTo>
                    <a:pt x="1649644" y="1183482"/>
                  </a:lnTo>
                  <a:lnTo>
                    <a:pt x="1638805" y="1188244"/>
                  </a:lnTo>
                  <a:lnTo>
                    <a:pt x="1627437" y="1192478"/>
                  </a:lnTo>
                  <a:lnTo>
                    <a:pt x="1616069" y="1196976"/>
                  </a:lnTo>
                  <a:lnTo>
                    <a:pt x="1604965" y="1200944"/>
                  </a:lnTo>
                  <a:lnTo>
                    <a:pt x="1593597" y="1204384"/>
                  </a:lnTo>
                  <a:lnTo>
                    <a:pt x="1581965" y="1208088"/>
                  </a:lnTo>
                  <a:lnTo>
                    <a:pt x="1570333" y="1210999"/>
                  </a:lnTo>
                  <a:lnTo>
                    <a:pt x="1558700" y="1213909"/>
                  </a:lnTo>
                  <a:lnTo>
                    <a:pt x="1546804" y="1216819"/>
                  </a:lnTo>
                  <a:lnTo>
                    <a:pt x="1535436" y="1218671"/>
                  </a:lnTo>
                  <a:lnTo>
                    <a:pt x="1523539" y="1220788"/>
                  </a:lnTo>
                  <a:lnTo>
                    <a:pt x="1511906" y="1222640"/>
                  </a:lnTo>
                  <a:lnTo>
                    <a:pt x="1500010" y="1224228"/>
                  </a:lnTo>
                  <a:lnTo>
                    <a:pt x="1488113" y="1225286"/>
                  </a:lnTo>
                  <a:lnTo>
                    <a:pt x="1476216" y="1226344"/>
                  </a:lnTo>
                  <a:lnTo>
                    <a:pt x="1464319" y="1226874"/>
                  </a:lnTo>
                  <a:lnTo>
                    <a:pt x="1452423" y="1227138"/>
                  </a:lnTo>
                  <a:lnTo>
                    <a:pt x="1440526" y="1227138"/>
                  </a:lnTo>
                  <a:lnTo>
                    <a:pt x="1428365" y="1227138"/>
                  </a:lnTo>
                  <a:lnTo>
                    <a:pt x="1416468" y="1226609"/>
                  </a:lnTo>
                  <a:lnTo>
                    <a:pt x="1404571" y="1225815"/>
                  </a:lnTo>
                  <a:lnTo>
                    <a:pt x="1392675" y="1224757"/>
                  </a:lnTo>
                  <a:lnTo>
                    <a:pt x="1380778" y="1223434"/>
                  </a:lnTo>
                  <a:lnTo>
                    <a:pt x="1369145" y="1221846"/>
                  </a:lnTo>
                  <a:lnTo>
                    <a:pt x="1357249" y="1219994"/>
                  </a:lnTo>
                  <a:lnTo>
                    <a:pt x="1345352" y="1217878"/>
                  </a:lnTo>
                  <a:lnTo>
                    <a:pt x="1333720" y="1215496"/>
                  </a:lnTo>
                  <a:lnTo>
                    <a:pt x="1322087" y="1212586"/>
                  </a:lnTo>
                  <a:lnTo>
                    <a:pt x="1310455" y="1209676"/>
                  </a:lnTo>
                  <a:lnTo>
                    <a:pt x="1298822" y="1206236"/>
                  </a:lnTo>
                  <a:lnTo>
                    <a:pt x="1287454" y="1203061"/>
                  </a:lnTo>
                  <a:lnTo>
                    <a:pt x="1276086" y="1199092"/>
                  </a:lnTo>
                  <a:lnTo>
                    <a:pt x="1264718" y="1194859"/>
                  </a:lnTo>
                  <a:lnTo>
                    <a:pt x="1253350" y="1190626"/>
                  </a:lnTo>
                  <a:lnTo>
                    <a:pt x="1242511" y="1186128"/>
                  </a:lnTo>
                  <a:lnTo>
                    <a:pt x="1231143" y="1181101"/>
                  </a:lnTo>
                  <a:lnTo>
                    <a:pt x="1220568" y="1175809"/>
                  </a:lnTo>
                  <a:lnTo>
                    <a:pt x="1209465" y="1170253"/>
                  </a:lnTo>
                  <a:lnTo>
                    <a:pt x="1198625" y="1164696"/>
                  </a:lnTo>
                  <a:lnTo>
                    <a:pt x="1188051" y="1158346"/>
                  </a:lnTo>
                  <a:lnTo>
                    <a:pt x="1177740" y="1152261"/>
                  </a:lnTo>
                  <a:lnTo>
                    <a:pt x="1167165" y="1145646"/>
                  </a:lnTo>
                  <a:lnTo>
                    <a:pt x="1157119" y="1138767"/>
                  </a:lnTo>
                  <a:lnTo>
                    <a:pt x="1147073" y="1131624"/>
                  </a:lnTo>
                  <a:lnTo>
                    <a:pt x="1137027" y="1124215"/>
                  </a:lnTo>
                  <a:lnTo>
                    <a:pt x="1127509" y="1116542"/>
                  </a:lnTo>
                  <a:lnTo>
                    <a:pt x="1117463" y="1108340"/>
                  </a:lnTo>
                  <a:lnTo>
                    <a:pt x="1107946" y="1100403"/>
                  </a:lnTo>
                  <a:lnTo>
                    <a:pt x="1098957" y="1091671"/>
                  </a:lnTo>
                  <a:lnTo>
                    <a:pt x="1089704" y="1082940"/>
                  </a:lnTo>
                  <a:lnTo>
                    <a:pt x="1080715" y="1073944"/>
                  </a:lnTo>
                  <a:lnTo>
                    <a:pt x="1071991" y="1064684"/>
                  </a:lnTo>
                  <a:lnTo>
                    <a:pt x="1063796" y="1055159"/>
                  </a:lnTo>
                  <a:lnTo>
                    <a:pt x="1055864" y="1045899"/>
                  </a:lnTo>
                  <a:lnTo>
                    <a:pt x="1047933" y="1036109"/>
                  </a:lnTo>
                  <a:lnTo>
                    <a:pt x="1040531" y="1026319"/>
                  </a:lnTo>
                  <a:lnTo>
                    <a:pt x="1033393" y="1016530"/>
                  </a:lnTo>
                  <a:lnTo>
                    <a:pt x="1026519" y="1006476"/>
                  </a:lnTo>
                  <a:lnTo>
                    <a:pt x="1019645" y="995892"/>
                  </a:lnTo>
                  <a:lnTo>
                    <a:pt x="1013565" y="985838"/>
                  </a:lnTo>
                  <a:lnTo>
                    <a:pt x="1007484" y="975519"/>
                  </a:lnTo>
                  <a:lnTo>
                    <a:pt x="1001668" y="964671"/>
                  </a:lnTo>
                  <a:lnTo>
                    <a:pt x="996381" y="954088"/>
                  </a:lnTo>
                  <a:lnTo>
                    <a:pt x="990829" y="943240"/>
                  </a:lnTo>
                  <a:lnTo>
                    <a:pt x="986070" y="932657"/>
                  </a:lnTo>
                  <a:lnTo>
                    <a:pt x="981312" y="921544"/>
                  </a:lnTo>
                  <a:lnTo>
                    <a:pt x="977346" y="910696"/>
                  </a:lnTo>
                  <a:lnTo>
                    <a:pt x="973116" y="899319"/>
                  </a:lnTo>
                  <a:lnTo>
                    <a:pt x="969150" y="888207"/>
                  </a:lnTo>
                  <a:lnTo>
                    <a:pt x="965714" y="876830"/>
                  </a:lnTo>
                  <a:lnTo>
                    <a:pt x="962805" y="865717"/>
                  </a:lnTo>
                  <a:lnTo>
                    <a:pt x="959633" y="854340"/>
                  </a:lnTo>
                  <a:lnTo>
                    <a:pt x="956989" y="842699"/>
                  </a:lnTo>
                  <a:lnTo>
                    <a:pt x="954610" y="831321"/>
                  </a:lnTo>
                  <a:lnTo>
                    <a:pt x="952495" y="819944"/>
                  </a:lnTo>
                  <a:lnTo>
                    <a:pt x="950909" y="808303"/>
                  </a:lnTo>
                  <a:lnTo>
                    <a:pt x="949322" y="796661"/>
                  </a:lnTo>
                  <a:lnTo>
                    <a:pt x="948001" y="785019"/>
                  </a:lnTo>
                  <a:lnTo>
                    <a:pt x="947207" y="773378"/>
                  </a:lnTo>
                  <a:lnTo>
                    <a:pt x="946679" y="761736"/>
                  </a:lnTo>
                  <a:lnTo>
                    <a:pt x="946414" y="750094"/>
                  </a:lnTo>
                  <a:lnTo>
                    <a:pt x="946150" y="738188"/>
                  </a:lnTo>
                  <a:lnTo>
                    <a:pt x="946414" y="726811"/>
                  </a:lnTo>
                  <a:lnTo>
                    <a:pt x="946943" y="715169"/>
                  </a:lnTo>
                  <a:lnTo>
                    <a:pt x="947472" y="703528"/>
                  </a:lnTo>
                  <a:lnTo>
                    <a:pt x="948794" y="691886"/>
                  </a:lnTo>
                  <a:lnTo>
                    <a:pt x="949851" y="680244"/>
                  </a:lnTo>
                  <a:lnTo>
                    <a:pt x="951702" y="668603"/>
                  </a:lnTo>
                  <a:lnTo>
                    <a:pt x="953552" y="657226"/>
                  </a:lnTo>
                  <a:lnTo>
                    <a:pt x="955932" y="645849"/>
                  </a:lnTo>
                  <a:lnTo>
                    <a:pt x="958311" y="634207"/>
                  </a:lnTo>
                  <a:lnTo>
                    <a:pt x="960955" y="622830"/>
                  </a:lnTo>
                  <a:lnTo>
                    <a:pt x="964127" y="611453"/>
                  </a:lnTo>
                  <a:lnTo>
                    <a:pt x="967564" y="600340"/>
                  </a:lnTo>
                  <a:lnTo>
                    <a:pt x="971001" y="588963"/>
                  </a:lnTo>
                  <a:lnTo>
                    <a:pt x="974967" y="577851"/>
                  </a:lnTo>
                  <a:lnTo>
                    <a:pt x="978932" y="566738"/>
                  </a:lnTo>
                  <a:lnTo>
                    <a:pt x="983426" y="555890"/>
                  </a:lnTo>
                  <a:lnTo>
                    <a:pt x="988185" y="545042"/>
                  </a:lnTo>
                  <a:lnTo>
                    <a:pt x="993208" y="534194"/>
                  </a:lnTo>
                  <a:lnTo>
                    <a:pt x="998760" y="523611"/>
                  </a:lnTo>
                  <a:lnTo>
                    <a:pt x="1004312" y="512763"/>
                  </a:lnTo>
                  <a:lnTo>
                    <a:pt x="1010128" y="502444"/>
                  </a:lnTo>
                  <a:lnTo>
                    <a:pt x="1016473" y="491861"/>
                  </a:lnTo>
                  <a:lnTo>
                    <a:pt x="1022818" y="481542"/>
                  </a:lnTo>
                  <a:lnTo>
                    <a:pt x="1029692" y="471488"/>
                  </a:lnTo>
                  <a:lnTo>
                    <a:pt x="1036830" y="461699"/>
                  </a:lnTo>
                  <a:lnTo>
                    <a:pt x="1043968" y="451909"/>
                  </a:lnTo>
                  <a:lnTo>
                    <a:pt x="1051634" y="442119"/>
                  </a:lnTo>
                  <a:lnTo>
                    <a:pt x="1059301" y="432594"/>
                  </a:lnTo>
                  <a:lnTo>
                    <a:pt x="1067761" y="423069"/>
                  </a:lnTo>
                  <a:lnTo>
                    <a:pt x="1075957" y="413809"/>
                  </a:lnTo>
                  <a:lnTo>
                    <a:pt x="1084681" y="404549"/>
                  </a:lnTo>
                  <a:lnTo>
                    <a:pt x="1093670" y="395553"/>
                  </a:lnTo>
                  <a:lnTo>
                    <a:pt x="1102923" y="387086"/>
                  </a:lnTo>
                  <a:lnTo>
                    <a:pt x="1112176" y="378619"/>
                  </a:lnTo>
                  <a:lnTo>
                    <a:pt x="1121693" y="370682"/>
                  </a:lnTo>
                  <a:lnTo>
                    <a:pt x="1131475" y="362480"/>
                  </a:lnTo>
                  <a:lnTo>
                    <a:pt x="1141257" y="355071"/>
                  </a:lnTo>
                  <a:lnTo>
                    <a:pt x="1151567" y="347663"/>
                  </a:lnTo>
                  <a:lnTo>
                    <a:pt x="1161613" y="340519"/>
                  </a:lnTo>
                  <a:lnTo>
                    <a:pt x="1171924" y="333905"/>
                  </a:lnTo>
                  <a:lnTo>
                    <a:pt x="1182499" y="327555"/>
                  </a:lnTo>
                  <a:lnTo>
                    <a:pt x="1193074" y="321205"/>
                  </a:lnTo>
                  <a:lnTo>
                    <a:pt x="1203913" y="315384"/>
                  </a:lnTo>
                  <a:lnTo>
                    <a:pt x="1214488" y="309563"/>
                  </a:lnTo>
                  <a:lnTo>
                    <a:pt x="1225591" y="304271"/>
                  </a:lnTo>
                  <a:lnTo>
                    <a:pt x="1236431" y="299244"/>
                  </a:lnTo>
                  <a:lnTo>
                    <a:pt x="1247534" y="294482"/>
                  </a:lnTo>
                  <a:lnTo>
                    <a:pt x="1258902" y="289984"/>
                  </a:lnTo>
                  <a:lnTo>
                    <a:pt x="1270006" y="285751"/>
                  </a:lnTo>
                  <a:lnTo>
                    <a:pt x="1281374" y="281517"/>
                  </a:lnTo>
                  <a:lnTo>
                    <a:pt x="1292742" y="278078"/>
                  </a:lnTo>
                  <a:lnTo>
                    <a:pt x="1304374" y="274638"/>
                  </a:lnTo>
                  <a:lnTo>
                    <a:pt x="1316007" y="271463"/>
                  </a:lnTo>
                  <a:lnTo>
                    <a:pt x="1327375" y="268553"/>
                  </a:lnTo>
                  <a:lnTo>
                    <a:pt x="1339007" y="266171"/>
                  </a:lnTo>
                  <a:lnTo>
                    <a:pt x="1350904" y="263790"/>
                  </a:lnTo>
                  <a:lnTo>
                    <a:pt x="1362801" y="261674"/>
                  </a:lnTo>
                  <a:lnTo>
                    <a:pt x="1374433" y="259821"/>
                  </a:lnTo>
                  <a:lnTo>
                    <a:pt x="1386330" y="258499"/>
                  </a:lnTo>
                  <a:lnTo>
                    <a:pt x="1398226" y="257176"/>
                  </a:lnTo>
                  <a:lnTo>
                    <a:pt x="1410123" y="256382"/>
                  </a:lnTo>
                  <a:lnTo>
                    <a:pt x="1422020" y="255853"/>
                  </a:lnTo>
                  <a:lnTo>
                    <a:pt x="1433917" y="255588"/>
                  </a:lnTo>
                  <a:close/>
                  <a:moveTo>
                    <a:pt x="200465" y="0"/>
                  </a:moveTo>
                  <a:lnTo>
                    <a:pt x="213953" y="0"/>
                  </a:lnTo>
                  <a:lnTo>
                    <a:pt x="227970" y="0"/>
                  </a:lnTo>
                  <a:lnTo>
                    <a:pt x="574420" y="2381"/>
                  </a:lnTo>
                  <a:lnTo>
                    <a:pt x="711943" y="177536"/>
                  </a:lnTo>
                  <a:lnTo>
                    <a:pt x="1193800" y="180711"/>
                  </a:lnTo>
                  <a:lnTo>
                    <a:pt x="1180577" y="186531"/>
                  </a:lnTo>
                  <a:lnTo>
                    <a:pt x="1167353" y="192352"/>
                  </a:lnTo>
                  <a:lnTo>
                    <a:pt x="1154130" y="198967"/>
                  </a:lnTo>
                  <a:lnTo>
                    <a:pt x="1141436" y="205581"/>
                  </a:lnTo>
                  <a:lnTo>
                    <a:pt x="1128477" y="212461"/>
                  </a:lnTo>
                  <a:lnTo>
                    <a:pt x="1115782" y="219340"/>
                  </a:lnTo>
                  <a:lnTo>
                    <a:pt x="1103353" y="227013"/>
                  </a:lnTo>
                  <a:lnTo>
                    <a:pt x="1090923" y="234950"/>
                  </a:lnTo>
                  <a:lnTo>
                    <a:pt x="1078757" y="242888"/>
                  </a:lnTo>
                  <a:lnTo>
                    <a:pt x="1066327" y="251619"/>
                  </a:lnTo>
                  <a:lnTo>
                    <a:pt x="1054426" y="260350"/>
                  </a:lnTo>
                  <a:lnTo>
                    <a:pt x="1043054" y="269346"/>
                  </a:lnTo>
                  <a:lnTo>
                    <a:pt x="1031418" y="278607"/>
                  </a:lnTo>
                  <a:lnTo>
                    <a:pt x="1019781" y="288396"/>
                  </a:lnTo>
                  <a:lnTo>
                    <a:pt x="1008409" y="298715"/>
                  </a:lnTo>
                  <a:lnTo>
                    <a:pt x="997566" y="309034"/>
                  </a:lnTo>
                  <a:lnTo>
                    <a:pt x="988310" y="318294"/>
                  </a:lnTo>
                  <a:lnTo>
                    <a:pt x="979318" y="327554"/>
                  </a:lnTo>
                  <a:lnTo>
                    <a:pt x="970326" y="337079"/>
                  </a:lnTo>
                  <a:lnTo>
                    <a:pt x="961863" y="346604"/>
                  </a:lnTo>
                  <a:lnTo>
                    <a:pt x="953665" y="356129"/>
                  </a:lnTo>
                  <a:lnTo>
                    <a:pt x="945466" y="365919"/>
                  </a:lnTo>
                  <a:lnTo>
                    <a:pt x="937532" y="375973"/>
                  </a:lnTo>
                  <a:lnTo>
                    <a:pt x="929863" y="385763"/>
                  </a:lnTo>
                  <a:lnTo>
                    <a:pt x="922722" y="396082"/>
                  </a:lnTo>
                  <a:lnTo>
                    <a:pt x="915582" y="406400"/>
                  </a:lnTo>
                  <a:lnTo>
                    <a:pt x="908441" y="416719"/>
                  </a:lnTo>
                  <a:lnTo>
                    <a:pt x="902094" y="427038"/>
                  </a:lnTo>
                  <a:lnTo>
                    <a:pt x="895482" y="437886"/>
                  </a:lnTo>
                  <a:lnTo>
                    <a:pt x="889400" y="448469"/>
                  </a:lnTo>
                  <a:lnTo>
                    <a:pt x="883581" y="459317"/>
                  </a:lnTo>
                  <a:lnTo>
                    <a:pt x="877499" y="470165"/>
                  </a:lnTo>
                  <a:lnTo>
                    <a:pt x="872209" y="481277"/>
                  </a:lnTo>
                  <a:lnTo>
                    <a:pt x="866920" y="492390"/>
                  </a:lnTo>
                  <a:lnTo>
                    <a:pt x="861895" y="503238"/>
                  </a:lnTo>
                  <a:lnTo>
                    <a:pt x="857135" y="514615"/>
                  </a:lnTo>
                  <a:lnTo>
                    <a:pt x="852639" y="525992"/>
                  </a:lnTo>
                  <a:lnTo>
                    <a:pt x="848407" y="537105"/>
                  </a:lnTo>
                  <a:lnTo>
                    <a:pt x="844176" y="548482"/>
                  </a:lnTo>
                  <a:lnTo>
                    <a:pt x="840473" y="560123"/>
                  </a:lnTo>
                  <a:lnTo>
                    <a:pt x="836771" y="571765"/>
                  </a:lnTo>
                  <a:lnTo>
                    <a:pt x="833597" y="583407"/>
                  </a:lnTo>
                  <a:lnTo>
                    <a:pt x="830688" y="595048"/>
                  </a:lnTo>
                  <a:lnTo>
                    <a:pt x="827514" y="606425"/>
                  </a:lnTo>
                  <a:lnTo>
                    <a:pt x="824870" y="618067"/>
                  </a:lnTo>
                  <a:lnTo>
                    <a:pt x="822490" y="629973"/>
                  </a:lnTo>
                  <a:lnTo>
                    <a:pt x="820374" y="641880"/>
                  </a:lnTo>
                  <a:lnTo>
                    <a:pt x="818523" y="653521"/>
                  </a:lnTo>
                  <a:lnTo>
                    <a:pt x="816936" y="665428"/>
                  </a:lnTo>
                  <a:lnTo>
                    <a:pt x="815349" y="677334"/>
                  </a:lnTo>
                  <a:lnTo>
                    <a:pt x="814291" y="689240"/>
                  </a:lnTo>
                  <a:lnTo>
                    <a:pt x="812969" y="701146"/>
                  </a:lnTo>
                  <a:lnTo>
                    <a:pt x="812440" y="713053"/>
                  </a:lnTo>
                  <a:lnTo>
                    <a:pt x="811911" y="725223"/>
                  </a:lnTo>
                  <a:lnTo>
                    <a:pt x="811646" y="737130"/>
                  </a:lnTo>
                  <a:lnTo>
                    <a:pt x="811646" y="749036"/>
                  </a:lnTo>
                  <a:lnTo>
                    <a:pt x="811911" y="760942"/>
                  </a:lnTo>
                  <a:lnTo>
                    <a:pt x="812175" y="772848"/>
                  </a:lnTo>
                  <a:lnTo>
                    <a:pt x="812969" y="784755"/>
                  </a:lnTo>
                  <a:lnTo>
                    <a:pt x="814027" y="796926"/>
                  </a:lnTo>
                  <a:lnTo>
                    <a:pt x="815085" y="808832"/>
                  </a:lnTo>
                  <a:lnTo>
                    <a:pt x="816671" y="820738"/>
                  </a:lnTo>
                  <a:lnTo>
                    <a:pt x="817994" y="832380"/>
                  </a:lnTo>
                  <a:lnTo>
                    <a:pt x="819845" y="844286"/>
                  </a:lnTo>
                  <a:lnTo>
                    <a:pt x="821961" y="856192"/>
                  </a:lnTo>
                  <a:lnTo>
                    <a:pt x="824341" y="868098"/>
                  </a:lnTo>
                  <a:lnTo>
                    <a:pt x="826986" y="879740"/>
                  </a:lnTo>
                  <a:lnTo>
                    <a:pt x="829630" y="891117"/>
                  </a:lnTo>
                  <a:lnTo>
                    <a:pt x="833068" y="903024"/>
                  </a:lnTo>
                  <a:lnTo>
                    <a:pt x="836242" y="914665"/>
                  </a:lnTo>
                  <a:lnTo>
                    <a:pt x="839680" y="926042"/>
                  </a:lnTo>
                  <a:lnTo>
                    <a:pt x="843382" y="937684"/>
                  </a:lnTo>
                  <a:lnTo>
                    <a:pt x="847614" y="949326"/>
                  </a:lnTo>
                  <a:lnTo>
                    <a:pt x="851581" y="960438"/>
                  </a:lnTo>
                  <a:lnTo>
                    <a:pt x="856077" y="971815"/>
                  </a:lnTo>
                  <a:lnTo>
                    <a:pt x="860837" y="983192"/>
                  </a:lnTo>
                  <a:lnTo>
                    <a:pt x="865862" y="994040"/>
                  </a:lnTo>
                  <a:lnTo>
                    <a:pt x="871151" y="1005153"/>
                  </a:lnTo>
                  <a:lnTo>
                    <a:pt x="876705" y="1016265"/>
                  </a:lnTo>
                  <a:lnTo>
                    <a:pt x="882259" y="1027113"/>
                  </a:lnTo>
                  <a:lnTo>
                    <a:pt x="0" y="1021292"/>
                  </a:lnTo>
                  <a:lnTo>
                    <a:pt x="5289" y="214313"/>
                  </a:lnTo>
                  <a:lnTo>
                    <a:pt x="5818" y="196850"/>
                  </a:lnTo>
                  <a:lnTo>
                    <a:pt x="6347" y="180446"/>
                  </a:lnTo>
                  <a:lnTo>
                    <a:pt x="7670" y="165100"/>
                  </a:lnTo>
                  <a:lnTo>
                    <a:pt x="9256" y="150284"/>
                  </a:lnTo>
                  <a:lnTo>
                    <a:pt x="10843" y="136525"/>
                  </a:lnTo>
                  <a:lnTo>
                    <a:pt x="13223" y="123296"/>
                  </a:lnTo>
                  <a:lnTo>
                    <a:pt x="15868" y="111390"/>
                  </a:lnTo>
                  <a:lnTo>
                    <a:pt x="19306" y="100277"/>
                  </a:lnTo>
                  <a:lnTo>
                    <a:pt x="22744" y="89429"/>
                  </a:lnTo>
                  <a:lnTo>
                    <a:pt x="26711" y="79640"/>
                  </a:lnTo>
                  <a:lnTo>
                    <a:pt x="31207" y="70644"/>
                  </a:lnTo>
                  <a:lnTo>
                    <a:pt x="33587" y="66146"/>
                  </a:lnTo>
                  <a:lnTo>
                    <a:pt x="36232" y="62177"/>
                  </a:lnTo>
                  <a:lnTo>
                    <a:pt x="38612" y="58208"/>
                  </a:lnTo>
                  <a:lnTo>
                    <a:pt x="41257" y="54240"/>
                  </a:lnTo>
                  <a:lnTo>
                    <a:pt x="44166" y="50800"/>
                  </a:lnTo>
                  <a:lnTo>
                    <a:pt x="47075" y="47625"/>
                  </a:lnTo>
                  <a:lnTo>
                    <a:pt x="50249" y="43921"/>
                  </a:lnTo>
                  <a:lnTo>
                    <a:pt x="53158" y="41011"/>
                  </a:lnTo>
                  <a:lnTo>
                    <a:pt x="56331" y="38100"/>
                  </a:lnTo>
                  <a:lnTo>
                    <a:pt x="60034" y="34925"/>
                  </a:lnTo>
                  <a:lnTo>
                    <a:pt x="66910" y="29633"/>
                  </a:lnTo>
                  <a:lnTo>
                    <a:pt x="74315" y="24871"/>
                  </a:lnTo>
                  <a:lnTo>
                    <a:pt x="82249" y="20638"/>
                  </a:lnTo>
                  <a:lnTo>
                    <a:pt x="90712" y="16933"/>
                  </a:lnTo>
                  <a:lnTo>
                    <a:pt x="99439" y="13494"/>
                  </a:lnTo>
                  <a:lnTo>
                    <a:pt x="108696" y="10583"/>
                  </a:lnTo>
                  <a:lnTo>
                    <a:pt x="118481" y="8202"/>
                  </a:lnTo>
                  <a:lnTo>
                    <a:pt x="129059" y="6086"/>
                  </a:lnTo>
                  <a:lnTo>
                    <a:pt x="139638" y="4498"/>
                  </a:lnTo>
                  <a:lnTo>
                    <a:pt x="150746" y="2911"/>
                  </a:lnTo>
                  <a:lnTo>
                    <a:pt x="162647" y="1588"/>
                  </a:lnTo>
                  <a:lnTo>
                    <a:pt x="174812" y="794"/>
                  </a:lnTo>
                  <a:lnTo>
                    <a:pt x="187242" y="265"/>
                  </a:lnTo>
                  <a:lnTo>
                    <a:pt x="2004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530361" y="3529798"/>
            <a:ext cx="570173" cy="570173"/>
            <a:chOff x="6035777" y="3814644"/>
            <a:chExt cx="570173" cy="570173"/>
          </a:xfrm>
        </p:grpSpPr>
        <p:sp>
          <p:nvSpPr>
            <p:cNvPr id="31" name="椭圆 30"/>
            <p:cNvSpPr/>
            <p:nvPr/>
          </p:nvSpPr>
          <p:spPr>
            <a:xfrm>
              <a:off x="6035777" y="3814644"/>
              <a:ext cx="570173" cy="570173"/>
            </a:xfrm>
            <a:prstGeom prst="ellipse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6161680" y="3929517"/>
              <a:ext cx="318365" cy="305100"/>
              <a:chOff x="6161680" y="3929517"/>
              <a:chExt cx="318365" cy="305100"/>
            </a:xfrm>
          </p:grpSpPr>
          <p:sp>
            <p:nvSpPr>
              <p:cNvPr id="33" name="矩形-1"/>
              <p:cNvSpPr/>
              <p:nvPr/>
            </p:nvSpPr>
            <p:spPr bwMode="auto">
              <a:xfrm>
                <a:off x="6208108" y="4060843"/>
                <a:ext cx="122040" cy="173774"/>
              </a:xfrm>
              <a:custGeom>
                <a:avLst/>
                <a:gdLst/>
                <a:ahLst/>
                <a:cxnLst>
                  <a:cxn ang="0">
                    <a:pos x="125" y="101"/>
                  </a:cxn>
                  <a:cxn ang="0">
                    <a:pos x="125" y="231"/>
                  </a:cxn>
                  <a:cxn ang="0">
                    <a:pos x="125" y="231"/>
                  </a:cxn>
                  <a:cxn ang="0">
                    <a:pos x="124" y="237"/>
                  </a:cxn>
                  <a:cxn ang="0">
                    <a:pos x="122" y="243"/>
                  </a:cxn>
                  <a:cxn ang="0">
                    <a:pos x="119" y="248"/>
                  </a:cxn>
                  <a:cxn ang="0">
                    <a:pos x="115" y="253"/>
                  </a:cxn>
                  <a:cxn ang="0">
                    <a:pos x="110" y="257"/>
                  </a:cxn>
                  <a:cxn ang="0">
                    <a:pos x="105" y="260"/>
                  </a:cxn>
                  <a:cxn ang="0">
                    <a:pos x="99" y="262"/>
                  </a:cxn>
                  <a:cxn ang="0">
                    <a:pos x="93" y="263"/>
                  </a:cxn>
                  <a:cxn ang="0">
                    <a:pos x="93" y="263"/>
                  </a:cxn>
                  <a:cxn ang="0">
                    <a:pos x="93" y="263"/>
                  </a:cxn>
                  <a:cxn ang="0">
                    <a:pos x="87" y="262"/>
                  </a:cxn>
                  <a:cxn ang="0">
                    <a:pos x="80" y="260"/>
                  </a:cxn>
                  <a:cxn ang="0">
                    <a:pos x="74" y="257"/>
                  </a:cxn>
                  <a:cxn ang="0">
                    <a:pos x="69" y="253"/>
                  </a:cxn>
                  <a:cxn ang="0">
                    <a:pos x="66" y="248"/>
                  </a:cxn>
                  <a:cxn ang="0">
                    <a:pos x="63" y="243"/>
                  </a:cxn>
                  <a:cxn ang="0">
                    <a:pos x="61" y="237"/>
                  </a:cxn>
                  <a:cxn ang="0">
                    <a:pos x="61" y="231"/>
                  </a:cxn>
                  <a:cxn ang="0">
                    <a:pos x="61" y="101"/>
                  </a:cxn>
                  <a:cxn ang="0">
                    <a:pos x="16" y="101"/>
                  </a:cxn>
                  <a:cxn ang="0">
                    <a:pos x="16" y="101"/>
                  </a:cxn>
                  <a:cxn ang="0">
                    <a:pos x="10" y="100"/>
                  </a:cxn>
                  <a:cxn ang="0">
                    <a:pos x="5" y="99"/>
                  </a:cxn>
                  <a:cxn ang="0">
                    <a:pos x="1" y="95"/>
                  </a:cxn>
                  <a:cxn ang="0">
                    <a:pos x="0" y="91"/>
                  </a:cxn>
                  <a:cxn ang="0">
                    <a:pos x="0" y="87"/>
                  </a:cxn>
                  <a:cxn ang="0">
                    <a:pos x="0" y="82"/>
                  </a:cxn>
                  <a:cxn ang="0">
                    <a:pos x="3" y="77"/>
                  </a:cxn>
                  <a:cxn ang="0">
                    <a:pos x="7" y="73"/>
                  </a:cxn>
                  <a:cxn ang="0">
                    <a:pos x="69" y="11"/>
                  </a:cxn>
                  <a:cxn ang="0">
                    <a:pos x="69" y="11"/>
                  </a:cxn>
                  <a:cxn ang="0">
                    <a:pos x="75" y="6"/>
                  </a:cxn>
                  <a:cxn ang="0">
                    <a:pos x="80" y="2"/>
                  </a:cxn>
                  <a:cxn ang="0">
                    <a:pos x="87" y="0"/>
                  </a:cxn>
                  <a:cxn ang="0">
                    <a:pos x="93" y="0"/>
                  </a:cxn>
                  <a:cxn ang="0">
                    <a:pos x="98" y="0"/>
                  </a:cxn>
                  <a:cxn ang="0">
                    <a:pos x="104" y="2"/>
                  </a:cxn>
                  <a:cxn ang="0">
                    <a:pos x="110" y="6"/>
                  </a:cxn>
                  <a:cxn ang="0">
                    <a:pos x="115" y="11"/>
                  </a:cxn>
                  <a:cxn ang="0">
                    <a:pos x="178" y="73"/>
                  </a:cxn>
                  <a:cxn ang="0">
                    <a:pos x="178" y="73"/>
                  </a:cxn>
                  <a:cxn ang="0">
                    <a:pos x="182" y="77"/>
                  </a:cxn>
                  <a:cxn ang="0">
                    <a:pos x="184" y="82"/>
                  </a:cxn>
                  <a:cxn ang="0">
                    <a:pos x="184" y="86"/>
                  </a:cxn>
                  <a:cxn ang="0">
                    <a:pos x="184" y="91"/>
                  </a:cxn>
                  <a:cxn ang="0">
                    <a:pos x="182" y="95"/>
                  </a:cxn>
                  <a:cxn ang="0">
                    <a:pos x="178" y="97"/>
                  </a:cxn>
                  <a:cxn ang="0">
                    <a:pos x="173" y="100"/>
                  </a:cxn>
                  <a:cxn ang="0">
                    <a:pos x="166" y="101"/>
                  </a:cxn>
                  <a:cxn ang="0">
                    <a:pos x="125" y="101"/>
                  </a:cxn>
                </a:cxnLst>
                <a:rect l="0" t="0" r="r" b="b"/>
                <a:pathLst>
                  <a:path w="184" h="263">
                    <a:moveTo>
                      <a:pt x="125" y="101"/>
                    </a:moveTo>
                    <a:lnTo>
                      <a:pt x="125" y="231"/>
                    </a:lnTo>
                    <a:lnTo>
                      <a:pt x="125" y="231"/>
                    </a:lnTo>
                    <a:lnTo>
                      <a:pt x="124" y="237"/>
                    </a:lnTo>
                    <a:lnTo>
                      <a:pt x="122" y="243"/>
                    </a:lnTo>
                    <a:lnTo>
                      <a:pt x="119" y="248"/>
                    </a:lnTo>
                    <a:lnTo>
                      <a:pt x="115" y="253"/>
                    </a:lnTo>
                    <a:lnTo>
                      <a:pt x="110" y="257"/>
                    </a:lnTo>
                    <a:lnTo>
                      <a:pt x="105" y="260"/>
                    </a:lnTo>
                    <a:lnTo>
                      <a:pt x="99" y="262"/>
                    </a:lnTo>
                    <a:lnTo>
                      <a:pt x="93" y="263"/>
                    </a:lnTo>
                    <a:lnTo>
                      <a:pt x="93" y="263"/>
                    </a:lnTo>
                    <a:lnTo>
                      <a:pt x="93" y="263"/>
                    </a:lnTo>
                    <a:lnTo>
                      <a:pt x="87" y="262"/>
                    </a:lnTo>
                    <a:lnTo>
                      <a:pt x="80" y="260"/>
                    </a:lnTo>
                    <a:lnTo>
                      <a:pt x="74" y="257"/>
                    </a:lnTo>
                    <a:lnTo>
                      <a:pt x="69" y="253"/>
                    </a:lnTo>
                    <a:lnTo>
                      <a:pt x="66" y="248"/>
                    </a:lnTo>
                    <a:lnTo>
                      <a:pt x="63" y="243"/>
                    </a:lnTo>
                    <a:lnTo>
                      <a:pt x="61" y="237"/>
                    </a:lnTo>
                    <a:lnTo>
                      <a:pt x="61" y="231"/>
                    </a:lnTo>
                    <a:lnTo>
                      <a:pt x="61" y="101"/>
                    </a:lnTo>
                    <a:lnTo>
                      <a:pt x="16" y="101"/>
                    </a:lnTo>
                    <a:lnTo>
                      <a:pt x="16" y="101"/>
                    </a:lnTo>
                    <a:lnTo>
                      <a:pt x="10" y="100"/>
                    </a:lnTo>
                    <a:lnTo>
                      <a:pt x="5" y="99"/>
                    </a:lnTo>
                    <a:lnTo>
                      <a:pt x="1" y="95"/>
                    </a:lnTo>
                    <a:lnTo>
                      <a:pt x="0" y="91"/>
                    </a:lnTo>
                    <a:lnTo>
                      <a:pt x="0" y="87"/>
                    </a:lnTo>
                    <a:lnTo>
                      <a:pt x="0" y="82"/>
                    </a:lnTo>
                    <a:lnTo>
                      <a:pt x="3" y="77"/>
                    </a:lnTo>
                    <a:lnTo>
                      <a:pt x="7" y="73"/>
                    </a:lnTo>
                    <a:lnTo>
                      <a:pt x="69" y="11"/>
                    </a:lnTo>
                    <a:lnTo>
                      <a:pt x="69" y="11"/>
                    </a:lnTo>
                    <a:lnTo>
                      <a:pt x="75" y="6"/>
                    </a:lnTo>
                    <a:lnTo>
                      <a:pt x="80" y="2"/>
                    </a:lnTo>
                    <a:lnTo>
                      <a:pt x="87" y="0"/>
                    </a:lnTo>
                    <a:lnTo>
                      <a:pt x="93" y="0"/>
                    </a:lnTo>
                    <a:lnTo>
                      <a:pt x="98" y="0"/>
                    </a:lnTo>
                    <a:lnTo>
                      <a:pt x="104" y="2"/>
                    </a:lnTo>
                    <a:lnTo>
                      <a:pt x="110" y="6"/>
                    </a:lnTo>
                    <a:lnTo>
                      <a:pt x="115" y="11"/>
                    </a:lnTo>
                    <a:lnTo>
                      <a:pt x="178" y="73"/>
                    </a:lnTo>
                    <a:lnTo>
                      <a:pt x="178" y="73"/>
                    </a:lnTo>
                    <a:lnTo>
                      <a:pt x="182" y="77"/>
                    </a:lnTo>
                    <a:lnTo>
                      <a:pt x="184" y="82"/>
                    </a:lnTo>
                    <a:lnTo>
                      <a:pt x="184" y="86"/>
                    </a:lnTo>
                    <a:lnTo>
                      <a:pt x="184" y="91"/>
                    </a:lnTo>
                    <a:lnTo>
                      <a:pt x="182" y="95"/>
                    </a:lnTo>
                    <a:lnTo>
                      <a:pt x="178" y="97"/>
                    </a:lnTo>
                    <a:lnTo>
                      <a:pt x="173" y="100"/>
                    </a:lnTo>
                    <a:lnTo>
                      <a:pt x="166" y="101"/>
                    </a:lnTo>
                    <a:lnTo>
                      <a:pt x="125" y="10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 dirty="0">
                  <a:latin typeface="+mn-ea"/>
                </a:endParaRPr>
              </a:p>
            </p:txBody>
          </p:sp>
          <p:sp>
            <p:nvSpPr>
              <p:cNvPr id="34" name="矩形-2"/>
              <p:cNvSpPr/>
              <p:nvPr/>
            </p:nvSpPr>
            <p:spPr bwMode="auto">
              <a:xfrm>
                <a:off x="6161680" y="3929517"/>
                <a:ext cx="318365" cy="222855"/>
              </a:xfrm>
              <a:custGeom>
                <a:avLst/>
                <a:gdLst/>
                <a:ahLst/>
                <a:cxnLst>
                  <a:cxn ang="0">
                    <a:pos x="392" y="125"/>
                  </a:cxn>
                  <a:cxn ang="0">
                    <a:pos x="420" y="136"/>
                  </a:cxn>
                  <a:cxn ang="0">
                    <a:pos x="445" y="153"/>
                  </a:cxn>
                  <a:cxn ang="0">
                    <a:pos x="463" y="175"/>
                  </a:cxn>
                  <a:cxn ang="0">
                    <a:pos x="476" y="200"/>
                  </a:cxn>
                  <a:cxn ang="0">
                    <a:pos x="480" y="227"/>
                  </a:cxn>
                  <a:cxn ang="0">
                    <a:pos x="480" y="237"/>
                  </a:cxn>
                  <a:cxn ang="0">
                    <a:pos x="472" y="264"/>
                  </a:cxn>
                  <a:cxn ang="0">
                    <a:pos x="457" y="289"/>
                  </a:cxn>
                  <a:cxn ang="0">
                    <a:pos x="435" y="310"/>
                  </a:cxn>
                  <a:cxn ang="0">
                    <a:pos x="408" y="325"/>
                  </a:cxn>
                  <a:cxn ang="0">
                    <a:pos x="376" y="334"/>
                  </a:cxn>
                  <a:cxn ang="0">
                    <a:pos x="376" y="220"/>
                  </a:cxn>
                  <a:cxn ang="0">
                    <a:pos x="362" y="195"/>
                  </a:cxn>
                  <a:cxn ang="0">
                    <a:pos x="347" y="185"/>
                  </a:cxn>
                  <a:cxn ang="0">
                    <a:pos x="329" y="182"/>
                  </a:cxn>
                  <a:cxn ang="0">
                    <a:pos x="301" y="190"/>
                  </a:cxn>
                  <a:cxn ang="0">
                    <a:pos x="288" y="203"/>
                  </a:cxn>
                  <a:cxn ang="0">
                    <a:pos x="280" y="230"/>
                  </a:cxn>
                  <a:cxn ang="0">
                    <a:pos x="210" y="315"/>
                  </a:cxn>
                  <a:cxn ang="0">
                    <a:pos x="246" y="313"/>
                  </a:cxn>
                  <a:cxn ang="0">
                    <a:pos x="259" y="306"/>
                  </a:cxn>
                  <a:cxn ang="0">
                    <a:pos x="268" y="295"/>
                  </a:cxn>
                  <a:cxn ang="0">
                    <a:pos x="268" y="277"/>
                  </a:cxn>
                  <a:cxn ang="0">
                    <a:pos x="258" y="259"/>
                  </a:cxn>
                  <a:cxn ang="0">
                    <a:pos x="188" y="190"/>
                  </a:cxn>
                  <a:cxn ang="0">
                    <a:pos x="162" y="182"/>
                  </a:cxn>
                  <a:cxn ang="0">
                    <a:pos x="143" y="185"/>
                  </a:cxn>
                  <a:cxn ang="0">
                    <a:pos x="65" y="259"/>
                  </a:cxn>
                  <a:cxn ang="0">
                    <a:pos x="54" y="278"/>
                  </a:cxn>
                  <a:cxn ang="0">
                    <a:pos x="54" y="295"/>
                  </a:cxn>
                  <a:cxn ang="0">
                    <a:pos x="59" y="304"/>
                  </a:cxn>
                  <a:cxn ang="0">
                    <a:pos x="67" y="310"/>
                  </a:cxn>
                  <a:cxn ang="0">
                    <a:pos x="114" y="315"/>
                  </a:cxn>
                  <a:cxn ang="0">
                    <a:pos x="101" y="334"/>
                  </a:cxn>
                  <a:cxn ang="0">
                    <a:pos x="69" y="324"/>
                  </a:cxn>
                  <a:cxn ang="0">
                    <a:pos x="41" y="306"/>
                  </a:cxn>
                  <a:cxn ang="0">
                    <a:pos x="20" y="284"/>
                  </a:cxn>
                  <a:cxn ang="0">
                    <a:pos x="5" y="257"/>
                  </a:cxn>
                  <a:cxn ang="0">
                    <a:pos x="0" y="227"/>
                  </a:cxn>
                  <a:cxn ang="0">
                    <a:pos x="1" y="219"/>
                  </a:cxn>
                  <a:cxn ang="0">
                    <a:pos x="7" y="191"/>
                  </a:cxn>
                  <a:cxn ang="0">
                    <a:pos x="22" y="167"/>
                  </a:cxn>
                  <a:cxn ang="0">
                    <a:pos x="43" y="147"/>
                  </a:cxn>
                  <a:cxn ang="0">
                    <a:pos x="69" y="132"/>
                  </a:cxn>
                  <a:cxn ang="0">
                    <a:pos x="99" y="122"/>
                  </a:cxn>
                  <a:cxn ang="0">
                    <a:pos x="99" y="118"/>
                  </a:cxn>
                  <a:cxn ang="0">
                    <a:pos x="105" y="84"/>
                  </a:cxn>
                  <a:cxn ang="0">
                    <a:pos x="123" y="53"/>
                  </a:cxn>
                  <a:cxn ang="0">
                    <a:pos x="151" y="27"/>
                  </a:cxn>
                  <a:cxn ang="0">
                    <a:pos x="185" y="10"/>
                  </a:cxn>
                  <a:cxn ang="0">
                    <a:pos x="226" y="1"/>
                  </a:cxn>
                  <a:cxn ang="0">
                    <a:pos x="255" y="1"/>
                  </a:cxn>
                  <a:cxn ang="0">
                    <a:pos x="295" y="10"/>
                  </a:cxn>
                  <a:cxn ang="0">
                    <a:pos x="330" y="27"/>
                  </a:cxn>
                  <a:cxn ang="0">
                    <a:pos x="357" y="53"/>
                  </a:cxn>
                  <a:cxn ang="0">
                    <a:pos x="374" y="84"/>
                  </a:cxn>
                  <a:cxn ang="0">
                    <a:pos x="381" y="118"/>
                  </a:cxn>
                  <a:cxn ang="0">
                    <a:pos x="381" y="122"/>
                  </a:cxn>
                </a:cxnLst>
                <a:rect l="0" t="0" r="r" b="b"/>
                <a:pathLst>
                  <a:path w="480" h="336">
                    <a:moveTo>
                      <a:pt x="381" y="122"/>
                    </a:moveTo>
                    <a:lnTo>
                      <a:pt x="381" y="122"/>
                    </a:lnTo>
                    <a:lnTo>
                      <a:pt x="392" y="125"/>
                    </a:lnTo>
                    <a:lnTo>
                      <a:pt x="402" y="127"/>
                    </a:lnTo>
                    <a:lnTo>
                      <a:pt x="412" y="132"/>
                    </a:lnTo>
                    <a:lnTo>
                      <a:pt x="420" y="136"/>
                    </a:lnTo>
                    <a:lnTo>
                      <a:pt x="429" y="141"/>
                    </a:lnTo>
                    <a:lnTo>
                      <a:pt x="438" y="147"/>
                    </a:lnTo>
                    <a:lnTo>
                      <a:pt x="445" y="153"/>
                    </a:lnTo>
                    <a:lnTo>
                      <a:pt x="451" y="161"/>
                    </a:lnTo>
                    <a:lnTo>
                      <a:pt x="457" y="167"/>
                    </a:lnTo>
                    <a:lnTo>
                      <a:pt x="463" y="175"/>
                    </a:lnTo>
                    <a:lnTo>
                      <a:pt x="468" y="183"/>
                    </a:lnTo>
                    <a:lnTo>
                      <a:pt x="472" y="191"/>
                    </a:lnTo>
                    <a:lnTo>
                      <a:pt x="476" y="200"/>
                    </a:lnTo>
                    <a:lnTo>
                      <a:pt x="478" y="209"/>
                    </a:lnTo>
                    <a:lnTo>
                      <a:pt x="480" y="219"/>
                    </a:lnTo>
                    <a:lnTo>
                      <a:pt x="480" y="227"/>
                    </a:lnTo>
                    <a:lnTo>
                      <a:pt x="480" y="227"/>
                    </a:lnTo>
                    <a:lnTo>
                      <a:pt x="480" y="227"/>
                    </a:lnTo>
                    <a:lnTo>
                      <a:pt x="480" y="237"/>
                    </a:lnTo>
                    <a:lnTo>
                      <a:pt x="478" y="247"/>
                    </a:lnTo>
                    <a:lnTo>
                      <a:pt x="476" y="256"/>
                    </a:lnTo>
                    <a:lnTo>
                      <a:pt x="472" y="264"/>
                    </a:lnTo>
                    <a:lnTo>
                      <a:pt x="467" y="273"/>
                    </a:lnTo>
                    <a:lnTo>
                      <a:pt x="462" y="282"/>
                    </a:lnTo>
                    <a:lnTo>
                      <a:pt x="457" y="289"/>
                    </a:lnTo>
                    <a:lnTo>
                      <a:pt x="450" y="297"/>
                    </a:lnTo>
                    <a:lnTo>
                      <a:pt x="442" y="304"/>
                    </a:lnTo>
                    <a:lnTo>
                      <a:pt x="435" y="310"/>
                    </a:lnTo>
                    <a:lnTo>
                      <a:pt x="426" y="315"/>
                    </a:lnTo>
                    <a:lnTo>
                      <a:pt x="418" y="320"/>
                    </a:lnTo>
                    <a:lnTo>
                      <a:pt x="408" y="325"/>
                    </a:lnTo>
                    <a:lnTo>
                      <a:pt x="398" y="329"/>
                    </a:lnTo>
                    <a:lnTo>
                      <a:pt x="387" y="331"/>
                    </a:lnTo>
                    <a:lnTo>
                      <a:pt x="376" y="334"/>
                    </a:lnTo>
                    <a:lnTo>
                      <a:pt x="376" y="230"/>
                    </a:lnTo>
                    <a:lnTo>
                      <a:pt x="376" y="230"/>
                    </a:lnTo>
                    <a:lnTo>
                      <a:pt x="376" y="220"/>
                    </a:lnTo>
                    <a:lnTo>
                      <a:pt x="372" y="211"/>
                    </a:lnTo>
                    <a:lnTo>
                      <a:pt x="368" y="203"/>
                    </a:lnTo>
                    <a:lnTo>
                      <a:pt x="362" y="195"/>
                    </a:lnTo>
                    <a:lnTo>
                      <a:pt x="362" y="195"/>
                    </a:lnTo>
                    <a:lnTo>
                      <a:pt x="355" y="190"/>
                    </a:lnTo>
                    <a:lnTo>
                      <a:pt x="347" y="185"/>
                    </a:lnTo>
                    <a:lnTo>
                      <a:pt x="337" y="183"/>
                    </a:lnTo>
                    <a:lnTo>
                      <a:pt x="329" y="182"/>
                    </a:lnTo>
                    <a:lnTo>
                      <a:pt x="329" y="182"/>
                    </a:lnTo>
                    <a:lnTo>
                      <a:pt x="319" y="183"/>
                    </a:lnTo>
                    <a:lnTo>
                      <a:pt x="309" y="185"/>
                    </a:lnTo>
                    <a:lnTo>
                      <a:pt x="301" y="190"/>
                    </a:lnTo>
                    <a:lnTo>
                      <a:pt x="294" y="195"/>
                    </a:lnTo>
                    <a:lnTo>
                      <a:pt x="294" y="195"/>
                    </a:lnTo>
                    <a:lnTo>
                      <a:pt x="288" y="203"/>
                    </a:lnTo>
                    <a:lnTo>
                      <a:pt x="284" y="211"/>
                    </a:lnTo>
                    <a:lnTo>
                      <a:pt x="280" y="220"/>
                    </a:lnTo>
                    <a:lnTo>
                      <a:pt x="280" y="230"/>
                    </a:lnTo>
                    <a:lnTo>
                      <a:pt x="280" y="336"/>
                    </a:lnTo>
                    <a:lnTo>
                      <a:pt x="210" y="336"/>
                    </a:lnTo>
                    <a:lnTo>
                      <a:pt x="210" y="315"/>
                    </a:lnTo>
                    <a:lnTo>
                      <a:pt x="235" y="315"/>
                    </a:lnTo>
                    <a:lnTo>
                      <a:pt x="235" y="315"/>
                    </a:lnTo>
                    <a:lnTo>
                      <a:pt x="246" y="313"/>
                    </a:lnTo>
                    <a:lnTo>
                      <a:pt x="255" y="310"/>
                    </a:lnTo>
                    <a:lnTo>
                      <a:pt x="255" y="310"/>
                    </a:lnTo>
                    <a:lnTo>
                      <a:pt x="259" y="306"/>
                    </a:lnTo>
                    <a:lnTo>
                      <a:pt x="263" y="303"/>
                    </a:lnTo>
                    <a:lnTo>
                      <a:pt x="266" y="299"/>
                    </a:lnTo>
                    <a:lnTo>
                      <a:pt x="268" y="295"/>
                    </a:lnTo>
                    <a:lnTo>
                      <a:pt x="268" y="295"/>
                    </a:lnTo>
                    <a:lnTo>
                      <a:pt x="269" y="285"/>
                    </a:lnTo>
                    <a:lnTo>
                      <a:pt x="268" y="277"/>
                    </a:lnTo>
                    <a:lnTo>
                      <a:pt x="268" y="277"/>
                    </a:lnTo>
                    <a:lnTo>
                      <a:pt x="264" y="268"/>
                    </a:lnTo>
                    <a:lnTo>
                      <a:pt x="258" y="259"/>
                    </a:lnTo>
                    <a:lnTo>
                      <a:pt x="195" y="198"/>
                    </a:lnTo>
                    <a:lnTo>
                      <a:pt x="195" y="198"/>
                    </a:lnTo>
                    <a:lnTo>
                      <a:pt x="188" y="190"/>
                    </a:lnTo>
                    <a:lnTo>
                      <a:pt x="179" y="185"/>
                    </a:lnTo>
                    <a:lnTo>
                      <a:pt x="170" y="183"/>
                    </a:lnTo>
                    <a:lnTo>
                      <a:pt x="162" y="182"/>
                    </a:lnTo>
                    <a:lnTo>
                      <a:pt x="162" y="182"/>
                    </a:lnTo>
                    <a:lnTo>
                      <a:pt x="152" y="183"/>
                    </a:lnTo>
                    <a:lnTo>
                      <a:pt x="143" y="185"/>
                    </a:lnTo>
                    <a:lnTo>
                      <a:pt x="136" y="190"/>
                    </a:lnTo>
                    <a:lnTo>
                      <a:pt x="127" y="198"/>
                    </a:lnTo>
                    <a:lnTo>
                      <a:pt x="65" y="259"/>
                    </a:lnTo>
                    <a:lnTo>
                      <a:pt x="65" y="259"/>
                    </a:lnTo>
                    <a:lnTo>
                      <a:pt x="58" y="268"/>
                    </a:lnTo>
                    <a:lnTo>
                      <a:pt x="54" y="278"/>
                    </a:lnTo>
                    <a:lnTo>
                      <a:pt x="54" y="278"/>
                    </a:lnTo>
                    <a:lnTo>
                      <a:pt x="53" y="287"/>
                    </a:lnTo>
                    <a:lnTo>
                      <a:pt x="54" y="295"/>
                    </a:lnTo>
                    <a:lnTo>
                      <a:pt x="54" y="295"/>
                    </a:lnTo>
                    <a:lnTo>
                      <a:pt x="57" y="300"/>
                    </a:lnTo>
                    <a:lnTo>
                      <a:pt x="59" y="304"/>
                    </a:lnTo>
                    <a:lnTo>
                      <a:pt x="63" y="306"/>
                    </a:lnTo>
                    <a:lnTo>
                      <a:pt x="67" y="310"/>
                    </a:lnTo>
                    <a:lnTo>
                      <a:pt x="67" y="310"/>
                    </a:lnTo>
                    <a:lnTo>
                      <a:pt x="75" y="314"/>
                    </a:lnTo>
                    <a:lnTo>
                      <a:pt x="85" y="315"/>
                    </a:lnTo>
                    <a:lnTo>
                      <a:pt x="114" y="315"/>
                    </a:lnTo>
                    <a:lnTo>
                      <a:pt x="114" y="335"/>
                    </a:lnTo>
                    <a:lnTo>
                      <a:pt x="114" y="335"/>
                    </a:lnTo>
                    <a:lnTo>
                      <a:pt x="101" y="334"/>
                    </a:lnTo>
                    <a:lnTo>
                      <a:pt x="90" y="331"/>
                    </a:lnTo>
                    <a:lnTo>
                      <a:pt x="79" y="327"/>
                    </a:lnTo>
                    <a:lnTo>
                      <a:pt x="69" y="324"/>
                    </a:lnTo>
                    <a:lnTo>
                      <a:pt x="59" y="319"/>
                    </a:lnTo>
                    <a:lnTo>
                      <a:pt x="49" y="313"/>
                    </a:lnTo>
                    <a:lnTo>
                      <a:pt x="41" y="306"/>
                    </a:lnTo>
                    <a:lnTo>
                      <a:pt x="33" y="300"/>
                    </a:lnTo>
                    <a:lnTo>
                      <a:pt x="26" y="292"/>
                    </a:lnTo>
                    <a:lnTo>
                      <a:pt x="20" y="284"/>
                    </a:lnTo>
                    <a:lnTo>
                      <a:pt x="13" y="275"/>
                    </a:lnTo>
                    <a:lnTo>
                      <a:pt x="8" y="267"/>
                    </a:lnTo>
                    <a:lnTo>
                      <a:pt x="5" y="257"/>
                    </a:lnTo>
                    <a:lnTo>
                      <a:pt x="2" y="248"/>
                    </a:lnTo>
                    <a:lnTo>
                      <a:pt x="1" y="237"/>
                    </a:lnTo>
                    <a:lnTo>
                      <a:pt x="0" y="227"/>
                    </a:lnTo>
                    <a:lnTo>
                      <a:pt x="0" y="227"/>
                    </a:lnTo>
                    <a:lnTo>
                      <a:pt x="0" y="227"/>
                    </a:lnTo>
                    <a:lnTo>
                      <a:pt x="1" y="219"/>
                    </a:lnTo>
                    <a:lnTo>
                      <a:pt x="2" y="209"/>
                    </a:lnTo>
                    <a:lnTo>
                      <a:pt x="5" y="200"/>
                    </a:lnTo>
                    <a:lnTo>
                      <a:pt x="7" y="191"/>
                    </a:lnTo>
                    <a:lnTo>
                      <a:pt x="12" y="183"/>
                    </a:lnTo>
                    <a:lnTo>
                      <a:pt x="16" y="175"/>
                    </a:lnTo>
                    <a:lnTo>
                      <a:pt x="22" y="167"/>
                    </a:lnTo>
                    <a:lnTo>
                      <a:pt x="28" y="161"/>
                    </a:lnTo>
                    <a:lnTo>
                      <a:pt x="36" y="153"/>
                    </a:lnTo>
                    <a:lnTo>
                      <a:pt x="43" y="147"/>
                    </a:lnTo>
                    <a:lnTo>
                      <a:pt x="50" y="141"/>
                    </a:lnTo>
                    <a:lnTo>
                      <a:pt x="59" y="136"/>
                    </a:lnTo>
                    <a:lnTo>
                      <a:pt x="69" y="132"/>
                    </a:lnTo>
                    <a:lnTo>
                      <a:pt x="79" y="127"/>
                    </a:lnTo>
                    <a:lnTo>
                      <a:pt x="89" y="125"/>
                    </a:lnTo>
                    <a:lnTo>
                      <a:pt x="99" y="122"/>
                    </a:lnTo>
                    <a:lnTo>
                      <a:pt x="99" y="122"/>
                    </a:lnTo>
                    <a:lnTo>
                      <a:pt x="99" y="118"/>
                    </a:lnTo>
                    <a:lnTo>
                      <a:pt x="99" y="118"/>
                    </a:lnTo>
                    <a:lnTo>
                      <a:pt x="100" y="107"/>
                    </a:lnTo>
                    <a:lnTo>
                      <a:pt x="101" y="95"/>
                    </a:lnTo>
                    <a:lnTo>
                      <a:pt x="105" y="84"/>
                    </a:lnTo>
                    <a:lnTo>
                      <a:pt x="110" y="73"/>
                    </a:lnTo>
                    <a:lnTo>
                      <a:pt x="116" y="63"/>
                    </a:lnTo>
                    <a:lnTo>
                      <a:pt x="123" y="53"/>
                    </a:lnTo>
                    <a:lnTo>
                      <a:pt x="131" y="43"/>
                    </a:lnTo>
                    <a:lnTo>
                      <a:pt x="141" y="36"/>
                    </a:lnTo>
                    <a:lnTo>
                      <a:pt x="151" y="27"/>
                    </a:lnTo>
                    <a:lnTo>
                      <a:pt x="161" y="21"/>
                    </a:lnTo>
                    <a:lnTo>
                      <a:pt x="173" y="15"/>
                    </a:lnTo>
                    <a:lnTo>
                      <a:pt x="185" y="10"/>
                    </a:lnTo>
                    <a:lnTo>
                      <a:pt x="198" y="6"/>
                    </a:lnTo>
                    <a:lnTo>
                      <a:pt x="211" y="2"/>
                    </a:lnTo>
                    <a:lnTo>
                      <a:pt x="226" y="1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55" y="1"/>
                    </a:lnTo>
                    <a:lnTo>
                      <a:pt x="268" y="2"/>
                    </a:lnTo>
                    <a:lnTo>
                      <a:pt x="282" y="6"/>
                    </a:lnTo>
                    <a:lnTo>
                      <a:pt x="295" y="10"/>
                    </a:lnTo>
                    <a:lnTo>
                      <a:pt x="308" y="15"/>
                    </a:lnTo>
                    <a:lnTo>
                      <a:pt x="319" y="21"/>
                    </a:lnTo>
                    <a:lnTo>
                      <a:pt x="330" y="27"/>
                    </a:lnTo>
                    <a:lnTo>
                      <a:pt x="340" y="36"/>
                    </a:lnTo>
                    <a:lnTo>
                      <a:pt x="348" y="43"/>
                    </a:lnTo>
                    <a:lnTo>
                      <a:pt x="357" y="53"/>
                    </a:lnTo>
                    <a:lnTo>
                      <a:pt x="365" y="63"/>
                    </a:lnTo>
                    <a:lnTo>
                      <a:pt x="369" y="73"/>
                    </a:lnTo>
                    <a:lnTo>
                      <a:pt x="374" y="84"/>
                    </a:lnTo>
                    <a:lnTo>
                      <a:pt x="378" y="95"/>
                    </a:lnTo>
                    <a:lnTo>
                      <a:pt x="381" y="107"/>
                    </a:lnTo>
                    <a:lnTo>
                      <a:pt x="381" y="118"/>
                    </a:lnTo>
                    <a:lnTo>
                      <a:pt x="381" y="118"/>
                    </a:lnTo>
                    <a:lnTo>
                      <a:pt x="381" y="122"/>
                    </a:lnTo>
                    <a:lnTo>
                      <a:pt x="381" y="12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 dirty="0">
                  <a:latin typeface="+mn-ea"/>
                </a:endParaRPr>
              </a:p>
            </p:txBody>
          </p:sp>
          <p:sp>
            <p:nvSpPr>
              <p:cNvPr id="35" name="矩形-3"/>
              <p:cNvSpPr/>
              <p:nvPr/>
            </p:nvSpPr>
            <p:spPr bwMode="auto">
              <a:xfrm>
                <a:off x="6318209" y="4060843"/>
                <a:ext cx="123367" cy="173774"/>
              </a:xfrm>
              <a:custGeom>
                <a:avLst/>
                <a:gdLst/>
                <a:ahLst/>
                <a:cxnLst>
                  <a:cxn ang="0">
                    <a:pos x="126" y="162"/>
                  </a:cxn>
                  <a:cxn ang="0">
                    <a:pos x="126" y="32"/>
                  </a:cxn>
                  <a:cxn ang="0">
                    <a:pos x="126" y="32"/>
                  </a:cxn>
                  <a:cxn ang="0">
                    <a:pos x="125" y="26"/>
                  </a:cxn>
                  <a:cxn ang="0">
                    <a:pos x="123" y="19"/>
                  </a:cxn>
                  <a:cxn ang="0">
                    <a:pos x="120" y="13"/>
                  </a:cxn>
                  <a:cxn ang="0">
                    <a:pos x="116" y="8"/>
                  </a:cxn>
                  <a:cxn ang="0">
                    <a:pos x="111" y="5"/>
                  </a:cxn>
                  <a:cxn ang="0">
                    <a:pos x="106" y="2"/>
                  </a:cxn>
                  <a:cxn ang="0">
                    <a:pos x="100" y="0"/>
                  </a:cxn>
                  <a:cxn ang="0">
                    <a:pos x="94" y="0"/>
                  </a:cxn>
                  <a:cxn ang="0">
                    <a:pos x="94" y="0"/>
                  </a:cxn>
                  <a:cxn ang="0">
                    <a:pos x="94" y="0"/>
                  </a:cxn>
                  <a:cxn ang="0">
                    <a:pos x="86" y="0"/>
                  </a:cxn>
                  <a:cxn ang="0">
                    <a:pos x="80" y="2"/>
                  </a:cxn>
                  <a:cxn ang="0">
                    <a:pos x="75" y="5"/>
                  </a:cxn>
                  <a:cxn ang="0">
                    <a:pos x="70" y="8"/>
                  </a:cxn>
                  <a:cxn ang="0">
                    <a:pos x="66" y="13"/>
                  </a:cxn>
                  <a:cxn ang="0">
                    <a:pos x="64" y="19"/>
                  </a:cxn>
                  <a:cxn ang="0">
                    <a:pos x="62" y="26"/>
                  </a:cxn>
                  <a:cxn ang="0">
                    <a:pos x="62" y="32"/>
                  </a:cxn>
                  <a:cxn ang="0">
                    <a:pos x="62" y="162"/>
                  </a:cxn>
                  <a:cxn ang="0">
                    <a:pos x="17" y="162"/>
                  </a:cxn>
                  <a:cxn ang="0">
                    <a:pos x="17" y="162"/>
                  </a:cxn>
                  <a:cxn ang="0">
                    <a:pos x="11" y="162"/>
                  </a:cxn>
                  <a:cxn ang="0">
                    <a:pos x="6" y="164"/>
                  </a:cxn>
                  <a:cxn ang="0">
                    <a:pos x="2" y="167"/>
                  </a:cxn>
                  <a:cxn ang="0">
                    <a:pos x="1" y="170"/>
                  </a:cxn>
                  <a:cxn ang="0">
                    <a:pos x="0" y="175"/>
                  </a:cxn>
                  <a:cxn ang="0">
                    <a:pos x="1" y="179"/>
                  </a:cxn>
                  <a:cxn ang="0">
                    <a:pos x="3" y="184"/>
                  </a:cxn>
                  <a:cxn ang="0">
                    <a:pos x="7" y="189"/>
                  </a:cxn>
                  <a:cxn ang="0">
                    <a:pos x="70" y="251"/>
                  </a:cxn>
                  <a:cxn ang="0">
                    <a:pos x="70" y="251"/>
                  </a:cxn>
                  <a:cxn ang="0">
                    <a:pos x="76" y="256"/>
                  </a:cxn>
                  <a:cxn ang="0">
                    <a:pos x="81" y="259"/>
                  </a:cxn>
                  <a:cxn ang="0">
                    <a:pos x="88" y="262"/>
                  </a:cxn>
                  <a:cxn ang="0">
                    <a:pos x="92" y="263"/>
                  </a:cxn>
                  <a:cxn ang="0">
                    <a:pos x="99" y="262"/>
                  </a:cxn>
                  <a:cxn ang="0">
                    <a:pos x="105" y="259"/>
                  </a:cxn>
                  <a:cxn ang="0">
                    <a:pos x="110" y="256"/>
                  </a:cxn>
                  <a:cxn ang="0">
                    <a:pos x="116" y="251"/>
                  </a:cxn>
                  <a:cxn ang="0">
                    <a:pos x="179" y="189"/>
                  </a:cxn>
                  <a:cxn ang="0">
                    <a:pos x="179" y="189"/>
                  </a:cxn>
                  <a:cxn ang="0">
                    <a:pos x="183" y="185"/>
                  </a:cxn>
                  <a:cxn ang="0">
                    <a:pos x="184" y="180"/>
                  </a:cxn>
                  <a:cxn ang="0">
                    <a:pos x="185" y="175"/>
                  </a:cxn>
                  <a:cxn ang="0">
                    <a:pos x="185" y="171"/>
                  </a:cxn>
                  <a:cxn ang="0">
                    <a:pos x="183" y="168"/>
                  </a:cxn>
                  <a:cxn ang="0">
                    <a:pos x="179" y="164"/>
                  </a:cxn>
                  <a:cxn ang="0">
                    <a:pos x="173" y="162"/>
                  </a:cxn>
                  <a:cxn ang="0">
                    <a:pos x="165" y="162"/>
                  </a:cxn>
                  <a:cxn ang="0">
                    <a:pos x="126" y="162"/>
                  </a:cxn>
                </a:cxnLst>
                <a:rect l="0" t="0" r="r" b="b"/>
                <a:pathLst>
                  <a:path w="185" h="263">
                    <a:moveTo>
                      <a:pt x="126" y="162"/>
                    </a:moveTo>
                    <a:lnTo>
                      <a:pt x="126" y="32"/>
                    </a:lnTo>
                    <a:lnTo>
                      <a:pt x="126" y="32"/>
                    </a:lnTo>
                    <a:lnTo>
                      <a:pt x="125" y="26"/>
                    </a:lnTo>
                    <a:lnTo>
                      <a:pt x="123" y="19"/>
                    </a:lnTo>
                    <a:lnTo>
                      <a:pt x="120" y="13"/>
                    </a:lnTo>
                    <a:lnTo>
                      <a:pt x="116" y="8"/>
                    </a:lnTo>
                    <a:lnTo>
                      <a:pt x="111" y="5"/>
                    </a:lnTo>
                    <a:lnTo>
                      <a:pt x="106" y="2"/>
                    </a:lnTo>
                    <a:lnTo>
                      <a:pt x="100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86" y="0"/>
                    </a:lnTo>
                    <a:lnTo>
                      <a:pt x="80" y="2"/>
                    </a:lnTo>
                    <a:lnTo>
                      <a:pt x="75" y="5"/>
                    </a:lnTo>
                    <a:lnTo>
                      <a:pt x="70" y="8"/>
                    </a:lnTo>
                    <a:lnTo>
                      <a:pt x="66" y="13"/>
                    </a:lnTo>
                    <a:lnTo>
                      <a:pt x="64" y="19"/>
                    </a:lnTo>
                    <a:lnTo>
                      <a:pt x="62" y="26"/>
                    </a:lnTo>
                    <a:lnTo>
                      <a:pt x="62" y="32"/>
                    </a:lnTo>
                    <a:lnTo>
                      <a:pt x="62" y="162"/>
                    </a:lnTo>
                    <a:lnTo>
                      <a:pt x="17" y="162"/>
                    </a:lnTo>
                    <a:lnTo>
                      <a:pt x="17" y="162"/>
                    </a:lnTo>
                    <a:lnTo>
                      <a:pt x="11" y="162"/>
                    </a:lnTo>
                    <a:lnTo>
                      <a:pt x="6" y="164"/>
                    </a:lnTo>
                    <a:lnTo>
                      <a:pt x="2" y="167"/>
                    </a:lnTo>
                    <a:lnTo>
                      <a:pt x="1" y="170"/>
                    </a:lnTo>
                    <a:lnTo>
                      <a:pt x="0" y="175"/>
                    </a:lnTo>
                    <a:lnTo>
                      <a:pt x="1" y="179"/>
                    </a:lnTo>
                    <a:lnTo>
                      <a:pt x="3" y="184"/>
                    </a:lnTo>
                    <a:lnTo>
                      <a:pt x="7" y="189"/>
                    </a:lnTo>
                    <a:lnTo>
                      <a:pt x="70" y="251"/>
                    </a:lnTo>
                    <a:lnTo>
                      <a:pt x="70" y="251"/>
                    </a:lnTo>
                    <a:lnTo>
                      <a:pt x="76" y="256"/>
                    </a:lnTo>
                    <a:lnTo>
                      <a:pt x="81" y="259"/>
                    </a:lnTo>
                    <a:lnTo>
                      <a:pt x="88" y="262"/>
                    </a:lnTo>
                    <a:lnTo>
                      <a:pt x="92" y="263"/>
                    </a:lnTo>
                    <a:lnTo>
                      <a:pt x="99" y="262"/>
                    </a:lnTo>
                    <a:lnTo>
                      <a:pt x="105" y="259"/>
                    </a:lnTo>
                    <a:lnTo>
                      <a:pt x="110" y="256"/>
                    </a:lnTo>
                    <a:lnTo>
                      <a:pt x="116" y="251"/>
                    </a:lnTo>
                    <a:lnTo>
                      <a:pt x="179" y="189"/>
                    </a:lnTo>
                    <a:lnTo>
                      <a:pt x="179" y="189"/>
                    </a:lnTo>
                    <a:lnTo>
                      <a:pt x="183" y="185"/>
                    </a:lnTo>
                    <a:lnTo>
                      <a:pt x="184" y="180"/>
                    </a:lnTo>
                    <a:lnTo>
                      <a:pt x="185" y="175"/>
                    </a:lnTo>
                    <a:lnTo>
                      <a:pt x="185" y="171"/>
                    </a:lnTo>
                    <a:lnTo>
                      <a:pt x="183" y="168"/>
                    </a:lnTo>
                    <a:lnTo>
                      <a:pt x="179" y="164"/>
                    </a:lnTo>
                    <a:lnTo>
                      <a:pt x="173" y="162"/>
                    </a:lnTo>
                    <a:lnTo>
                      <a:pt x="165" y="162"/>
                    </a:lnTo>
                    <a:lnTo>
                      <a:pt x="126" y="16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 dirty="0">
                  <a:latin typeface="+mn-ea"/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5795791" y="3529798"/>
            <a:ext cx="570173" cy="570173"/>
            <a:chOff x="7067506" y="3814644"/>
            <a:chExt cx="570173" cy="570173"/>
          </a:xfrm>
        </p:grpSpPr>
        <p:sp>
          <p:nvSpPr>
            <p:cNvPr id="37" name="椭圆 36"/>
            <p:cNvSpPr/>
            <p:nvPr/>
          </p:nvSpPr>
          <p:spPr>
            <a:xfrm>
              <a:off x="7067506" y="3814644"/>
              <a:ext cx="570173" cy="570173"/>
            </a:xfrm>
            <a:prstGeom prst="ellipse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-2"/>
            <p:cNvSpPr/>
            <p:nvPr/>
          </p:nvSpPr>
          <p:spPr bwMode="auto">
            <a:xfrm>
              <a:off x="7186784" y="3989190"/>
              <a:ext cx="331616" cy="221078"/>
            </a:xfrm>
            <a:custGeom>
              <a:avLst/>
              <a:gdLst>
                <a:gd name="T0" fmla="*/ 1006919 w 1450975"/>
                <a:gd name="T1" fmla="*/ 486464 h 968375"/>
                <a:gd name="T2" fmla="*/ 1058912 w 1450975"/>
                <a:gd name="T3" fmla="*/ 517972 h 968375"/>
                <a:gd name="T4" fmla="*/ 1095306 w 1450975"/>
                <a:gd name="T5" fmla="*/ 566445 h 968375"/>
                <a:gd name="T6" fmla="*/ 1110903 w 1450975"/>
                <a:gd name="T7" fmla="*/ 626690 h 968375"/>
                <a:gd name="T8" fmla="*/ 1101198 w 1450975"/>
                <a:gd name="T9" fmla="*/ 689359 h 968375"/>
                <a:gd name="T10" fmla="*/ 1069657 w 1450975"/>
                <a:gd name="T11" fmla="*/ 741293 h 968375"/>
                <a:gd name="T12" fmla="*/ 1021130 w 1450975"/>
                <a:gd name="T13" fmla="*/ 777649 h 968375"/>
                <a:gd name="T14" fmla="*/ 960819 w 1450975"/>
                <a:gd name="T15" fmla="*/ 793229 h 968375"/>
                <a:gd name="T16" fmla="*/ 898083 w 1450975"/>
                <a:gd name="T17" fmla="*/ 783534 h 968375"/>
                <a:gd name="T18" fmla="*/ 846091 w 1450975"/>
                <a:gd name="T19" fmla="*/ 752028 h 968375"/>
                <a:gd name="T20" fmla="*/ 809695 w 1450975"/>
                <a:gd name="T21" fmla="*/ 703900 h 968375"/>
                <a:gd name="T22" fmla="*/ 794098 w 1450975"/>
                <a:gd name="T23" fmla="*/ 643309 h 968375"/>
                <a:gd name="T24" fmla="*/ 803803 w 1450975"/>
                <a:gd name="T25" fmla="*/ 580986 h 968375"/>
                <a:gd name="T26" fmla="*/ 835346 w 1450975"/>
                <a:gd name="T27" fmla="*/ 528706 h 968375"/>
                <a:gd name="T28" fmla="*/ 883871 w 1450975"/>
                <a:gd name="T29" fmla="*/ 492350 h 968375"/>
                <a:gd name="T30" fmla="*/ 944182 w 1450975"/>
                <a:gd name="T31" fmla="*/ 477116 h 968375"/>
                <a:gd name="T32" fmla="*/ 892405 w 1450975"/>
                <a:gd name="T33" fmla="*/ 242814 h 968375"/>
                <a:gd name="T34" fmla="*/ 816330 w 1450975"/>
                <a:gd name="T35" fmla="*/ 262615 h 968375"/>
                <a:gd name="T36" fmla="*/ 685717 w 1450975"/>
                <a:gd name="T37" fmla="*/ 341469 h 968375"/>
                <a:gd name="T38" fmla="*/ 595052 w 1450975"/>
                <a:gd name="T39" fmla="*/ 463050 h 968375"/>
                <a:gd name="T40" fmla="*/ 563789 w 1450975"/>
                <a:gd name="T41" fmla="*/ 555104 h 968375"/>
                <a:gd name="T42" fmla="*/ 555798 w 1450975"/>
                <a:gd name="T43" fmla="*/ 635001 h 968375"/>
                <a:gd name="T44" fmla="*/ 563789 w 1450975"/>
                <a:gd name="T45" fmla="*/ 715243 h 968375"/>
                <a:gd name="T46" fmla="*/ 595052 w 1450975"/>
                <a:gd name="T47" fmla="*/ 807298 h 968375"/>
                <a:gd name="T48" fmla="*/ 685717 w 1450975"/>
                <a:gd name="T49" fmla="*/ 928879 h 968375"/>
                <a:gd name="T50" fmla="*/ 816330 w 1450975"/>
                <a:gd name="T51" fmla="*/ 1007732 h 968375"/>
                <a:gd name="T52" fmla="*/ 892405 w 1450975"/>
                <a:gd name="T53" fmla="*/ 1027533 h 968375"/>
                <a:gd name="T54" fmla="*/ 972995 w 1450975"/>
                <a:gd name="T55" fmla="*/ 1031355 h 968375"/>
                <a:gd name="T56" fmla="*/ 1051502 w 1450975"/>
                <a:gd name="T57" fmla="*/ 1019544 h 968375"/>
                <a:gd name="T58" fmla="*/ 1158494 w 1450975"/>
                <a:gd name="T59" fmla="*/ 974732 h 968375"/>
                <a:gd name="T60" fmla="*/ 1270695 w 1450975"/>
                <a:gd name="T61" fmla="*/ 872605 h 968375"/>
                <a:gd name="T62" fmla="*/ 1331485 w 1450975"/>
                <a:gd name="T63" fmla="*/ 753107 h 968375"/>
                <a:gd name="T64" fmla="*/ 1347465 w 1450975"/>
                <a:gd name="T65" fmla="*/ 675643 h 968375"/>
                <a:gd name="T66" fmla="*/ 1347465 w 1450975"/>
                <a:gd name="T67" fmla="*/ 594358 h 968375"/>
                <a:gd name="T68" fmla="*/ 1331485 w 1450975"/>
                <a:gd name="T69" fmla="*/ 517241 h 968375"/>
                <a:gd name="T70" fmla="*/ 1270695 w 1450975"/>
                <a:gd name="T71" fmla="*/ 397743 h 968375"/>
                <a:gd name="T72" fmla="*/ 1158494 w 1450975"/>
                <a:gd name="T73" fmla="*/ 295616 h 968375"/>
                <a:gd name="T74" fmla="*/ 1051502 w 1450975"/>
                <a:gd name="T75" fmla="*/ 250804 h 968375"/>
                <a:gd name="T76" fmla="*/ 972995 w 1450975"/>
                <a:gd name="T77" fmla="*/ 238994 h 968375"/>
                <a:gd name="T78" fmla="*/ 1074081 w 1450975"/>
                <a:gd name="T79" fmla="*/ 11116 h 968375"/>
                <a:gd name="T80" fmla="*/ 1258189 w 1450975"/>
                <a:gd name="T81" fmla="*/ 68085 h 968375"/>
                <a:gd name="T82" fmla="*/ 1426666 w 1450975"/>
                <a:gd name="T83" fmla="*/ 160487 h 968375"/>
                <a:gd name="T84" fmla="*/ 1576037 w 1450975"/>
                <a:gd name="T85" fmla="*/ 273036 h 968375"/>
                <a:gd name="T86" fmla="*/ 1742429 w 1450975"/>
                <a:gd name="T87" fmla="*/ 434218 h 968375"/>
                <a:gd name="T88" fmla="*/ 1885548 w 1450975"/>
                <a:gd name="T89" fmla="*/ 607906 h 968375"/>
                <a:gd name="T90" fmla="*/ 1829967 w 1450975"/>
                <a:gd name="T91" fmla="*/ 734349 h 968375"/>
                <a:gd name="T92" fmla="*/ 1642039 w 1450975"/>
                <a:gd name="T93" fmla="*/ 937911 h 968375"/>
                <a:gd name="T94" fmla="*/ 1503782 w 1450975"/>
                <a:gd name="T95" fmla="*/ 1054976 h 968375"/>
                <a:gd name="T96" fmla="*/ 1344685 w 1450975"/>
                <a:gd name="T97" fmla="*/ 1159536 h 968375"/>
                <a:gd name="T98" fmla="*/ 1167525 w 1450975"/>
                <a:gd name="T99" fmla="*/ 1235958 h 968375"/>
                <a:gd name="T100" fmla="*/ 977164 w 1450975"/>
                <a:gd name="T101" fmla="*/ 1269652 h 968375"/>
                <a:gd name="T102" fmla="*/ 783676 w 1450975"/>
                <a:gd name="T103" fmla="*/ 1248810 h 968375"/>
                <a:gd name="T104" fmla="*/ 603389 w 1450975"/>
                <a:gd name="T105" fmla="*/ 1182114 h 968375"/>
                <a:gd name="T106" fmla="*/ 439081 w 1450975"/>
                <a:gd name="T107" fmla="*/ 1083113 h 968375"/>
                <a:gd name="T108" fmla="*/ 295616 w 1450975"/>
                <a:gd name="T109" fmla="*/ 967437 h 968375"/>
                <a:gd name="T110" fmla="*/ 114981 w 1450975"/>
                <a:gd name="T111" fmla="*/ 782635 h 968375"/>
                <a:gd name="T112" fmla="*/ 0 w 1450975"/>
                <a:gd name="T113" fmla="*/ 635001 h 968375"/>
                <a:gd name="T114" fmla="*/ 114981 w 1450975"/>
                <a:gd name="T115" fmla="*/ 487714 h 968375"/>
                <a:gd name="T116" fmla="*/ 295616 w 1450975"/>
                <a:gd name="T117" fmla="*/ 302563 h 968375"/>
                <a:gd name="T118" fmla="*/ 439081 w 1450975"/>
                <a:gd name="T119" fmla="*/ 187235 h 968375"/>
                <a:gd name="T120" fmla="*/ 603389 w 1450975"/>
                <a:gd name="T121" fmla="*/ 88233 h 968375"/>
                <a:gd name="T122" fmla="*/ 783676 w 1450975"/>
                <a:gd name="T123" fmla="*/ 21190 h 96837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450975" h="968375">
                  <a:moveTo>
                    <a:pt x="725752" y="363537"/>
                  </a:moveTo>
                  <a:lnTo>
                    <a:pt x="731824" y="363801"/>
                  </a:lnTo>
                  <a:lnTo>
                    <a:pt x="737896" y="364065"/>
                  </a:lnTo>
                  <a:lnTo>
                    <a:pt x="743969" y="365121"/>
                  </a:lnTo>
                  <a:lnTo>
                    <a:pt x="749777" y="365913"/>
                  </a:lnTo>
                  <a:lnTo>
                    <a:pt x="755849" y="367497"/>
                  </a:lnTo>
                  <a:lnTo>
                    <a:pt x="761129" y="369081"/>
                  </a:lnTo>
                  <a:lnTo>
                    <a:pt x="766937" y="370929"/>
                  </a:lnTo>
                  <a:lnTo>
                    <a:pt x="772481" y="373041"/>
                  </a:lnTo>
                  <a:lnTo>
                    <a:pt x="777761" y="375417"/>
                  </a:lnTo>
                  <a:lnTo>
                    <a:pt x="783041" y="378057"/>
                  </a:lnTo>
                  <a:lnTo>
                    <a:pt x="788057" y="381225"/>
                  </a:lnTo>
                  <a:lnTo>
                    <a:pt x="792809" y="384129"/>
                  </a:lnTo>
                  <a:lnTo>
                    <a:pt x="797825" y="387562"/>
                  </a:lnTo>
                  <a:lnTo>
                    <a:pt x="802314" y="391258"/>
                  </a:lnTo>
                  <a:lnTo>
                    <a:pt x="806538" y="394954"/>
                  </a:lnTo>
                  <a:lnTo>
                    <a:pt x="810762" y="398914"/>
                  </a:lnTo>
                  <a:lnTo>
                    <a:pt x="814722" y="403138"/>
                  </a:lnTo>
                  <a:lnTo>
                    <a:pt x="818682" y="407626"/>
                  </a:lnTo>
                  <a:lnTo>
                    <a:pt x="822114" y="412114"/>
                  </a:lnTo>
                  <a:lnTo>
                    <a:pt x="825546" y="416866"/>
                  </a:lnTo>
                  <a:lnTo>
                    <a:pt x="828714" y="421618"/>
                  </a:lnTo>
                  <a:lnTo>
                    <a:pt x="831618" y="426898"/>
                  </a:lnTo>
                  <a:lnTo>
                    <a:pt x="834258" y="431914"/>
                  </a:lnTo>
                  <a:lnTo>
                    <a:pt x="836634" y="437458"/>
                  </a:lnTo>
                  <a:lnTo>
                    <a:pt x="838746" y="443002"/>
                  </a:lnTo>
                  <a:lnTo>
                    <a:pt x="840594" y="448547"/>
                  </a:lnTo>
                  <a:lnTo>
                    <a:pt x="842442" y="454091"/>
                  </a:lnTo>
                  <a:lnTo>
                    <a:pt x="843762" y="459899"/>
                  </a:lnTo>
                  <a:lnTo>
                    <a:pt x="844818" y="465707"/>
                  </a:lnTo>
                  <a:lnTo>
                    <a:pt x="845610" y="471779"/>
                  </a:lnTo>
                  <a:lnTo>
                    <a:pt x="846138" y="477851"/>
                  </a:lnTo>
                  <a:lnTo>
                    <a:pt x="846138" y="484187"/>
                  </a:lnTo>
                  <a:lnTo>
                    <a:pt x="846138" y="490523"/>
                  </a:lnTo>
                  <a:lnTo>
                    <a:pt x="845610" y="496595"/>
                  </a:lnTo>
                  <a:lnTo>
                    <a:pt x="844818" y="502667"/>
                  </a:lnTo>
                  <a:lnTo>
                    <a:pt x="843762" y="508740"/>
                  </a:lnTo>
                  <a:lnTo>
                    <a:pt x="842442" y="514548"/>
                  </a:lnTo>
                  <a:lnTo>
                    <a:pt x="840594" y="520092"/>
                  </a:lnTo>
                  <a:lnTo>
                    <a:pt x="838746" y="525636"/>
                  </a:lnTo>
                  <a:lnTo>
                    <a:pt x="836634" y="531180"/>
                  </a:lnTo>
                  <a:lnTo>
                    <a:pt x="834258" y="536724"/>
                  </a:lnTo>
                  <a:lnTo>
                    <a:pt x="831618" y="541740"/>
                  </a:lnTo>
                  <a:lnTo>
                    <a:pt x="828714" y="546756"/>
                  </a:lnTo>
                  <a:lnTo>
                    <a:pt x="825546" y="551772"/>
                  </a:lnTo>
                  <a:lnTo>
                    <a:pt x="822114" y="556524"/>
                  </a:lnTo>
                  <a:lnTo>
                    <a:pt x="818682" y="561012"/>
                  </a:lnTo>
                  <a:lnTo>
                    <a:pt x="814722" y="565236"/>
                  </a:lnTo>
                  <a:lnTo>
                    <a:pt x="810762" y="569461"/>
                  </a:lnTo>
                  <a:lnTo>
                    <a:pt x="806538" y="573421"/>
                  </a:lnTo>
                  <a:lnTo>
                    <a:pt x="802314" y="577381"/>
                  </a:lnTo>
                  <a:lnTo>
                    <a:pt x="797825" y="581077"/>
                  </a:lnTo>
                  <a:lnTo>
                    <a:pt x="792809" y="584509"/>
                  </a:lnTo>
                  <a:lnTo>
                    <a:pt x="788057" y="587413"/>
                  </a:lnTo>
                  <a:lnTo>
                    <a:pt x="783041" y="590581"/>
                  </a:lnTo>
                  <a:lnTo>
                    <a:pt x="777761" y="592957"/>
                  </a:lnTo>
                  <a:lnTo>
                    <a:pt x="772481" y="595333"/>
                  </a:lnTo>
                  <a:lnTo>
                    <a:pt x="766937" y="597445"/>
                  </a:lnTo>
                  <a:lnTo>
                    <a:pt x="761129" y="599557"/>
                  </a:lnTo>
                  <a:lnTo>
                    <a:pt x="755849" y="601141"/>
                  </a:lnTo>
                  <a:lnTo>
                    <a:pt x="749777" y="602461"/>
                  </a:lnTo>
                  <a:lnTo>
                    <a:pt x="743969" y="603517"/>
                  </a:lnTo>
                  <a:lnTo>
                    <a:pt x="737896" y="604045"/>
                  </a:lnTo>
                  <a:lnTo>
                    <a:pt x="731824" y="604837"/>
                  </a:lnTo>
                  <a:lnTo>
                    <a:pt x="725752" y="604837"/>
                  </a:lnTo>
                  <a:lnTo>
                    <a:pt x="719152" y="604837"/>
                  </a:lnTo>
                  <a:lnTo>
                    <a:pt x="713080" y="604045"/>
                  </a:lnTo>
                  <a:lnTo>
                    <a:pt x="707008" y="603517"/>
                  </a:lnTo>
                  <a:lnTo>
                    <a:pt x="701200" y="602461"/>
                  </a:lnTo>
                  <a:lnTo>
                    <a:pt x="695128" y="601141"/>
                  </a:lnTo>
                  <a:lnTo>
                    <a:pt x="689848" y="599557"/>
                  </a:lnTo>
                  <a:lnTo>
                    <a:pt x="684040" y="597445"/>
                  </a:lnTo>
                  <a:lnTo>
                    <a:pt x="678495" y="595333"/>
                  </a:lnTo>
                  <a:lnTo>
                    <a:pt x="673215" y="592957"/>
                  </a:lnTo>
                  <a:lnTo>
                    <a:pt x="668199" y="590581"/>
                  </a:lnTo>
                  <a:lnTo>
                    <a:pt x="662919" y="587413"/>
                  </a:lnTo>
                  <a:lnTo>
                    <a:pt x="658167" y="584509"/>
                  </a:lnTo>
                  <a:lnTo>
                    <a:pt x="653151" y="581077"/>
                  </a:lnTo>
                  <a:lnTo>
                    <a:pt x="648663" y="577381"/>
                  </a:lnTo>
                  <a:lnTo>
                    <a:pt x="644439" y="573421"/>
                  </a:lnTo>
                  <a:lnTo>
                    <a:pt x="640215" y="569461"/>
                  </a:lnTo>
                  <a:lnTo>
                    <a:pt x="636255" y="565236"/>
                  </a:lnTo>
                  <a:lnTo>
                    <a:pt x="632559" y="561012"/>
                  </a:lnTo>
                  <a:lnTo>
                    <a:pt x="628863" y="556524"/>
                  </a:lnTo>
                  <a:lnTo>
                    <a:pt x="625694" y="551772"/>
                  </a:lnTo>
                  <a:lnTo>
                    <a:pt x="622262" y="546756"/>
                  </a:lnTo>
                  <a:lnTo>
                    <a:pt x="619622" y="541740"/>
                  </a:lnTo>
                  <a:lnTo>
                    <a:pt x="616718" y="536724"/>
                  </a:lnTo>
                  <a:lnTo>
                    <a:pt x="614342" y="531180"/>
                  </a:lnTo>
                  <a:lnTo>
                    <a:pt x="612230" y="525636"/>
                  </a:lnTo>
                  <a:lnTo>
                    <a:pt x="610382" y="520092"/>
                  </a:lnTo>
                  <a:lnTo>
                    <a:pt x="608534" y="514548"/>
                  </a:lnTo>
                  <a:lnTo>
                    <a:pt x="607214" y="508740"/>
                  </a:lnTo>
                  <a:lnTo>
                    <a:pt x="606422" y="502667"/>
                  </a:lnTo>
                  <a:lnTo>
                    <a:pt x="605630" y="496595"/>
                  </a:lnTo>
                  <a:lnTo>
                    <a:pt x="604838" y="490523"/>
                  </a:lnTo>
                  <a:lnTo>
                    <a:pt x="604838" y="484187"/>
                  </a:lnTo>
                  <a:lnTo>
                    <a:pt x="604838" y="477851"/>
                  </a:lnTo>
                  <a:lnTo>
                    <a:pt x="605630" y="471779"/>
                  </a:lnTo>
                  <a:lnTo>
                    <a:pt x="606422" y="465707"/>
                  </a:lnTo>
                  <a:lnTo>
                    <a:pt x="607214" y="459899"/>
                  </a:lnTo>
                  <a:lnTo>
                    <a:pt x="608534" y="454091"/>
                  </a:lnTo>
                  <a:lnTo>
                    <a:pt x="610382" y="448547"/>
                  </a:lnTo>
                  <a:lnTo>
                    <a:pt x="612230" y="443002"/>
                  </a:lnTo>
                  <a:lnTo>
                    <a:pt x="614342" y="437458"/>
                  </a:lnTo>
                  <a:lnTo>
                    <a:pt x="616718" y="431914"/>
                  </a:lnTo>
                  <a:lnTo>
                    <a:pt x="619622" y="426898"/>
                  </a:lnTo>
                  <a:lnTo>
                    <a:pt x="622262" y="421618"/>
                  </a:lnTo>
                  <a:lnTo>
                    <a:pt x="625694" y="416866"/>
                  </a:lnTo>
                  <a:lnTo>
                    <a:pt x="628863" y="412114"/>
                  </a:lnTo>
                  <a:lnTo>
                    <a:pt x="632559" y="407626"/>
                  </a:lnTo>
                  <a:lnTo>
                    <a:pt x="636255" y="403138"/>
                  </a:lnTo>
                  <a:lnTo>
                    <a:pt x="640215" y="398914"/>
                  </a:lnTo>
                  <a:lnTo>
                    <a:pt x="644439" y="394954"/>
                  </a:lnTo>
                  <a:lnTo>
                    <a:pt x="648663" y="391258"/>
                  </a:lnTo>
                  <a:lnTo>
                    <a:pt x="653151" y="387562"/>
                  </a:lnTo>
                  <a:lnTo>
                    <a:pt x="658167" y="384129"/>
                  </a:lnTo>
                  <a:lnTo>
                    <a:pt x="662919" y="381225"/>
                  </a:lnTo>
                  <a:lnTo>
                    <a:pt x="668199" y="378057"/>
                  </a:lnTo>
                  <a:lnTo>
                    <a:pt x="673215" y="375417"/>
                  </a:lnTo>
                  <a:lnTo>
                    <a:pt x="678495" y="373041"/>
                  </a:lnTo>
                  <a:lnTo>
                    <a:pt x="684040" y="370929"/>
                  </a:lnTo>
                  <a:lnTo>
                    <a:pt x="689848" y="369081"/>
                  </a:lnTo>
                  <a:lnTo>
                    <a:pt x="695128" y="367497"/>
                  </a:lnTo>
                  <a:lnTo>
                    <a:pt x="701200" y="365913"/>
                  </a:lnTo>
                  <a:lnTo>
                    <a:pt x="707008" y="365121"/>
                  </a:lnTo>
                  <a:lnTo>
                    <a:pt x="713080" y="364065"/>
                  </a:lnTo>
                  <a:lnTo>
                    <a:pt x="719152" y="363801"/>
                  </a:lnTo>
                  <a:lnTo>
                    <a:pt x="725752" y="363537"/>
                  </a:lnTo>
                  <a:close/>
                  <a:moveTo>
                    <a:pt x="725752" y="181438"/>
                  </a:moveTo>
                  <a:lnTo>
                    <a:pt x="717815" y="181968"/>
                  </a:lnTo>
                  <a:lnTo>
                    <a:pt x="710142" y="182233"/>
                  </a:lnTo>
                  <a:lnTo>
                    <a:pt x="702204" y="182497"/>
                  </a:lnTo>
                  <a:lnTo>
                    <a:pt x="694531" y="183292"/>
                  </a:lnTo>
                  <a:lnTo>
                    <a:pt x="686859" y="184087"/>
                  </a:lnTo>
                  <a:lnTo>
                    <a:pt x="679715" y="185146"/>
                  </a:lnTo>
                  <a:lnTo>
                    <a:pt x="672042" y="186471"/>
                  </a:lnTo>
                  <a:lnTo>
                    <a:pt x="664634" y="188060"/>
                  </a:lnTo>
                  <a:lnTo>
                    <a:pt x="657490" y="189384"/>
                  </a:lnTo>
                  <a:lnTo>
                    <a:pt x="650081" y="191238"/>
                  </a:lnTo>
                  <a:lnTo>
                    <a:pt x="642673" y="193092"/>
                  </a:lnTo>
                  <a:lnTo>
                    <a:pt x="635794" y="195211"/>
                  </a:lnTo>
                  <a:lnTo>
                    <a:pt x="628650" y="197595"/>
                  </a:lnTo>
                  <a:lnTo>
                    <a:pt x="621771" y="200244"/>
                  </a:lnTo>
                  <a:lnTo>
                    <a:pt x="608013" y="205276"/>
                  </a:lnTo>
                  <a:lnTo>
                    <a:pt x="594519" y="211369"/>
                  </a:lnTo>
                  <a:lnTo>
                    <a:pt x="581554" y="218255"/>
                  </a:lnTo>
                  <a:lnTo>
                    <a:pt x="568590" y="225407"/>
                  </a:lnTo>
                  <a:lnTo>
                    <a:pt x="556419" y="233353"/>
                  </a:lnTo>
                  <a:lnTo>
                    <a:pt x="544513" y="241564"/>
                  </a:lnTo>
                  <a:lnTo>
                    <a:pt x="533400" y="250835"/>
                  </a:lnTo>
                  <a:lnTo>
                    <a:pt x="522288" y="260370"/>
                  </a:lnTo>
                  <a:lnTo>
                    <a:pt x="511704" y="270435"/>
                  </a:lnTo>
                  <a:lnTo>
                    <a:pt x="501915" y="280765"/>
                  </a:lnTo>
                  <a:lnTo>
                    <a:pt x="492390" y="291625"/>
                  </a:lnTo>
                  <a:lnTo>
                    <a:pt x="483394" y="303279"/>
                  </a:lnTo>
                  <a:lnTo>
                    <a:pt x="474663" y="315199"/>
                  </a:lnTo>
                  <a:lnTo>
                    <a:pt x="467254" y="327383"/>
                  </a:lnTo>
                  <a:lnTo>
                    <a:pt x="459846" y="339832"/>
                  </a:lnTo>
                  <a:lnTo>
                    <a:pt x="453231" y="353076"/>
                  </a:lnTo>
                  <a:lnTo>
                    <a:pt x="447146" y="366584"/>
                  </a:lnTo>
                  <a:lnTo>
                    <a:pt x="441590" y="380357"/>
                  </a:lnTo>
                  <a:lnTo>
                    <a:pt x="439208" y="387244"/>
                  </a:lnTo>
                  <a:lnTo>
                    <a:pt x="437092" y="394396"/>
                  </a:lnTo>
                  <a:lnTo>
                    <a:pt x="434711" y="401282"/>
                  </a:lnTo>
                  <a:lnTo>
                    <a:pt x="432594" y="408699"/>
                  </a:lnTo>
                  <a:lnTo>
                    <a:pt x="430742" y="415850"/>
                  </a:lnTo>
                  <a:lnTo>
                    <a:pt x="429419" y="423267"/>
                  </a:lnTo>
                  <a:lnTo>
                    <a:pt x="428096" y="430683"/>
                  </a:lnTo>
                  <a:lnTo>
                    <a:pt x="426508" y="438100"/>
                  </a:lnTo>
                  <a:lnTo>
                    <a:pt x="425715" y="445781"/>
                  </a:lnTo>
                  <a:lnTo>
                    <a:pt x="424656" y="453198"/>
                  </a:lnTo>
                  <a:lnTo>
                    <a:pt x="424127" y="461144"/>
                  </a:lnTo>
                  <a:lnTo>
                    <a:pt x="423598" y="468825"/>
                  </a:lnTo>
                  <a:lnTo>
                    <a:pt x="423333" y="476506"/>
                  </a:lnTo>
                  <a:lnTo>
                    <a:pt x="423333" y="484188"/>
                  </a:lnTo>
                  <a:lnTo>
                    <a:pt x="423333" y="491869"/>
                  </a:lnTo>
                  <a:lnTo>
                    <a:pt x="423598" y="499815"/>
                  </a:lnTo>
                  <a:lnTo>
                    <a:pt x="424127" y="507496"/>
                  </a:lnTo>
                  <a:lnTo>
                    <a:pt x="424656" y="515178"/>
                  </a:lnTo>
                  <a:lnTo>
                    <a:pt x="425715" y="522859"/>
                  </a:lnTo>
                  <a:lnTo>
                    <a:pt x="426508" y="530276"/>
                  </a:lnTo>
                  <a:lnTo>
                    <a:pt x="428096" y="537692"/>
                  </a:lnTo>
                  <a:lnTo>
                    <a:pt x="429419" y="545373"/>
                  </a:lnTo>
                  <a:lnTo>
                    <a:pt x="430742" y="552790"/>
                  </a:lnTo>
                  <a:lnTo>
                    <a:pt x="432594" y="559941"/>
                  </a:lnTo>
                  <a:lnTo>
                    <a:pt x="434711" y="567093"/>
                  </a:lnTo>
                  <a:lnTo>
                    <a:pt x="437092" y="574244"/>
                  </a:lnTo>
                  <a:lnTo>
                    <a:pt x="439208" y="581396"/>
                  </a:lnTo>
                  <a:lnTo>
                    <a:pt x="441590" y="588283"/>
                  </a:lnTo>
                  <a:lnTo>
                    <a:pt x="447146" y="602056"/>
                  </a:lnTo>
                  <a:lnTo>
                    <a:pt x="453231" y="615565"/>
                  </a:lnTo>
                  <a:lnTo>
                    <a:pt x="459846" y="628278"/>
                  </a:lnTo>
                  <a:lnTo>
                    <a:pt x="467254" y="641257"/>
                  </a:lnTo>
                  <a:lnTo>
                    <a:pt x="474663" y="653441"/>
                  </a:lnTo>
                  <a:lnTo>
                    <a:pt x="483394" y="665361"/>
                  </a:lnTo>
                  <a:lnTo>
                    <a:pt x="492390" y="676485"/>
                  </a:lnTo>
                  <a:lnTo>
                    <a:pt x="501915" y="687610"/>
                  </a:lnTo>
                  <a:lnTo>
                    <a:pt x="511704" y="698205"/>
                  </a:lnTo>
                  <a:lnTo>
                    <a:pt x="522288" y="708270"/>
                  </a:lnTo>
                  <a:lnTo>
                    <a:pt x="533400" y="717805"/>
                  </a:lnTo>
                  <a:lnTo>
                    <a:pt x="544513" y="726546"/>
                  </a:lnTo>
                  <a:lnTo>
                    <a:pt x="556419" y="735287"/>
                  </a:lnTo>
                  <a:lnTo>
                    <a:pt x="568590" y="743233"/>
                  </a:lnTo>
                  <a:lnTo>
                    <a:pt x="581554" y="750385"/>
                  </a:lnTo>
                  <a:lnTo>
                    <a:pt x="594519" y="757272"/>
                  </a:lnTo>
                  <a:lnTo>
                    <a:pt x="608013" y="763099"/>
                  </a:lnTo>
                  <a:lnTo>
                    <a:pt x="621771" y="768396"/>
                  </a:lnTo>
                  <a:lnTo>
                    <a:pt x="628650" y="770780"/>
                  </a:lnTo>
                  <a:lnTo>
                    <a:pt x="635794" y="773429"/>
                  </a:lnTo>
                  <a:lnTo>
                    <a:pt x="642673" y="775548"/>
                  </a:lnTo>
                  <a:lnTo>
                    <a:pt x="650081" y="777402"/>
                  </a:lnTo>
                  <a:lnTo>
                    <a:pt x="657490" y="779256"/>
                  </a:lnTo>
                  <a:lnTo>
                    <a:pt x="664634" y="780580"/>
                  </a:lnTo>
                  <a:lnTo>
                    <a:pt x="672042" y="782170"/>
                  </a:lnTo>
                  <a:lnTo>
                    <a:pt x="679715" y="783494"/>
                  </a:lnTo>
                  <a:lnTo>
                    <a:pt x="686859" y="784289"/>
                  </a:lnTo>
                  <a:lnTo>
                    <a:pt x="694531" y="785348"/>
                  </a:lnTo>
                  <a:lnTo>
                    <a:pt x="702204" y="785878"/>
                  </a:lnTo>
                  <a:lnTo>
                    <a:pt x="710142" y="786408"/>
                  </a:lnTo>
                  <a:lnTo>
                    <a:pt x="717815" y="786672"/>
                  </a:lnTo>
                  <a:lnTo>
                    <a:pt x="725752" y="786672"/>
                  </a:lnTo>
                  <a:lnTo>
                    <a:pt x="733161" y="786672"/>
                  </a:lnTo>
                  <a:lnTo>
                    <a:pt x="741098" y="786408"/>
                  </a:lnTo>
                  <a:lnTo>
                    <a:pt x="748771" y="785878"/>
                  </a:lnTo>
                  <a:lnTo>
                    <a:pt x="756444" y="785348"/>
                  </a:lnTo>
                  <a:lnTo>
                    <a:pt x="764117" y="784289"/>
                  </a:lnTo>
                  <a:lnTo>
                    <a:pt x="771790" y="783494"/>
                  </a:lnTo>
                  <a:lnTo>
                    <a:pt x="778934" y="782170"/>
                  </a:lnTo>
                  <a:lnTo>
                    <a:pt x="786342" y="780580"/>
                  </a:lnTo>
                  <a:lnTo>
                    <a:pt x="793750" y="779256"/>
                  </a:lnTo>
                  <a:lnTo>
                    <a:pt x="800894" y="777402"/>
                  </a:lnTo>
                  <a:lnTo>
                    <a:pt x="808302" y="775548"/>
                  </a:lnTo>
                  <a:lnTo>
                    <a:pt x="815181" y="773429"/>
                  </a:lnTo>
                  <a:lnTo>
                    <a:pt x="822590" y="770780"/>
                  </a:lnTo>
                  <a:lnTo>
                    <a:pt x="829204" y="768396"/>
                  </a:lnTo>
                  <a:lnTo>
                    <a:pt x="842963" y="763099"/>
                  </a:lnTo>
                  <a:lnTo>
                    <a:pt x="856456" y="757272"/>
                  </a:lnTo>
                  <a:lnTo>
                    <a:pt x="869421" y="750385"/>
                  </a:lnTo>
                  <a:lnTo>
                    <a:pt x="882386" y="743233"/>
                  </a:lnTo>
                  <a:lnTo>
                    <a:pt x="894556" y="735287"/>
                  </a:lnTo>
                  <a:lnTo>
                    <a:pt x="906463" y="726546"/>
                  </a:lnTo>
                  <a:lnTo>
                    <a:pt x="917840" y="717805"/>
                  </a:lnTo>
                  <a:lnTo>
                    <a:pt x="928688" y="708270"/>
                  </a:lnTo>
                  <a:lnTo>
                    <a:pt x="939271" y="698205"/>
                  </a:lnTo>
                  <a:lnTo>
                    <a:pt x="949061" y="687610"/>
                  </a:lnTo>
                  <a:lnTo>
                    <a:pt x="958850" y="676485"/>
                  </a:lnTo>
                  <a:lnTo>
                    <a:pt x="967846" y="665361"/>
                  </a:lnTo>
                  <a:lnTo>
                    <a:pt x="976313" y="653441"/>
                  </a:lnTo>
                  <a:lnTo>
                    <a:pt x="984250" y="641257"/>
                  </a:lnTo>
                  <a:lnTo>
                    <a:pt x="991129" y="628278"/>
                  </a:lnTo>
                  <a:lnTo>
                    <a:pt x="998009" y="615565"/>
                  </a:lnTo>
                  <a:lnTo>
                    <a:pt x="1004094" y="602056"/>
                  </a:lnTo>
                  <a:lnTo>
                    <a:pt x="1009386" y="588283"/>
                  </a:lnTo>
                  <a:lnTo>
                    <a:pt x="1012031" y="581396"/>
                  </a:lnTo>
                  <a:lnTo>
                    <a:pt x="1014148" y="574244"/>
                  </a:lnTo>
                  <a:lnTo>
                    <a:pt x="1016265" y="567093"/>
                  </a:lnTo>
                  <a:lnTo>
                    <a:pt x="1018381" y="559941"/>
                  </a:lnTo>
                  <a:lnTo>
                    <a:pt x="1020234" y="552790"/>
                  </a:lnTo>
                  <a:lnTo>
                    <a:pt x="1021556" y="545373"/>
                  </a:lnTo>
                  <a:lnTo>
                    <a:pt x="1023144" y="537692"/>
                  </a:lnTo>
                  <a:lnTo>
                    <a:pt x="1024467" y="530276"/>
                  </a:lnTo>
                  <a:lnTo>
                    <a:pt x="1025261" y="522859"/>
                  </a:lnTo>
                  <a:lnTo>
                    <a:pt x="1026319" y="515178"/>
                  </a:lnTo>
                  <a:lnTo>
                    <a:pt x="1026848" y="507496"/>
                  </a:lnTo>
                  <a:lnTo>
                    <a:pt x="1027377" y="499815"/>
                  </a:lnTo>
                  <a:lnTo>
                    <a:pt x="1027642" y="491869"/>
                  </a:lnTo>
                  <a:lnTo>
                    <a:pt x="1027642" y="484188"/>
                  </a:lnTo>
                  <a:lnTo>
                    <a:pt x="1027642" y="476506"/>
                  </a:lnTo>
                  <a:lnTo>
                    <a:pt x="1027377" y="468825"/>
                  </a:lnTo>
                  <a:lnTo>
                    <a:pt x="1026848" y="461144"/>
                  </a:lnTo>
                  <a:lnTo>
                    <a:pt x="1026319" y="453198"/>
                  </a:lnTo>
                  <a:lnTo>
                    <a:pt x="1025261" y="445781"/>
                  </a:lnTo>
                  <a:lnTo>
                    <a:pt x="1024467" y="438100"/>
                  </a:lnTo>
                  <a:lnTo>
                    <a:pt x="1023144" y="430683"/>
                  </a:lnTo>
                  <a:lnTo>
                    <a:pt x="1021556" y="423267"/>
                  </a:lnTo>
                  <a:lnTo>
                    <a:pt x="1020234" y="415850"/>
                  </a:lnTo>
                  <a:lnTo>
                    <a:pt x="1018381" y="408699"/>
                  </a:lnTo>
                  <a:lnTo>
                    <a:pt x="1016265" y="401282"/>
                  </a:lnTo>
                  <a:lnTo>
                    <a:pt x="1014148" y="394396"/>
                  </a:lnTo>
                  <a:lnTo>
                    <a:pt x="1012031" y="387244"/>
                  </a:lnTo>
                  <a:lnTo>
                    <a:pt x="1009386" y="380357"/>
                  </a:lnTo>
                  <a:lnTo>
                    <a:pt x="1004094" y="366584"/>
                  </a:lnTo>
                  <a:lnTo>
                    <a:pt x="998009" y="353076"/>
                  </a:lnTo>
                  <a:lnTo>
                    <a:pt x="991129" y="339832"/>
                  </a:lnTo>
                  <a:lnTo>
                    <a:pt x="984250" y="327383"/>
                  </a:lnTo>
                  <a:lnTo>
                    <a:pt x="976313" y="315199"/>
                  </a:lnTo>
                  <a:lnTo>
                    <a:pt x="967846" y="303279"/>
                  </a:lnTo>
                  <a:lnTo>
                    <a:pt x="958850" y="291625"/>
                  </a:lnTo>
                  <a:lnTo>
                    <a:pt x="949061" y="280765"/>
                  </a:lnTo>
                  <a:lnTo>
                    <a:pt x="939271" y="270435"/>
                  </a:lnTo>
                  <a:lnTo>
                    <a:pt x="928688" y="260370"/>
                  </a:lnTo>
                  <a:lnTo>
                    <a:pt x="917840" y="250835"/>
                  </a:lnTo>
                  <a:lnTo>
                    <a:pt x="906463" y="241564"/>
                  </a:lnTo>
                  <a:lnTo>
                    <a:pt x="894556" y="233353"/>
                  </a:lnTo>
                  <a:lnTo>
                    <a:pt x="882386" y="225407"/>
                  </a:lnTo>
                  <a:lnTo>
                    <a:pt x="869421" y="218255"/>
                  </a:lnTo>
                  <a:lnTo>
                    <a:pt x="856456" y="211369"/>
                  </a:lnTo>
                  <a:lnTo>
                    <a:pt x="842963" y="205276"/>
                  </a:lnTo>
                  <a:lnTo>
                    <a:pt x="829204" y="200244"/>
                  </a:lnTo>
                  <a:lnTo>
                    <a:pt x="822590" y="197595"/>
                  </a:lnTo>
                  <a:lnTo>
                    <a:pt x="815181" y="195211"/>
                  </a:lnTo>
                  <a:lnTo>
                    <a:pt x="808302" y="193092"/>
                  </a:lnTo>
                  <a:lnTo>
                    <a:pt x="800894" y="191238"/>
                  </a:lnTo>
                  <a:lnTo>
                    <a:pt x="793750" y="189384"/>
                  </a:lnTo>
                  <a:lnTo>
                    <a:pt x="786342" y="188060"/>
                  </a:lnTo>
                  <a:lnTo>
                    <a:pt x="778934" y="186471"/>
                  </a:lnTo>
                  <a:lnTo>
                    <a:pt x="771790" y="185146"/>
                  </a:lnTo>
                  <a:lnTo>
                    <a:pt x="764117" y="184087"/>
                  </a:lnTo>
                  <a:lnTo>
                    <a:pt x="756444" y="183292"/>
                  </a:lnTo>
                  <a:lnTo>
                    <a:pt x="748771" y="182497"/>
                  </a:lnTo>
                  <a:lnTo>
                    <a:pt x="741098" y="182233"/>
                  </a:lnTo>
                  <a:lnTo>
                    <a:pt x="733161" y="181968"/>
                  </a:lnTo>
                  <a:lnTo>
                    <a:pt x="725752" y="181438"/>
                  </a:lnTo>
                  <a:close/>
                  <a:moveTo>
                    <a:pt x="725752" y="0"/>
                  </a:moveTo>
                  <a:lnTo>
                    <a:pt x="744273" y="530"/>
                  </a:lnTo>
                  <a:lnTo>
                    <a:pt x="762794" y="1589"/>
                  </a:lnTo>
                  <a:lnTo>
                    <a:pt x="781579" y="3179"/>
                  </a:lnTo>
                  <a:lnTo>
                    <a:pt x="799836" y="5562"/>
                  </a:lnTo>
                  <a:lnTo>
                    <a:pt x="818092" y="8476"/>
                  </a:lnTo>
                  <a:lnTo>
                    <a:pt x="836084" y="12184"/>
                  </a:lnTo>
                  <a:lnTo>
                    <a:pt x="854075" y="16157"/>
                  </a:lnTo>
                  <a:lnTo>
                    <a:pt x="871802" y="20925"/>
                  </a:lnTo>
                  <a:lnTo>
                    <a:pt x="889265" y="26222"/>
                  </a:lnTo>
                  <a:lnTo>
                    <a:pt x="906727" y="32050"/>
                  </a:lnTo>
                  <a:lnTo>
                    <a:pt x="924190" y="38142"/>
                  </a:lnTo>
                  <a:lnTo>
                    <a:pt x="941123" y="44764"/>
                  </a:lnTo>
                  <a:lnTo>
                    <a:pt x="958321" y="51915"/>
                  </a:lnTo>
                  <a:lnTo>
                    <a:pt x="974990" y="59332"/>
                  </a:lnTo>
                  <a:lnTo>
                    <a:pt x="991394" y="67278"/>
                  </a:lnTo>
                  <a:lnTo>
                    <a:pt x="1008063" y="75754"/>
                  </a:lnTo>
                  <a:lnTo>
                    <a:pt x="1024202" y="84494"/>
                  </a:lnTo>
                  <a:lnTo>
                    <a:pt x="1040077" y="93235"/>
                  </a:lnTo>
                  <a:lnTo>
                    <a:pt x="1055688" y="102771"/>
                  </a:lnTo>
                  <a:lnTo>
                    <a:pt x="1071298" y="112306"/>
                  </a:lnTo>
                  <a:lnTo>
                    <a:pt x="1086644" y="122371"/>
                  </a:lnTo>
                  <a:lnTo>
                    <a:pt x="1101461" y="132436"/>
                  </a:lnTo>
                  <a:lnTo>
                    <a:pt x="1116542" y="142767"/>
                  </a:lnTo>
                  <a:lnTo>
                    <a:pt x="1131094" y="153097"/>
                  </a:lnTo>
                  <a:lnTo>
                    <a:pt x="1145381" y="164221"/>
                  </a:lnTo>
                  <a:lnTo>
                    <a:pt x="1159404" y="174816"/>
                  </a:lnTo>
                  <a:lnTo>
                    <a:pt x="1173427" y="185941"/>
                  </a:lnTo>
                  <a:lnTo>
                    <a:pt x="1186921" y="197065"/>
                  </a:lnTo>
                  <a:lnTo>
                    <a:pt x="1200415" y="208190"/>
                  </a:lnTo>
                  <a:lnTo>
                    <a:pt x="1213115" y="219315"/>
                  </a:lnTo>
                  <a:lnTo>
                    <a:pt x="1225815" y="230704"/>
                  </a:lnTo>
                  <a:lnTo>
                    <a:pt x="1238515" y="242359"/>
                  </a:lnTo>
                  <a:lnTo>
                    <a:pt x="1250686" y="253483"/>
                  </a:lnTo>
                  <a:lnTo>
                    <a:pt x="1262592" y="264873"/>
                  </a:lnTo>
                  <a:lnTo>
                    <a:pt x="1285346" y="287387"/>
                  </a:lnTo>
                  <a:lnTo>
                    <a:pt x="1306777" y="309372"/>
                  </a:lnTo>
                  <a:lnTo>
                    <a:pt x="1327150" y="331091"/>
                  </a:lnTo>
                  <a:lnTo>
                    <a:pt x="1345936" y="351751"/>
                  </a:lnTo>
                  <a:lnTo>
                    <a:pt x="1363398" y="371882"/>
                  </a:lnTo>
                  <a:lnTo>
                    <a:pt x="1379273" y="390952"/>
                  </a:lnTo>
                  <a:lnTo>
                    <a:pt x="1393825" y="408699"/>
                  </a:lnTo>
                  <a:lnTo>
                    <a:pt x="1407054" y="424856"/>
                  </a:lnTo>
                  <a:lnTo>
                    <a:pt x="1418167" y="439424"/>
                  </a:lnTo>
                  <a:lnTo>
                    <a:pt x="1427956" y="452668"/>
                  </a:lnTo>
                  <a:lnTo>
                    <a:pt x="1436159" y="463528"/>
                  </a:lnTo>
                  <a:lnTo>
                    <a:pt x="1447271" y="478890"/>
                  </a:lnTo>
                  <a:lnTo>
                    <a:pt x="1450975" y="484188"/>
                  </a:lnTo>
                  <a:lnTo>
                    <a:pt x="1447271" y="489750"/>
                  </a:lnTo>
                  <a:lnTo>
                    <a:pt x="1436159" y="505113"/>
                  </a:lnTo>
                  <a:lnTo>
                    <a:pt x="1427956" y="515972"/>
                  </a:lnTo>
                  <a:lnTo>
                    <a:pt x="1418167" y="528951"/>
                  </a:lnTo>
                  <a:lnTo>
                    <a:pt x="1407054" y="543519"/>
                  </a:lnTo>
                  <a:lnTo>
                    <a:pt x="1393825" y="559941"/>
                  </a:lnTo>
                  <a:lnTo>
                    <a:pt x="1379273" y="577688"/>
                  </a:lnTo>
                  <a:lnTo>
                    <a:pt x="1363398" y="596759"/>
                  </a:lnTo>
                  <a:lnTo>
                    <a:pt x="1345936" y="616359"/>
                  </a:lnTo>
                  <a:lnTo>
                    <a:pt x="1327150" y="637549"/>
                  </a:lnTo>
                  <a:lnTo>
                    <a:pt x="1306777" y="659269"/>
                  </a:lnTo>
                  <a:lnTo>
                    <a:pt x="1285346" y="681253"/>
                  </a:lnTo>
                  <a:lnTo>
                    <a:pt x="1262592" y="703767"/>
                  </a:lnTo>
                  <a:lnTo>
                    <a:pt x="1250686" y="715157"/>
                  </a:lnTo>
                  <a:lnTo>
                    <a:pt x="1238515" y="726281"/>
                  </a:lnTo>
                  <a:lnTo>
                    <a:pt x="1225815" y="737671"/>
                  </a:lnTo>
                  <a:lnTo>
                    <a:pt x="1213115" y="749060"/>
                  </a:lnTo>
                  <a:lnTo>
                    <a:pt x="1200415" y="760185"/>
                  </a:lnTo>
                  <a:lnTo>
                    <a:pt x="1186921" y="771575"/>
                  </a:lnTo>
                  <a:lnTo>
                    <a:pt x="1173427" y="782434"/>
                  </a:lnTo>
                  <a:lnTo>
                    <a:pt x="1159404" y="793824"/>
                  </a:lnTo>
                  <a:lnTo>
                    <a:pt x="1145381" y="804419"/>
                  </a:lnTo>
                  <a:lnTo>
                    <a:pt x="1131094" y="815279"/>
                  </a:lnTo>
                  <a:lnTo>
                    <a:pt x="1116542" y="825874"/>
                  </a:lnTo>
                  <a:lnTo>
                    <a:pt x="1101461" y="836204"/>
                  </a:lnTo>
                  <a:lnTo>
                    <a:pt x="1086644" y="846269"/>
                  </a:lnTo>
                  <a:lnTo>
                    <a:pt x="1071298" y="856069"/>
                  </a:lnTo>
                  <a:lnTo>
                    <a:pt x="1055688" y="865869"/>
                  </a:lnTo>
                  <a:lnTo>
                    <a:pt x="1040077" y="874875"/>
                  </a:lnTo>
                  <a:lnTo>
                    <a:pt x="1024202" y="884146"/>
                  </a:lnTo>
                  <a:lnTo>
                    <a:pt x="1008063" y="892622"/>
                  </a:lnTo>
                  <a:lnTo>
                    <a:pt x="991394" y="901362"/>
                  </a:lnTo>
                  <a:lnTo>
                    <a:pt x="974990" y="909044"/>
                  </a:lnTo>
                  <a:lnTo>
                    <a:pt x="958321" y="916460"/>
                  </a:lnTo>
                  <a:lnTo>
                    <a:pt x="941123" y="923877"/>
                  </a:lnTo>
                  <a:lnTo>
                    <a:pt x="924190" y="930498"/>
                  </a:lnTo>
                  <a:lnTo>
                    <a:pt x="906727" y="936590"/>
                  </a:lnTo>
                  <a:lnTo>
                    <a:pt x="889265" y="942418"/>
                  </a:lnTo>
                  <a:lnTo>
                    <a:pt x="871802" y="947715"/>
                  </a:lnTo>
                  <a:lnTo>
                    <a:pt x="854075" y="952218"/>
                  </a:lnTo>
                  <a:lnTo>
                    <a:pt x="836084" y="956456"/>
                  </a:lnTo>
                  <a:lnTo>
                    <a:pt x="818092" y="960164"/>
                  </a:lnTo>
                  <a:lnTo>
                    <a:pt x="799836" y="962813"/>
                  </a:lnTo>
                  <a:lnTo>
                    <a:pt x="781579" y="965462"/>
                  </a:lnTo>
                  <a:lnTo>
                    <a:pt x="762794" y="967051"/>
                  </a:lnTo>
                  <a:lnTo>
                    <a:pt x="744273" y="968110"/>
                  </a:lnTo>
                  <a:lnTo>
                    <a:pt x="725752" y="968375"/>
                  </a:lnTo>
                  <a:lnTo>
                    <a:pt x="706702" y="968110"/>
                  </a:lnTo>
                  <a:lnTo>
                    <a:pt x="688181" y="967051"/>
                  </a:lnTo>
                  <a:lnTo>
                    <a:pt x="669661" y="965462"/>
                  </a:lnTo>
                  <a:lnTo>
                    <a:pt x="651404" y="962813"/>
                  </a:lnTo>
                  <a:lnTo>
                    <a:pt x="633413" y="960164"/>
                  </a:lnTo>
                  <a:lnTo>
                    <a:pt x="614892" y="956456"/>
                  </a:lnTo>
                  <a:lnTo>
                    <a:pt x="596900" y="952218"/>
                  </a:lnTo>
                  <a:lnTo>
                    <a:pt x="579438" y="947715"/>
                  </a:lnTo>
                  <a:lnTo>
                    <a:pt x="561711" y="942418"/>
                  </a:lnTo>
                  <a:lnTo>
                    <a:pt x="544248" y="936590"/>
                  </a:lnTo>
                  <a:lnTo>
                    <a:pt x="526786" y="930498"/>
                  </a:lnTo>
                  <a:lnTo>
                    <a:pt x="509852" y="923877"/>
                  </a:lnTo>
                  <a:lnTo>
                    <a:pt x="492654" y="916460"/>
                  </a:lnTo>
                  <a:lnTo>
                    <a:pt x="475986" y="909044"/>
                  </a:lnTo>
                  <a:lnTo>
                    <a:pt x="459581" y="901362"/>
                  </a:lnTo>
                  <a:lnTo>
                    <a:pt x="443177" y="892622"/>
                  </a:lnTo>
                  <a:lnTo>
                    <a:pt x="426773" y="884146"/>
                  </a:lnTo>
                  <a:lnTo>
                    <a:pt x="411163" y="874875"/>
                  </a:lnTo>
                  <a:lnTo>
                    <a:pt x="395288" y="865869"/>
                  </a:lnTo>
                  <a:lnTo>
                    <a:pt x="379677" y="856069"/>
                  </a:lnTo>
                  <a:lnTo>
                    <a:pt x="364331" y="846269"/>
                  </a:lnTo>
                  <a:lnTo>
                    <a:pt x="349515" y="836204"/>
                  </a:lnTo>
                  <a:lnTo>
                    <a:pt x="334433" y="825874"/>
                  </a:lnTo>
                  <a:lnTo>
                    <a:pt x="319881" y="815279"/>
                  </a:lnTo>
                  <a:lnTo>
                    <a:pt x="305594" y="804419"/>
                  </a:lnTo>
                  <a:lnTo>
                    <a:pt x="291571" y="793824"/>
                  </a:lnTo>
                  <a:lnTo>
                    <a:pt x="277548" y="782434"/>
                  </a:lnTo>
                  <a:lnTo>
                    <a:pt x="264054" y="771575"/>
                  </a:lnTo>
                  <a:lnTo>
                    <a:pt x="250825" y="760185"/>
                  </a:lnTo>
                  <a:lnTo>
                    <a:pt x="237861" y="749060"/>
                  </a:lnTo>
                  <a:lnTo>
                    <a:pt x="225161" y="737671"/>
                  </a:lnTo>
                  <a:lnTo>
                    <a:pt x="212461" y="726281"/>
                  </a:lnTo>
                  <a:lnTo>
                    <a:pt x="200290" y="715157"/>
                  </a:lnTo>
                  <a:lnTo>
                    <a:pt x="188383" y="703767"/>
                  </a:lnTo>
                  <a:lnTo>
                    <a:pt x="165629" y="681253"/>
                  </a:lnTo>
                  <a:lnTo>
                    <a:pt x="144198" y="659269"/>
                  </a:lnTo>
                  <a:lnTo>
                    <a:pt x="123825" y="637549"/>
                  </a:lnTo>
                  <a:lnTo>
                    <a:pt x="105040" y="616359"/>
                  </a:lnTo>
                  <a:lnTo>
                    <a:pt x="87577" y="596759"/>
                  </a:lnTo>
                  <a:lnTo>
                    <a:pt x="71702" y="577688"/>
                  </a:lnTo>
                  <a:lnTo>
                    <a:pt x="57150" y="559941"/>
                  </a:lnTo>
                  <a:lnTo>
                    <a:pt x="43921" y="543519"/>
                  </a:lnTo>
                  <a:lnTo>
                    <a:pt x="32808" y="528951"/>
                  </a:lnTo>
                  <a:lnTo>
                    <a:pt x="23019" y="515972"/>
                  </a:lnTo>
                  <a:lnTo>
                    <a:pt x="14817" y="505113"/>
                  </a:lnTo>
                  <a:lnTo>
                    <a:pt x="3704" y="489750"/>
                  </a:lnTo>
                  <a:lnTo>
                    <a:pt x="0" y="484188"/>
                  </a:lnTo>
                  <a:lnTo>
                    <a:pt x="3704" y="478890"/>
                  </a:lnTo>
                  <a:lnTo>
                    <a:pt x="14817" y="463528"/>
                  </a:lnTo>
                  <a:lnTo>
                    <a:pt x="23019" y="452668"/>
                  </a:lnTo>
                  <a:lnTo>
                    <a:pt x="32808" y="439424"/>
                  </a:lnTo>
                  <a:lnTo>
                    <a:pt x="43921" y="424856"/>
                  </a:lnTo>
                  <a:lnTo>
                    <a:pt x="57150" y="408699"/>
                  </a:lnTo>
                  <a:lnTo>
                    <a:pt x="71702" y="390952"/>
                  </a:lnTo>
                  <a:lnTo>
                    <a:pt x="87577" y="371882"/>
                  </a:lnTo>
                  <a:lnTo>
                    <a:pt x="105040" y="351751"/>
                  </a:lnTo>
                  <a:lnTo>
                    <a:pt x="123825" y="331091"/>
                  </a:lnTo>
                  <a:lnTo>
                    <a:pt x="144198" y="309372"/>
                  </a:lnTo>
                  <a:lnTo>
                    <a:pt x="165629" y="287387"/>
                  </a:lnTo>
                  <a:lnTo>
                    <a:pt x="188383" y="264873"/>
                  </a:lnTo>
                  <a:lnTo>
                    <a:pt x="200290" y="253483"/>
                  </a:lnTo>
                  <a:lnTo>
                    <a:pt x="212461" y="242359"/>
                  </a:lnTo>
                  <a:lnTo>
                    <a:pt x="225161" y="230704"/>
                  </a:lnTo>
                  <a:lnTo>
                    <a:pt x="237861" y="219315"/>
                  </a:lnTo>
                  <a:lnTo>
                    <a:pt x="250825" y="208190"/>
                  </a:lnTo>
                  <a:lnTo>
                    <a:pt x="264054" y="197065"/>
                  </a:lnTo>
                  <a:lnTo>
                    <a:pt x="277548" y="185941"/>
                  </a:lnTo>
                  <a:lnTo>
                    <a:pt x="291571" y="174816"/>
                  </a:lnTo>
                  <a:lnTo>
                    <a:pt x="305594" y="164221"/>
                  </a:lnTo>
                  <a:lnTo>
                    <a:pt x="319881" y="153097"/>
                  </a:lnTo>
                  <a:lnTo>
                    <a:pt x="334433" y="142767"/>
                  </a:lnTo>
                  <a:lnTo>
                    <a:pt x="349515" y="132436"/>
                  </a:lnTo>
                  <a:lnTo>
                    <a:pt x="364331" y="122371"/>
                  </a:lnTo>
                  <a:lnTo>
                    <a:pt x="379677" y="112306"/>
                  </a:lnTo>
                  <a:lnTo>
                    <a:pt x="395288" y="102771"/>
                  </a:lnTo>
                  <a:lnTo>
                    <a:pt x="411163" y="93235"/>
                  </a:lnTo>
                  <a:lnTo>
                    <a:pt x="426773" y="84494"/>
                  </a:lnTo>
                  <a:lnTo>
                    <a:pt x="443177" y="75754"/>
                  </a:lnTo>
                  <a:lnTo>
                    <a:pt x="459581" y="67278"/>
                  </a:lnTo>
                  <a:lnTo>
                    <a:pt x="475986" y="59332"/>
                  </a:lnTo>
                  <a:lnTo>
                    <a:pt x="492654" y="51915"/>
                  </a:lnTo>
                  <a:lnTo>
                    <a:pt x="509852" y="44764"/>
                  </a:lnTo>
                  <a:lnTo>
                    <a:pt x="526786" y="38142"/>
                  </a:lnTo>
                  <a:lnTo>
                    <a:pt x="544248" y="32050"/>
                  </a:lnTo>
                  <a:lnTo>
                    <a:pt x="561711" y="26222"/>
                  </a:lnTo>
                  <a:lnTo>
                    <a:pt x="579438" y="20925"/>
                  </a:lnTo>
                  <a:lnTo>
                    <a:pt x="596900" y="16157"/>
                  </a:lnTo>
                  <a:lnTo>
                    <a:pt x="614892" y="12184"/>
                  </a:lnTo>
                  <a:lnTo>
                    <a:pt x="633413" y="8476"/>
                  </a:lnTo>
                  <a:lnTo>
                    <a:pt x="651404" y="5562"/>
                  </a:lnTo>
                  <a:lnTo>
                    <a:pt x="669661" y="3179"/>
                  </a:lnTo>
                  <a:lnTo>
                    <a:pt x="688181" y="1589"/>
                  </a:lnTo>
                  <a:lnTo>
                    <a:pt x="706702" y="530"/>
                  </a:lnTo>
                  <a:lnTo>
                    <a:pt x="7257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947881" y="3529798"/>
            <a:ext cx="568800" cy="568800"/>
            <a:chOff x="949856" y="2830648"/>
            <a:chExt cx="591764" cy="591764"/>
          </a:xfrm>
        </p:grpSpPr>
        <p:sp>
          <p:nvSpPr>
            <p:cNvPr id="44" name="椭圆 43"/>
            <p:cNvSpPr/>
            <p:nvPr/>
          </p:nvSpPr>
          <p:spPr>
            <a:xfrm>
              <a:off x="949856" y="2830648"/>
              <a:ext cx="591764" cy="591764"/>
            </a:xfrm>
            <a:prstGeom prst="ellipse">
              <a:avLst/>
            </a:prstGeom>
            <a:solidFill>
              <a:srgbClr val="D85737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6" name="矩形-35"/>
            <p:cNvSpPr>
              <a:spLocks noChangeAspect="1" noEditPoints="1"/>
            </p:cNvSpPr>
            <p:nvPr/>
          </p:nvSpPr>
          <p:spPr bwMode="auto">
            <a:xfrm>
              <a:off x="1082950" y="2963743"/>
              <a:ext cx="325576" cy="325574"/>
            </a:xfrm>
            <a:custGeom>
              <a:avLst/>
              <a:gdLst>
                <a:gd name="T0" fmla="*/ 347 w 376"/>
                <a:gd name="T1" fmla="*/ 284 h 376"/>
                <a:gd name="T2" fmla="*/ 347 w 376"/>
                <a:gd name="T3" fmla="*/ 238 h 376"/>
                <a:gd name="T4" fmla="*/ 278 w 376"/>
                <a:gd name="T5" fmla="*/ 169 h 376"/>
                <a:gd name="T6" fmla="*/ 238 w 376"/>
                <a:gd name="T7" fmla="*/ 169 h 376"/>
                <a:gd name="T8" fmla="*/ 207 w 376"/>
                <a:gd name="T9" fmla="*/ 148 h 376"/>
                <a:gd name="T10" fmla="*/ 207 w 376"/>
                <a:gd name="T11" fmla="*/ 92 h 376"/>
                <a:gd name="T12" fmla="*/ 236 w 376"/>
                <a:gd name="T13" fmla="*/ 48 h 376"/>
                <a:gd name="T14" fmla="*/ 188 w 376"/>
                <a:gd name="T15" fmla="*/ 0 h 376"/>
                <a:gd name="T16" fmla="*/ 140 w 376"/>
                <a:gd name="T17" fmla="*/ 48 h 376"/>
                <a:gd name="T18" fmla="*/ 169 w 376"/>
                <a:gd name="T19" fmla="*/ 92 h 376"/>
                <a:gd name="T20" fmla="*/ 169 w 376"/>
                <a:gd name="T21" fmla="*/ 148 h 376"/>
                <a:gd name="T22" fmla="*/ 138 w 376"/>
                <a:gd name="T23" fmla="*/ 169 h 376"/>
                <a:gd name="T24" fmla="*/ 98 w 376"/>
                <a:gd name="T25" fmla="*/ 169 h 376"/>
                <a:gd name="T26" fmla="*/ 29 w 376"/>
                <a:gd name="T27" fmla="*/ 238 h 376"/>
                <a:gd name="T28" fmla="*/ 29 w 376"/>
                <a:gd name="T29" fmla="*/ 284 h 376"/>
                <a:gd name="T30" fmla="*/ 0 w 376"/>
                <a:gd name="T31" fmla="*/ 328 h 376"/>
                <a:gd name="T32" fmla="*/ 48 w 376"/>
                <a:gd name="T33" fmla="*/ 376 h 376"/>
                <a:gd name="T34" fmla="*/ 96 w 376"/>
                <a:gd name="T35" fmla="*/ 328 h 376"/>
                <a:gd name="T36" fmla="*/ 67 w 376"/>
                <a:gd name="T37" fmla="*/ 284 h 376"/>
                <a:gd name="T38" fmla="*/ 67 w 376"/>
                <a:gd name="T39" fmla="*/ 238 h 376"/>
                <a:gd name="T40" fmla="*/ 98 w 376"/>
                <a:gd name="T41" fmla="*/ 207 h 376"/>
                <a:gd name="T42" fmla="*/ 138 w 376"/>
                <a:gd name="T43" fmla="*/ 207 h 376"/>
                <a:gd name="T44" fmla="*/ 169 w 376"/>
                <a:gd name="T45" fmla="*/ 202 h 376"/>
                <a:gd name="T46" fmla="*/ 169 w 376"/>
                <a:gd name="T47" fmla="*/ 284 h 376"/>
                <a:gd name="T48" fmla="*/ 140 w 376"/>
                <a:gd name="T49" fmla="*/ 328 h 376"/>
                <a:gd name="T50" fmla="*/ 188 w 376"/>
                <a:gd name="T51" fmla="*/ 376 h 376"/>
                <a:gd name="T52" fmla="*/ 236 w 376"/>
                <a:gd name="T53" fmla="*/ 328 h 376"/>
                <a:gd name="T54" fmla="*/ 207 w 376"/>
                <a:gd name="T55" fmla="*/ 284 h 376"/>
                <a:gd name="T56" fmla="*/ 207 w 376"/>
                <a:gd name="T57" fmla="*/ 202 h 376"/>
                <a:gd name="T58" fmla="*/ 238 w 376"/>
                <a:gd name="T59" fmla="*/ 207 h 376"/>
                <a:gd name="T60" fmla="*/ 278 w 376"/>
                <a:gd name="T61" fmla="*/ 207 h 376"/>
                <a:gd name="T62" fmla="*/ 309 w 376"/>
                <a:gd name="T63" fmla="*/ 238 h 376"/>
                <a:gd name="T64" fmla="*/ 309 w 376"/>
                <a:gd name="T65" fmla="*/ 284 h 376"/>
                <a:gd name="T66" fmla="*/ 280 w 376"/>
                <a:gd name="T67" fmla="*/ 328 h 376"/>
                <a:gd name="T68" fmla="*/ 328 w 376"/>
                <a:gd name="T69" fmla="*/ 376 h 376"/>
                <a:gd name="T70" fmla="*/ 376 w 376"/>
                <a:gd name="T71" fmla="*/ 328 h 376"/>
                <a:gd name="T72" fmla="*/ 347 w 376"/>
                <a:gd name="T73" fmla="*/ 284 h 376"/>
                <a:gd name="T74" fmla="*/ 75 w 376"/>
                <a:gd name="T75" fmla="*/ 328 h 376"/>
                <a:gd name="T76" fmla="*/ 48 w 376"/>
                <a:gd name="T77" fmla="*/ 356 h 376"/>
                <a:gd name="T78" fmla="*/ 20 w 376"/>
                <a:gd name="T79" fmla="*/ 328 h 376"/>
                <a:gd name="T80" fmla="*/ 48 w 376"/>
                <a:gd name="T81" fmla="*/ 300 h 376"/>
                <a:gd name="T82" fmla="*/ 75 w 376"/>
                <a:gd name="T83" fmla="*/ 328 h 376"/>
                <a:gd name="T84" fmla="*/ 160 w 376"/>
                <a:gd name="T85" fmla="*/ 48 h 376"/>
                <a:gd name="T86" fmla="*/ 188 w 376"/>
                <a:gd name="T87" fmla="*/ 20 h 376"/>
                <a:gd name="T88" fmla="*/ 215 w 376"/>
                <a:gd name="T89" fmla="*/ 48 h 376"/>
                <a:gd name="T90" fmla="*/ 188 w 376"/>
                <a:gd name="T91" fmla="*/ 76 h 376"/>
                <a:gd name="T92" fmla="*/ 160 w 376"/>
                <a:gd name="T93" fmla="*/ 48 h 376"/>
                <a:gd name="T94" fmla="*/ 215 w 376"/>
                <a:gd name="T95" fmla="*/ 328 h 376"/>
                <a:gd name="T96" fmla="*/ 188 w 376"/>
                <a:gd name="T97" fmla="*/ 356 h 376"/>
                <a:gd name="T98" fmla="*/ 160 w 376"/>
                <a:gd name="T99" fmla="*/ 328 h 376"/>
                <a:gd name="T100" fmla="*/ 188 w 376"/>
                <a:gd name="T101" fmla="*/ 300 h 376"/>
                <a:gd name="T102" fmla="*/ 215 w 376"/>
                <a:gd name="T103" fmla="*/ 328 h 376"/>
                <a:gd name="T104" fmla="*/ 328 w 376"/>
                <a:gd name="T105" fmla="*/ 356 h 376"/>
                <a:gd name="T106" fmla="*/ 300 w 376"/>
                <a:gd name="T107" fmla="*/ 328 h 376"/>
                <a:gd name="T108" fmla="*/ 328 w 376"/>
                <a:gd name="T109" fmla="*/ 300 h 376"/>
                <a:gd name="T110" fmla="*/ 355 w 376"/>
                <a:gd name="T111" fmla="*/ 328 h 376"/>
                <a:gd name="T112" fmla="*/ 328 w 376"/>
                <a:gd name="T113" fmla="*/ 35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76">
                  <a:moveTo>
                    <a:pt x="347" y="284"/>
                  </a:moveTo>
                  <a:cubicBezTo>
                    <a:pt x="347" y="238"/>
                    <a:pt x="347" y="238"/>
                    <a:pt x="347" y="238"/>
                  </a:cubicBezTo>
                  <a:cubicBezTo>
                    <a:pt x="347" y="210"/>
                    <a:pt x="328" y="169"/>
                    <a:pt x="278" y="169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10" y="169"/>
                    <a:pt x="207" y="155"/>
                    <a:pt x="207" y="148"/>
                  </a:cubicBezTo>
                  <a:cubicBezTo>
                    <a:pt x="207" y="92"/>
                    <a:pt x="207" y="92"/>
                    <a:pt x="207" y="92"/>
                  </a:cubicBezTo>
                  <a:cubicBezTo>
                    <a:pt x="224" y="85"/>
                    <a:pt x="236" y="68"/>
                    <a:pt x="236" y="48"/>
                  </a:cubicBezTo>
                  <a:cubicBezTo>
                    <a:pt x="236" y="21"/>
                    <a:pt x="214" y="0"/>
                    <a:pt x="188" y="0"/>
                  </a:cubicBezTo>
                  <a:cubicBezTo>
                    <a:pt x="161" y="0"/>
                    <a:pt x="140" y="21"/>
                    <a:pt x="140" y="48"/>
                  </a:cubicBezTo>
                  <a:cubicBezTo>
                    <a:pt x="140" y="68"/>
                    <a:pt x="152" y="85"/>
                    <a:pt x="169" y="92"/>
                  </a:cubicBezTo>
                  <a:cubicBezTo>
                    <a:pt x="169" y="148"/>
                    <a:pt x="169" y="148"/>
                    <a:pt x="169" y="148"/>
                  </a:cubicBezTo>
                  <a:cubicBezTo>
                    <a:pt x="169" y="153"/>
                    <a:pt x="167" y="169"/>
                    <a:pt x="138" y="169"/>
                  </a:cubicBezTo>
                  <a:cubicBezTo>
                    <a:pt x="98" y="169"/>
                    <a:pt x="98" y="169"/>
                    <a:pt x="98" y="169"/>
                  </a:cubicBezTo>
                  <a:cubicBezTo>
                    <a:pt x="47" y="169"/>
                    <a:pt x="29" y="210"/>
                    <a:pt x="29" y="238"/>
                  </a:cubicBezTo>
                  <a:cubicBezTo>
                    <a:pt x="29" y="284"/>
                    <a:pt x="29" y="284"/>
                    <a:pt x="29" y="284"/>
                  </a:cubicBezTo>
                  <a:cubicBezTo>
                    <a:pt x="12" y="291"/>
                    <a:pt x="0" y="308"/>
                    <a:pt x="0" y="328"/>
                  </a:cubicBezTo>
                  <a:cubicBezTo>
                    <a:pt x="0" y="354"/>
                    <a:pt x="21" y="376"/>
                    <a:pt x="48" y="376"/>
                  </a:cubicBezTo>
                  <a:cubicBezTo>
                    <a:pt x="74" y="376"/>
                    <a:pt x="96" y="354"/>
                    <a:pt x="96" y="328"/>
                  </a:cubicBezTo>
                  <a:cubicBezTo>
                    <a:pt x="96" y="308"/>
                    <a:pt x="84" y="291"/>
                    <a:pt x="67" y="284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7" y="233"/>
                    <a:pt x="68" y="207"/>
                    <a:pt x="98" y="207"/>
                  </a:cubicBezTo>
                  <a:cubicBezTo>
                    <a:pt x="138" y="207"/>
                    <a:pt x="138" y="207"/>
                    <a:pt x="138" y="207"/>
                  </a:cubicBezTo>
                  <a:cubicBezTo>
                    <a:pt x="150" y="207"/>
                    <a:pt x="160" y="205"/>
                    <a:pt x="169" y="202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152" y="291"/>
                    <a:pt x="140" y="308"/>
                    <a:pt x="140" y="328"/>
                  </a:cubicBezTo>
                  <a:cubicBezTo>
                    <a:pt x="140" y="354"/>
                    <a:pt x="161" y="376"/>
                    <a:pt x="188" y="376"/>
                  </a:cubicBezTo>
                  <a:cubicBezTo>
                    <a:pt x="214" y="376"/>
                    <a:pt x="236" y="354"/>
                    <a:pt x="236" y="328"/>
                  </a:cubicBezTo>
                  <a:cubicBezTo>
                    <a:pt x="236" y="308"/>
                    <a:pt x="224" y="291"/>
                    <a:pt x="207" y="284"/>
                  </a:cubicBezTo>
                  <a:cubicBezTo>
                    <a:pt x="207" y="202"/>
                    <a:pt x="207" y="202"/>
                    <a:pt x="207" y="202"/>
                  </a:cubicBezTo>
                  <a:cubicBezTo>
                    <a:pt x="215" y="205"/>
                    <a:pt x="226" y="207"/>
                    <a:pt x="238" y="207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306" y="207"/>
                    <a:pt x="309" y="231"/>
                    <a:pt x="309" y="238"/>
                  </a:cubicBezTo>
                  <a:cubicBezTo>
                    <a:pt x="309" y="284"/>
                    <a:pt x="309" y="284"/>
                    <a:pt x="309" y="284"/>
                  </a:cubicBezTo>
                  <a:cubicBezTo>
                    <a:pt x="292" y="291"/>
                    <a:pt x="280" y="308"/>
                    <a:pt x="280" y="328"/>
                  </a:cubicBezTo>
                  <a:cubicBezTo>
                    <a:pt x="280" y="354"/>
                    <a:pt x="301" y="376"/>
                    <a:pt x="328" y="376"/>
                  </a:cubicBezTo>
                  <a:cubicBezTo>
                    <a:pt x="354" y="376"/>
                    <a:pt x="376" y="354"/>
                    <a:pt x="376" y="328"/>
                  </a:cubicBezTo>
                  <a:cubicBezTo>
                    <a:pt x="376" y="308"/>
                    <a:pt x="364" y="291"/>
                    <a:pt x="347" y="284"/>
                  </a:cubicBezTo>
                  <a:close/>
                  <a:moveTo>
                    <a:pt x="75" y="328"/>
                  </a:moveTo>
                  <a:cubicBezTo>
                    <a:pt x="75" y="343"/>
                    <a:pt x="63" y="356"/>
                    <a:pt x="48" y="356"/>
                  </a:cubicBezTo>
                  <a:cubicBezTo>
                    <a:pt x="32" y="356"/>
                    <a:pt x="20" y="343"/>
                    <a:pt x="20" y="328"/>
                  </a:cubicBezTo>
                  <a:cubicBezTo>
                    <a:pt x="20" y="313"/>
                    <a:pt x="32" y="300"/>
                    <a:pt x="48" y="300"/>
                  </a:cubicBezTo>
                  <a:cubicBezTo>
                    <a:pt x="63" y="300"/>
                    <a:pt x="75" y="313"/>
                    <a:pt x="75" y="328"/>
                  </a:cubicBezTo>
                  <a:close/>
                  <a:moveTo>
                    <a:pt x="160" y="48"/>
                  </a:moveTo>
                  <a:cubicBezTo>
                    <a:pt x="160" y="33"/>
                    <a:pt x="172" y="20"/>
                    <a:pt x="188" y="20"/>
                  </a:cubicBezTo>
                  <a:cubicBezTo>
                    <a:pt x="203" y="20"/>
                    <a:pt x="215" y="33"/>
                    <a:pt x="215" y="48"/>
                  </a:cubicBezTo>
                  <a:cubicBezTo>
                    <a:pt x="215" y="63"/>
                    <a:pt x="203" y="76"/>
                    <a:pt x="188" y="76"/>
                  </a:cubicBezTo>
                  <a:cubicBezTo>
                    <a:pt x="172" y="76"/>
                    <a:pt x="160" y="63"/>
                    <a:pt x="160" y="48"/>
                  </a:cubicBezTo>
                  <a:close/>
                  <a:moveTo>
                    <a:pt x="215" y="328"/>
                  </a:moveTo>
                  <a:cubicBezTo>
                    <a:pt x="215" y="343"/>
                    <a:pt x="203" y="356"/>
                    <a:pt x="188" y="356"/>
                  </a:cubicBezTo>
                  <a:cubicBezTo>
                    <a:pt x="172" y="356"/>
                    <a:pt x="160" y="343"/>
                    <a:pt x="160" y="328"/>
                  </a:cubicBezTo>
                  <a:cubicBezTo>
                    <a:pt x="160" y="313"/>
                    <a:pt x="172" y="300"/>
                    <a:pt x="188" y="300"/>
                  </a:cubicBezTo>
                  <a:cubicBezTo>
                    <a:pt x="203" y="300"/>
                    <a:pt x="215" y="313"/>
                    <a:pt x="215" y="328"/>
                  </a:cubicBezTo>
                  <a:close/>
                  <a:moveTo>
                    <a:pt x="328" y="356"/>
                  </a:moveTo>
                  <a:cubicBezTo>
                    <a:pt x="312" y="356"/>
                    <a:pt x="300" y="343"/>
                    <a:pt x="300" y="328"/>
                  </a:cubicBezTo>
                  <a:cubicBezTo>
                    <a:pt x="300" y="313"/>
                    <a:pt x="312" y="300"/>
                    <a:pt x="328" y="300"/>
                  </a:cubicBezTo>
                  <a:cubicBezTo>
                    <a:pt x="343" y="300"/>
                    <a:pt x="355" y="313"/>
                    <a:pt x="355" y="328"/>
                  </a:cubicBezTo>
                  <a:cubicBezTo>
                    <a:pt x="355" y="343"/>
                    <a:pt x="343" y="356"/>
                    <a:pt x="328" y="3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2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AU" sz="200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9000">
        <p15:prstTrans prst="pageCurlDouble"/>
      </p:transition>
    </mc:Choice>
    <mc:Fallback>
      <p:transition spd="slow" advTm="9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649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149"/>
                                </p:stCondLst>
                                <p:childTnLst>
                                  <p:par>
                                    <p:cTn id="15" presetID="22" presetClass="entr" presetSubtype="4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2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0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2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22" dur="1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23" dur="200" fill="hold">
                                              <p:stCondLst>
                                                <p:cond delay="2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24" dur="200" fill="hold">
                                              <p:stCondLst>
                                                <p:cond delay="4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25" dur="200" fill="hold">
                                              <p:stCondLst>
                                                <p:cond delay="6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26" dur="200" fill="hold">
                                              <p:stCondLst>
                                                <p:cond delay="8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899"/>
                                </p:stCondLst>
                                <p:childTnLst>
                                  <p:par>
                                    <p:cTn id="28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3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75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5" dur="750" fill="hold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750" fill="hold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750"/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0" dur="750" fill="hold"/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750" fill="hold"/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43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4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4449"/>
                                </p:stCondLst>
                                <p:childTnLst>
                                  <p:par>
                                    <p:cTn id="4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750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0" dur="750" fill="hold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750" fill="hold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750"/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5" dur="750" fill="hold"/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750" fill="hold"/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750"/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0" dur="750" fill="hold"/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750" fill="hold"/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5449"/>
                                </p:stCondLst>
                                <p:childTnLst>
                                  <p:par>
                                    <p:cTn id="63" presetID="2" presetClass="entr" presetSubtype="4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6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6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4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6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7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4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74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4" fill="hold" nodeType="withEffect" p14:presetBounceEnd="3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7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/>
          <p:bldP spid="20" grpId="0" animBg="1"/>
          <p:bldP spid="21" grpId="0" animBg="1"/>
          <p:bldP spid="22" grpId="0" bldLvl="0" animBg="1"/>
          <p:bldP spid="22" grpId="1" bldLvl="0" animBg="1"/>
          <p:bldP spid="23" grpId="0" uiExpand="1" build="p"/>
          <p:bldP spid="24" grpId="0"/>
          <p:bldP spid="25" grpId="0" uiExpand="1" build="p"/>
          <p:bldP spid="2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649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149"/>
                                </p:stCondLst>
                                <p:childTnLst>
                                  <p:par>
                                    <p:cTn id="15" presetID="22" presetClass="entr" presetSubtype="4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2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0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2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22" dur="1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23" dur="200" fill="hold">
                                              <p:stCondLst>
                                                <p:cond delay="2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24" dur="200" fill="hold">
                                              <p:stCondLst>
                                                <p:cond delay="4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25" dur="200" fill="hold">
                                              <p:stCondLst>
                                                <p:cond delay="6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26" dur="200" fill="hold">
                                              <p:stCondLst>
                                                <p:cond delay="80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899"/>
                                </p:stCondLst>
                                <p:childTnLst>
                                  <p:par>
                                    <p:cTn id="28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3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75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5" dur="750" fill="hold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750" fill="hold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750"/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0" dur="750" fill="hold"/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750" fill="hold"/>
                                            <p:tgtEl>
                                              <p:spTgt spid="2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43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4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4449"/>
                                </p:stCondLst>
                                <p:childTnLst>
                                  <p:par>
                                    <p:cTn id="4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750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0" dur="750" fill="hold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750" fill="hold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750"/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5" dur="750" fill="hold"/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750" fill="hold"/>
                                            <p:tgtEl>
                                              <p:spTgt spid="2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750"/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0" dur="750" fill="hold"/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750" fill="hold"/>
                                            <p:tgtEl>
                                              <p:spTgt spid="2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5449"/>
                                </p:stCondLst>
                                <p:childTnLst>
                                  <p:par>
                                    <p:cTn id="63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/>
          <p:bldP spid="20" grpId="0" animBg="1"/>
          <p:bldP spid="21" grpId="0" animBg="1"/>
          <p:bldP spid="22" grpId="0" bldLvl="0" animBg="1"/>
          <p:bldP spid="22" grpId="1" bldLvl="0" animBg="1"/>
          <p:bldP spid="23" grpId="0" uiExpand="1" build="p"/>
          <p:bldP spid="24" grpId="0"/>
          <p:bldP spid="25" grpId="0" uiExpand="1" build="p"/>
          <p:bldP spid="26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extBox 12"/>
          <p:cNvSpPr txBox="1"/>
          <p:nvPr/>
        </p:nvSpPr>
        <p:spPr>
          <a:xfrm>
            <a:off x="3896129" y="15099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工作亮点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1422399" y="1509743"/>
            <a:ext cx="1599245" cy="1378660"/>
          </a:xfrm>
          <a:prstGeom prst="hexagon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/>
          <p:cNvSpPr/>
          <p:nvPr/>
        </p:nvSpPr>
        <p:spPr>
          <a:xfrm>
            <a:off x="3505199" y="1328684"/>
            <a:ext cx="2019302" cy="1740778"/>
          </a:xfrm>
          <a:prstGeom prst="hexagon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/>
          <p:cNvSpPr/>
          <p:nvPr/>
        </p:nvSpPr>
        <p:spPr>
          <a:xfrm>
            <a:off x="6008055" y="1509743"/>
            <a:ext cx="1599245" cy="1378660"/>
          </a:xfrm>
          <a:prstGeom prst="hexagon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flipV="1">
            <a:off x="2868177" y="1509743"/>
            <a:ext cx="771916" cy="665445"/>
          </a:xfrm>
          <a:prstGeom prst="triangle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/>
        </p:nvSpPr>
        <p:spPr>
          <a:xfrm flipV="1">
            <a:off x="5389605" y="1509742"/>
            <a:ext cx="771916" cy="665445"/>
          </a:xfrm>
          <a:prstGeom prst="triangle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/>
        </p:nvSpPr>
        <p:spPr>
          <a:xfrm>
            <a:off x="2868177" y="2272337"/>
            <a:ext cx="771916" cy="665445"/>
          </a:xfrm>
          <a:prstGeom prst="triangle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/>
        </p:nvSpPr>
        <p:spPr>
          <a:xfrm>
            <a:off x="5389605" y="2272336"/>
            <a:ext cx="771916" cy="665445"/>
          </a:xfrm>
          <a:prstGeom prst="triangle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447799" y="3219176"/>
            <a:ext cx="1587281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培训管理</a:t>
            </a:r>
            <a:endParaRPr lang="zh-CN" altLang="en-US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47799" y="3513294"/>
            <a:ext cx="1592795" cy="52597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点面结合，重点突出，形式多样，成效显著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715227" y="3219176"/>
            <a:ext cx="1587281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学习创新</a:t>
            </a:r>
            <a:endParaRPr lang="zh-CN" altLang="en-US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715227" y="3513294"/>
            <a:ext cx="1592795" cy="52597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组织制造部员工劳动节能竞赛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95355" y="3219176"/>
            <a:ext cx="1587281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争取政府支持</a:t>
            </a:r>
            <a:endParaRPr lang="zh-CN" altLang="en-US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944555" y="3513294"/>
            <a:ext cx="1738945" cy="102951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组织高新技术申报材料的填报，获得国家相应资金支持共计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88888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元（已入财务帐）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7000">
        <p14:gallery dir="l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9"/>
                            </p:stCondLst>
                            <p:childTnLst>
                              <p:par>
                                <p:cTn id="1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49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49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649"/>
                            </p:stCondLst>
                            <p:childTnLst>
                              <p:par>
                                <p:cTn id="5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649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 bldLvl="0" animBg="1"/>
      <p:bldP spid="23" grpId="0" bldLvl="0" animBg="1"/>
      <p:bldP spid="24" grpId="0" bldLvl="0" animBg="1"/>
      <p:bldP spid="3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椭圆 91"/>
          <p:cNvSpPr/>
          <p:nvPr/>
        </p:nvSpPr>
        <p:spPr>
          <a:xfrm>
            <a:off x="7952460" y="3654813"/>
            <a:ext cx="147426" cy="147426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3608705" y="1093470"/>
            <a:ext cx="1344930" cy="16071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000" dirty="0">
                <a:solidFill>
                  <a:srgbClr val="189983"/>
                </a:solidFill>
                <a:latin typeface="Impact" panose="020B0806030902050204" pitchFamily="34" charset="0"/>
                <a:ea typeface="DFGothic-EB" panose="02010609010101010101" pitchFamily="1" charset="-128"/>
              </a:rPr>
              <a:t>PART </a:t>
            </a:r>
            <a:endParaRPr lang="zh-CN" altLang="en-US" sz="5000" dirty="0">
              <a:solidFill>
                <a:srgbClr val="189983"/>
              </a:solidFill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14" name="椭圆 13" descr="e7d195523061f1c0deeec63e560781cfd59afb0ea006f2a87ABB68BF51EA6619813959095094C18C62A12F549504892A4AAA8C1554C6663626E05CA27F281A14E6983772AFC3FB97135759321DEA3D70CCCB10945EC5A0322096E752803368C2184698845E3CCD6DB7F651295A8E4F3FDC19EA64A2B4A4AC1434B55AAE41CF0BF61B375C23F3039959E085EE760725AA"/>
          <p:cNvSpPr/>
          <p:nvPr/>
        </p:nvSpPr>
        <p:spPr>
          <a:xfrm>
            <a:off x="3279140" y="808355"/>
            <a:ext cx="2602865" cy="260286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>
            <a:spLocks noChangeAspect="1"/>
          </p:cNvSpPr>
          <p:nvPr/>
        </p:nvSpPr>
        <p:spPr>
          <a:xfrm>
            <a:off x="3608070" y="776605"/>
            <a:ext cx="2602865" cy="2602865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C7C7C7"/>
              </a:gs>
            </a:gsLst>
            <a:lin ang="13200000" scaled="0"/>
          </a:gradFill>
          <a:ln w="22225">
            <a:solidFill>
              <a:schemeClr val="bg1"/>
            </a:solidFill>
          </a:ln>
          <a:effectLst>
            <a:outerShdw blurRad="3937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"/>
          <p:cNvSpPr txBox="1"/>
          <p:nvPr/>
        </p:nvSpPr>
        <p:spPr>
          <a:xfrm>
            <a:off x="3853815" y="1201420"/>
            <a:ext cx="1677670" cy="1391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r">
              <a:defRPr sz="8600">
                <a:ln w="28575">
                  <a:solidFill>
                    <a:schemeClr val="bg1"/>
                  </a:solidFill>
                </a:ln>
                <a:solidFill>
                  <a:srgbClr val="F1907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  <a:ea typeface="Microsoft YaHei UI" panose="020B0503020204020204" pitchFamily="34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dirty="0">
                <a:solidFill>
                  <a:srgbClr val="52BBAB"/>
                </a:solidFill>
              </a:rPr>
              <a:t>04</a:t>
            </a:r>
            <a:endParaRPr lang="en-US" altLang="zh-CN" dirty="0">
              <a:solidFill>
                <a:srgbClr val="52BBAB"/>
              </a:solidFill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2209047" y="3610706"/>
            <a:ext cx="5401211" cy="950595"/>
          </a:xfrm>
          <a:prstGeom prst="rect">
            <a:avLst/>
          </a:prstGeom>
        </p:spPr>
        <p:txBody>
          <a:bodyPr wrap="square" lIns="51435" tIns="25718" rIns="51435" bIns="25718" anchor="ctr" anchorCtr="1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6600">
                <a:solidFill>
                  <a:srgbClr val="F1907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4500" dirty="0">
                <a:solidFill>
                  <a:srgbClr val="D85737"/>
                </a:solidFill>
              </a:rPr>
              <a:t>存在的问题</a:t>
            </a:r>
            <a:endParaRPr lang="zh-CN" altLang="en-US" sz="4500" dirty="0">
              <a:solidFill>
                <a:srgbClr val="D8573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8000">
        <p15:prstTrans prst="wind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1.97531E-6 C 0.00173 0.03148 0.01007 0.02129 -0.00261 0.04444 C -0.01354 0.07315 0.02673 0.14136 0.0184 0.15648 C 0.01059 0.17222 0.00052 0.16728 -0.02466 0.20339 C -0.03299 0.23333 -0.05469 0.18611 -0.07986 0.22129 C -0.09497 0.23704 -0.08195 0.26204 -0.10052 0.29599 C -0.11893 0.32901 0.05017 0.39352 0.03784 0.41543 " pathEditMode="relative" rAng="0" ptsTypes="AAAAAAA">
                                      <p:cBhvr>
                                        <p:cTn id="19" dur="25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20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ldLvl="0" animBg="1"/>
      <p:bldP spid="92" grpId="1" bldLvl="0" animBg="1"/>
      <p:bldP spid="98" grpId="0"/>
      <p:bldP spid="97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3438930" y="150990"/>
            <a:ext cx="22707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存在的主要问题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03538" y="1292622"/>
            <a:ext cx="2160240" cy="1224136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531820" y="1292622"/>
            <a:ext cx="2160240" cy="122413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360102" y="1292622"/>
            <a:ext cx="2160240" cy="1224136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48552" y="3134674"/>
            <a:ext cx="2340636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培训管理的系统性有待加强，行动改进计划实施情况的后续跟进乏力，内训师队伍建设需探索新的思路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8552" y="2623697"/>
            <a:ext cx="22152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D85737"/>
                </a:solidFill>
                <a:latin typeface="Impact" panose="020B0806030902050204" pitchFamily="34" charset="0"/>
              </a:rPr>
              <a:t>PART 01</a:t>
            </a:r>
            <a:endParaRPr lang="zh-CN" altLang="en-US" sz="1600" dirty="0">
              <a:solidFill>
                <a:srgbClr val="D85737"/>
              </a:solidFill>
              <a:latin typeface="Impact" panose="020B0806030902050204" pitchFamily="34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737452" y="3007674"/>
            <a:ext cx="5969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716600" y="4228601"/>
            <a:ext cx="1102269" cy="267199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31820" y="3134674"/>
            <a:ext cx="2340636" cy="951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管理干部运用绩效工具指导员工改进绩效，加强团队建设的能力有待进一步提高，绩效跟进与辅导不足，绩效反馈与绩效改进普遍缺失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31820" y="2623697"/>
            <a:ext cx="22152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89983"/>
                </a:solidFill>
                <a:latin typeface="Impact" panose="020B0806030902050204" pitchFamily="34" charset="0"/>
              </a:rPr>
              <a:t>PART 02</a:t>
            </a:r>
            <a:endParaRPr lang="zh-CN" altLang="en-US" sz="1600" dirty="0">
              <a:solidFill>
                <a:srgbClr val="189983"/>
              </a:solidFill>
              <a:latin typeface="Impact" panose="020B0806030902050204" pitchFamily="34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3620720" y="3007674"/>
            <a:ext cx="5969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599868" y="4228601"/>
            <a:ext cx="1102269" cy="267199"/>
          </a:xfrm>
          <a:prstGeom prst="rect">
            <a:avLst/>
          </a:prstGeom>
          <a:solidFill>
            <a:srgbClr val="189983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15088" y="3134674"/>
            <a:ext cx="2340636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梯队干部队伍建设刚刚起步，继任者的选拔、培养、评估未能有效跟进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415088" y="2623697"/>
            <a:ext cx="22152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D85737"/>
                </a:solidFill>
                <a:latin typeface="Impact" panose="020B0806030902050204" pitchFamily="34" charset="0"/>
              </a:rPr>
              <a:t>PART 03</a:t>
            </a:r>
            <a:endParaRPr lang="zh-CN" altLang="en-US" sz="1600" dirty="0">
              <a:solidFill>
                <a:srgbClr val="D85737"/>
              </a:solidFill>
              <a:latin typeface="Impact" panose="020B0806030902050204" pitchFamily="34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503988" y="3007674"/>
            <a:ext cx="596900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6483136" y="4228601"/>
            <a:ext cx="1102269" cy="267199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9000">
        <p15:prstTrans prst="pageCurlDouble"/>
      </p:transition>
    </mc:Choice>
    <mc:Fallback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3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3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800"/>
                            </p:stCondLst>
                            <p:childTnLst>
                              <p:par>
                                <p:cTn id="5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30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8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0" grpId="0" bldLvl="0" animBg="1"/>
      <p:bldP spid="21" grpId="0" bldLvl="0" animBg="1"/>
      <p:bldP spid="22" grpId="0" bldLvl="0" animBg="1"/>
      <p:bldP spid="23" grpId="0"/>
      <p:bldP spid="24" grpId="0"/>
      <p:bldP spid="26" grpId="0" animBg="1"/>
      <p:bldP spid="27" grpId="0"/>
      <p:bldP spid="28" grpId="0"/>
      <p:bldP spid="30" grpId="0" animBg="1"/>
      <p:bldP spid="31" grpId="0"/>
      <p:bldP spid="32" grpId="0"/>
      <p:bldP spid="3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椭圆 91"/>
          <p:cNvSpPr/>
          <p:nvPr/>
        </p:nvSpPr>
        <p:spPr>
          <a:xfrm>
            <a:off x="7952460" y="3654813"/>
            <a:ext cx="147426" cy="147426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3608705" y="1093470"/>
            <a:ext cx="1344930" cy="16071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000" dirty="0">
                <a:solidFill>
                  <a:srgbClr val="189983"/>
                </a:solidFill>
                <a:latin typeface="Impact" panose="020B0806030902050204" pitchFamily="34" charset="0"/>
                <a:ea typeface="DFGothic-EB" panose="02010609010101010101" pitchFamily="1" charset="-128"/>
              </a:rPr>
              <a:t>PART </a:t>
            </a:r>
            <a:endParaRPr lang="zh-CN" altLang="en-US" sz="5000" dirty="0">
              <a:solidFill>
                <a:srgbClr val="189983"/>
              </a:solidFill>
              <a:latin typeface="Impact" panose="020B0806030902050204" pitchFamily="34" charset="0"/>
              <a:ea typeface="DFGothic-EB" panose="02010609010101010101" pitchFamily="1" charset="-128"/>
            </a:endParaRPr>
          </a:p>
        </p:txBody>
      </p:sp>
      <p:sp>
        <p:nvSpPr>
          <p:cNvPr id="14" name="椭圆 13" descr="e7d195523061f1c0deeec63e560781cfd59afb0ea006f2a87ABB68BF51EA6619813959095094C18C62A12F549504892A4AAA8C1554C6663626E05CA27F281A14E6983772AFC3FB97135759321DEA3D70CCCB10945EC5A0322096E752803368C2184698845E3CCD6DB7F651295A8E4F3FDC19EA64A2B4A4AC1434B55AAE41CF0BF61B375C23F3039959E085EE760725AA"/>
          <p:cNvSpPr/>
          <p:nvPr/>
        </p:nvSpPr>
        <p:spPr>
          <a:xfrm>
            <a:off x="3279140" y="808355"/>
            <a:ext cx="2602865" cy="260286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>
            <a:spLocks noChangeAspect="1"/>
          </p:cNvSpPr>
          <p:nvPr/>
        </p:nvSpPr>
        <p:spPr>
          <a:xfrm>
            <a:off x="3608070" y="776605"/>
            <a:ext cx="2602865" cy="2602865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C7C7C7"/>
              </a:gs>
            </a:gsLst>
            <a:lin ang="13200000" scaled="0"/>
          </a:gradFill>
          <a:ln w="22225">
            <a:solidFill>
              <a:schemeClr val="bg1"/>
            </a:solidFill>
          </a:ln>
          <a:effectLst>
            <a:outerShdw blurRad="3937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"/>
          <p:cNvSpPr txBox="1"/>
          <p:nvPr/>
        </p:nvSpPr>
        <p:spPr>
          <a:xfrm>
            <a:off x="3853815" y="1201420"/>
            <a:ext cx="1677670" cy="1391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r">
              <a:defRPr sz="8600">
                <a:ln w="28575">
                  <a:solidFill>
                    <a:schemeClr val="bg1"/>
                  </a:solidFill>
                </a:ln>
                <a:solidFill>
                  <a:srgbClr val="F1907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  <a:ea typeface="Microsoft YaHei UI" panose="020B0503020204020204" pitchFamily="34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dirty="0">
                <a:solidFill>
                  <a:srgbClr val="52BBAB"/>
                </a:solidFill>
              </a:rPr>
              <a:t>05</a:t>
            </a:r>
            <a:endParaRPr lang="en-US" altLang="zh-CN" dirty="0">
              <a:solidFill>
                <a:srgbClr val="52BBAB"/>
              </a:solidFill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2209047" y="3655212"/>
            <a:ext cx="5401211" cy="861584"/>
          </a:xfrm>
          <a:prstGeom prst="rect">
            <a:avLst/>
          </a:prstGeom>
        </p:spPr>
        <p:txBody>
          <a:bodyPr wrap="square" lIns="51435" tIns="25718" rIns="51435" bIns="25718" anchor="ctr" anchorCtr="1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6600">
                <a:solidFill>
                  <a:srgbClr val="F1907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4500" dirty="0">
                <a:solidFill>
                  <a:srgbClr val="D85737"/>
                </a:solidFill>
              </a:rPr>
              <a:t>明年工作计划</a:t>
            </a:r>
            <a:endParaRPr lang="zh-CN" altLang="en-US" sz="4500" dirty="0">
              <a:solidFill>
                <a:srgbClr val="D8573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8000">
        <p15:prstTrans prst="wind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1.97531E-6 C 0.00173 0.03148 0.01007 0.02129 -0.00261 0.04444 C -0.01354 0.07315 0.02673 0.14136 0.0184 0.15648 C 0.01059 0.17222 0.00052 0.16728 -0.02466 0.20339 C -0.03299 0.23333 -0.05469 0.18611 -0.07986 0.22129 C -0.09497 0.23704 -0.08195 0.26204 -0.10052 0.29599 C -0.11893 0.32901 0.05017 0.39352 0.03784 0.41543 " pathEditMode="relative" rAng="0" ptsTypes="AAAAAAA">
                                      <p:cBhvr>
                                        <p:cTn id="19" dur="25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20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ldLvl="0" animBg="1"/>
      <p:bldP spid="92" grpId="1" bldLvl="0" animBg="1"/>
      <p:bldP spid="98" grpId="0"/>
      <p:bldP spid="97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672854" y="4679157"/>
            <a:ext cx="1142893" cy="1142893"/>
            <a:chOff x="11296337" y="5971407"/>
            <a:chExt cx="1791325" cy="1791325"/>
          </a:xfrm>
        </p:grpSpPr>
        <p:sp>
          <p:nvSpPr>
            <p:cNvPr id="53" name="椭圆 52"/>
            <p:cNvSpPr/>
            <p:nvPr/>
          </p:nvSpPr>
          <p:spPr>
            <a:xfrm flipV="1">
              <a:off x="11296337" y="5971407"/>
              <a:ext cx="1791325" cy="1791325"/>
            </a:xfrm>
            <a:prstGeom prst="ellipse">
              <a:avLst/>
            </a:prstGeom>
            <a:solidFill>
              <a:srgbClr val="D85737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V="1">
              <a:off x="11646584" y="5971408"/>
              <a:ext cx="1090830" cy="1090830"/>
            </a:xfrm>
            <a:prstGeom prst="ellipse">
              <a:avLst/>
            </a:prstGeom>
            <a:solidFill>
              <a:srgbClr val="189983"/>
            </a:solidFill>
            <a:ln w="285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3286530" y="156070"/>
            <a:ext cx="25755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明年总体工作目标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63969" y="1300613"/>
            <a:ext cx="1845819" cy="2921815"/>
          </a:xfrm>
          <a:prstGeom prst="rect">
            <a:avLst/>
          </a:prstGeom>
          <a:noFill/>
          <a:ln w="19050">
            <a:solidFill>
              <a:srgbClr val="189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628844" y="1300613"/>
            <a:ext cx="1845819" cy="2921815"/>
          </a:xfrm>
          <a:prstGeom prst="rect">
            <a:avLst/>
          </a:prstGeom>
          <a:noFill/>
          <a:ln w="19050">
            <a:solidFill>
              <a:srgbClr val="D85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097277" y="3474230"/>
            <a:ext cx="891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 新</a:t>
            </a:r>
            <a:endParaRPr lang="zh-CN" altLang="en-US" sz="2400" b="1" dirty="0">
              <a:solidFill>
                <a:srgbClr val="1899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062152" y="3474230"/>
            <a:ext cx="8915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高</a:t>
            </a:r>
            <a:endParaRPr lang="zh-CN" altLang="en-US" sz="24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478020" y="2928425"/>
            <a:ext cx="703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D85737"/>
                </a:solidFill>
                <a:latin typeface="Impact" panose="020B0806030902050204" pitchFamily="34" charset="0"/>
              </a:rPr>
              <a:t>03</a:t>
            </a:r>
            <a:endParaRPr lang="zh-CN" altLang="en-US" sz="3600" dirty="0">
              <a:solidFill>
                <a:srgbClr val="D85737"/>
              </a:solidFill>
              <a:latin typeface="Impact" panose="020B080603090205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44189" y="3007759"/>
            <a:ext cx="891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 务</a:t>
            </a:r>
            <a:endParaRPr lang="zh-CN" altLang="en-US" sz="2400" b="1" dirty="0">
              <a:solidFill>
                <a:srgbClr val="D857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070956" y="3505942"/>
            <a:ext cx="404126" cy="404126"/>
            <a:chOff x="8409993" y="3886810"/>
            <a:chExt cx="457200" cy="457200"/>
          </a:xfrm>
        </p:grpSpPr>
        <p:sp>
          <p:nvSpPr>
            <p:cNvPr id="31" name="矩形 30"/>
            <p:cNvSpPr/>
            <p:nvPr/>
          </p:nvSpPr>
          <p:spPr>
            <a:xfrm>
              <a:off x="8409993" y="3886810"/>
              <a:ext cx="457200" cy="45720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-3"/>
            <p:cNvSpPr/>
            <p:nvPr/>
          </p:nvSpPr>
          <p:spPr bwMode="auto">
            <a:xfrm>
              <a:off x="8499615" y="3977823"/>
              <a:ext cx="277956" cy="275175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097436" y="3505942"/>
            <a:ext cx="404126" cy="404126"/>
            <a:chOff x="6188783" y="3886810"/>
            <a:chExt cx="457200" cy="457200"/>
          </a:xfrm>
        </p:grpSpPr>
        <p:sp>
          <p:nvSpPr>
            <p:cNvPr id="34" name="矩形 33"/>
            <p:cNvSpPr/>
            <p:nvPr/>
          </p:nvSpPr>
          <p:spPr>
            <a:xfrm>
              <a:off x="6188783" y="3886810"/>
              <a:ext cx="457200" cy="457200"/>
            </a:xfrm>
            <a:prstGeom prst="rect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-1"/>
            <p:cNvSpPr>
              <a:spLocks noEditPoints="1"/>
            </p:cNvSpPr>
            <p:nvPr/>
          </p:nvSpPr>
          <p:spPr bwMode="auto">
            <a:xfrm>
              <a:off x="6287946" y="3985545"/>
              <a:ext cx="258875" cy="259730"/>
            </a:xfrm>
            <a:custGeom>
              <a:avLst/>
              <a:gdLst>
                <a:gd name="T0" fmla="*/ 81 w 128"/>
                <a:gd name="T1" fmla="*/ 14 h 128"/>
                <a:gd name="T2" fmla="*/ 53 w 128"/>
                <a:gd name="T3" fmla="*/ 36 h 128"/>
                <a:gd name="T4" fmla="*/ 33 w 128"/>
                <a:gd name="T5" fmla="*/ 36 h 128"/>
                <a:gd name="T6" fmla="*/ 0 w 128"/>
                <a:gd name="T7" fmla="*/ 56 h 128"/>
                <a:gd name="T8" fmla="*/ 24 w 128"/>
                <a:gd name="T9" fmla="*/ 84 h 128"/>
                <a:gd name="T10" fmla="*/ 32 w 128"/>
                <a:gd name="T11" fmla="*/ 128 h 128"/>
                <a:gd name="T12" fmla="*/ 56 w 128"/>
                <a:gd name="T13" fmla="*/ 120 h 128"/>
                <a:gd name="T14" fmla="*/ 52 w 128"/>
                <a:gd name="T15" fmla="*/ 108 h 128"/>
                <a:gd name="T16" fmla="*/ 52 w 128"/>
                <a:gd name="T17" fmla="*/ 80 h 128"/>
                <a:gd name="T18" fmla="*/ 53 w 128"/>
                <a:gd name="T19" fmla="*/ 78 h 128"/>
                <a:gd name="T20" fmla="*/ 54 w 128"/>
                <a:gd name="T21" fmla="*/ 77 h 128"/>
                <a:gd name="T22" fmla="*/ 55 w 128"/>
                <a:gd name="T23" fmla="*/ 76 h 128"/>
                <a:gd name="T24" fmla="*/ 81 w 128"/>
                <a:gd name="T25" fmla="*/ 98 h 128"/>
                <a:gd name="T26" fmla="*/ 128 w 128"/>
                <a:gd name="T27" fmla="*/ 56 h 128"/>
                <a:gd name="T28" fmla="*/ 80 w 128"/>
                <a:gd name="T29" fmla="*/ 56 h 128"/>
                <a:gd name="T30" fmla="*/ 92 w 128"/>
                <a:gd name="T31" fmla="*/ 44 h 128"/>
                <a:gd name="T32" fmla="*/ 92 w 128"/>
                <a:gd name="T33" fmla="*/ 68 h 128"/>
                <a:gd name="T34" fmla="*/ 80 w 128"/>
                <a:gd name="T35" fmla="*/ 56 h 128"/>
                <a:gd name="T36" fmla="*/ 16 w 128"/>
                <a:gd name="T37" fmla="*/ 44 h 128"/>
                <a:gd name="T38" fmla="*/ 40 w 128"/>
                <a:gd name="T39" fmla="*/ 56 h 128"/>
                <a:gd name="T40" fmla="*/ 16 w 128"/>
                <a:gd name="T41" fmla="*/ 68 h 128"/>
                <a:gd name="T42" fmla="*/ 48 w 128"/>
                <a:gd name="T43" fmla="*/ 120 h 128"/>
                <a:gd name="T44" fmla="*/ 32 w 128"/>
                <a:gd name="T45" fmla="*/ 84 h 128"/>
                <a:gd name="T46" fmla="*/ 33 w 128"/>
                <a:gd name="T47" fmla="*/ 76 h 128"/>
                <a:gd name="T48" fmla="*/ 45 w 128"/>
                <a:gd name="T49" fmla="*/ 76 h 128"/>
                <a:gd name="T50" fmla="*/ 44 w 128"/>
                <a:gd name="T51" fmla="*/ 108 h 128"/>
                <a:gd name="T52" fmla="*/ 48 w 128"/>
                <a:gd name="T53" fmla="*/ 117 h 128"/>
                <a:gd name="T54" fmla="*/ 53 w 128"/>
                <a:gd name="T55" fmla="*/ 68 h 128"/>
                <a:gd name="T56" fmla="*/ 52 w 128"/>
                <a:gd name="T57" fmla="*/ 68 h 128"/>
                <a:gd name="T58" fmla="*/ 52 w 128"/>
                <a:gd name="T59" fmla="*/ 44 h 128"/>
                <a:gd name="T60" fmla="*/ 74 w 128"/>
                <a:gd name="T61" fmla="*/ 36 h 128"/>
                <a:gd name="T62" fmla="*/ 74 w 128"/>
                <a:gd name="T63" fmla="*/ 76 h 128"/>
                <a:gd name="T64" fmla="*/ 100 w 128"/>
                <a:gd name="T65" fmla="*/ 104 h 128"/>
                <a:gd name="T66" fmla="*/ 92 w 128"/>
                <a:gd name="T67" fmla="*/ 76 h 128"/>
                <a:gd name="T68" fmla="*/ 92 w 128"/>
                <a:gd name="T69" fmla="*/ 36 h 128"/>
                <a:gd name="T70" fmla="*/ 100 w 128"/>
                <a:gd name="T71" fmla="*/ 8 h 128"/>
                <a:gd name="T72" fmla="*/ 100 w 128"/>
                <a:gd name="T73" fmla="*/ 10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128">
                  <a:moveTo>
                    <a:pt x="100" y="0"/>
                  </a:moveTo>
                  <a:cubicBezTo>
                    <a:pt x="92" y="0"/>
                    <a:pt x="85" y="6"/>
                    <a:pt x="81" y="1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74" y="27"/>
                    <a:pt x="64" y="36"/>
                    <a:pt x="53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7" y="36"/>
                    <a:pt x="0" y="45"/>
                    <a:pt x="0" y="56"/>
                  </a:cubicBezTo>
                  <a:cubicBezTo>
                    <a:pt x="0" y="67"/>
                    <a:pt x="7" y="76"/>
                    <a:pt x="16" y="76"/>
                  </a:cubicBezTo>
                  <a:cubicBezTo>
                    <a:pt x="20" y="76"/>
                    <a:pt x="24" y="80"/>
                    <a:pt x="24" y="84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4" y="124"/>
                    <a:pt x="28" y="128"/>
                    <a:pt x="32" y="128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2" y="128"/>
                    <a:pt x="56" y="124"/>
                    <a:pt x="56" y="120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6" y="112"/>
                    <a:pt x="52" y="110"/>
                    <a:pt x="52" y="108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52" y="79"/>
                    <a:pt x="52" y="79"/>
                    <a:pt x="53" y="78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53" y="77"/>
                    <a:pt x="53" y="77"/>
                    <a:pt x="54" y="77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4" y="76"/>
                    <a:pt x="55" y="76"/>
                    <a:pt x="55" y="76"/>
                  </a:cubicBezTo>
                  <a:cubicBezTo>
                    <a:pt x="65" y="77"/>
                    <a:pt x="74" y="85"/>
                    <a:pt x="81" y="98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85" y="106"/>
                    <a:pt x="92" y="112"/>
                    <a:pt x="100" y="112"/>
                  </a:cubicBezTo>
                  <a:cubicBezTo>
                    <a:pt x="118" y="112"/>
                    <a:pt x="128" y="84"/>
                    <a:pt x="128" y="56"/>
                  </a:cubicBezTo>
                  <a:cubicBezTo>
                    <a:pt x="128" y="28"/>
                    <a:pt x="118" y="0"/>
                    <a:pt x="100" y="0"/>
                  </a:cubicBezTo>
                  <a:close/>
                  <a:moveTo>
                    <a:pt x="80" y="56"/>
                  </a:moveTo>
                  <a:cubicBezTo>
                    <a:pt x="80" y="52"/>
                    <a:pt x="80" y="48"/>
                    <a:pt x="81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6" y="44"/>
                    <a:pt x="100" y="49"/>
                    <a:pt x="100" y="56"/>
                  </a:cubicBezTo>
                  <a:cubicBezTo>
                    <a:pt x="100" y="63"/>
                    <a:pt x="96" y="68"/>
                    <a:pt x="92" y="68"/>
                  </a:cubicBezTo>
                  <a:cubicBezTo>
                    <a:pt x="81" y="68"/>
                    <a:pt x="81" y="68"/>
                    <a:pt x="81" y="68"/>
                  </a:cubicBezTo>
                  <a:cubicBezTo>
                    <a:pt x="80" y="64"/>
                    <a:pt x="80" y="60"/>
                    <a:pt x="80" y="56"/>
                  </a:cubicBezTo>
                  <a:close/>
                  <a:moveTo>
                    <a:pt x="8" y="56"/>
                  </a:moveTo>
                  <a:cubicBezTo>
                    <a:pt x="8" y="49"/>
                    <a:pt x="12" y="44"/>
                    <a:pt x="16" y="44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2" y="47"/>
                    <a:pt x="40" y="51"/>
                    <a:pt x="40" y="56"/>
                  </a:cubicBezTo>
                  <a:cubicBezTo>
                    <a:pt x="40" y="61"/>
                    <a:pt x="42" y="65"/>
                    <a:pt x="44" y="68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2" y="68"/>
                    <a:pt x="8" y="63"/>
                    <a:pt x="8" y="56"/>
                  </a:cubicBezTo>
                  <a:close/>
                  <a:moveTo>
                    <a:pt x="48" y="120"/>
                  </a:moveTo>
                  <a:cubicBezTo>
                    <a:pt x="32" y="120"/>
                    <a:pt x="32" y="120"/>
                    <a:pt x="32" y="120"/>
                  </a:cubicBezTo>
                  <a:cubicBezTo>
                    <a:pt x="32" y="84"/>
                    <a:pt x="32" y="84"/>
                    <a:pt x="32" y="84"/>
                  </a:cubicBezTo>
                  <a:cubicBezTo>
                    <a:pt x="32" y="81"/>
                    <a:pt x="31" y="78"/>
                    <a:pt x="30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45" y="76"/>
                    <a:pt x="45" y="76"/>
                    <a:pt x="45" y="76"/>
                  </a:cubicBezTo>
                  <a:cubicBezTo>
                    <a:pt x="44" y="77"/>
                    <a:pt x="44" y="79"/>
                    <a:pt x="44" y="80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44" y="112"/>
                    <a:pt x="46" y="114"/>
                    <a:pt x="47" y="116"/>
                  </a:cubicBezTo>
                  <a:cubicBezTo>
                    <a:pt x="48" y="116"/>
                    <a:pt x="48" y="116"/>
                    <a:pt x="48" y="117"/>
                  </a:cubicBezTo>
                  <a:lnTo>
                    <a:pt x="48" y="120"/>
                  </a:lnTo>
                  <a:close/>
                  <a:moveTo>
                    <a:pt x="53" y="68"/>
                  </a:moveTo>
                  <a:cubicBezTo>
                    <a:pt x="52" y="68"/>
                    <a:pt x="52" y="68"/>
                    <a:pt x="52" y="68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48" y="68"/>
                    <a:pt x="44" y="63"/>
                    <a:pt x="44" y="56"/>
                  </a:cubicBezTo>
                  <a:cubicBezTo>
                    <a:pt x="44" y="49"/>
                    <a:pt x="48" y="44"/>
                    <a:pt x="52" y="44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60" y="44"/>
                    <a:pt x="68" y="41"/>
                    <a:pt x="74" y="36"/>
                  </a:cubicBezTo>
                  <a:cubicBezTo>
                    <a:pt x="73" y="42"/>
                    <a:pt x="72" y="49"/>
                    <a:pt x="72" y="56"/>
                  </a:cubicBezTo>
                  <a:cubicBezTo>
                    <a:pt x="72" y="63"/>
                    <a:pt x="73" y="70"/>
                    <a:pt x="74" y="76"/>
                  </a:cubicBezTo>
                  <a:cubicBezTo>
                    <a:pt x="68" y="71"/>
                    <a:pt x="60" y="68"/>
                    <a:pt x="53" y="68"/>
                  </a:cubicBezTo>
                  <a:close/>
                  <a:moveTo>
                    <a:pt x="100" y="104"/>
                  </a:moveTo>
                  <a:cubicBezTo>
                    <a:pt x="92" y="104"/>
                    <a:pt x="85" y="93"/>
                    <a:pt x="82" y="76"/>
                  </a:cubicBezTo>
                  <a:cubicBezTo>
                    <a:pt x="92" y="76"/>
                    <a:pt x="92" y="76"/>
                    <a:pt x="92" y="76"/>
                  </a:cubicBezTo>
                  <a:cubicBezTo>
                    <a:pt x="101" y="76"/>
                    <a:pt x="108" y="67"/>
                    <a:pt x="108" y="56"/>
                  </a:cubicBezTo>
                  <a:cubicBezTo>
                    <a:pt x="108" y="45"/>
                    <a:pt x="101" y="36"/>
                    <a:pt x="92" y="36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5" y="19"/>
                    <a:pt x="92" y="8"/>
                    <a:pt x="100" y="8"/>
                  </a:cubicBezTo>
                  <a:cubicBezTo>
                    <a:pt x="111" y="8"/>
                    <a:pt x="120" y="29"/>
                    <a:pt x="120" y="56"/>
                  </a:cubicBezTo>
                  <a:cubicBezTo>
                    <a:pt x="120" y="83"/>
                    <a:pt x="111" y="104"/>
                    <a:pt x="100" y="1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549" y="1354667"/>
            <a:ext cx="3309188" cy="1551180"/>
          </a:xfrm>
          <a:prstGeom prst="rect">
            <a:avLst/>
          </a:prstGeom>
          <a:ln w="57150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7" name="矩形 36"/>
          <p:cNvSpPr/>
          <p:nvPr/>
        </p:nvSpPr>
        <p:spPr>
          <a:xfrm>
            <a:off x="5682351" y="991806"/>
            <a:ext cx="703168" cy="646331"/>
          </a:xfrm>
          <a:prstGeom prst="rect">
            <a:avLst/>
          </a:prstGeom>
          <a:solidFill>
            <a:srgbClr val="189983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60442" y="991805"/>
            <a:ext cx="703168" cy="646331"/>
          </a:xfrm>
          <a:prstGeom prst="rect">
            <a:avLst/>
          </a:prstGeom>
          <a:solidFill>
            <a:srgbClr val="D8573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00255" y="1932050"/>
            <a:ext cx="1774093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根据新形势、新要求，结合企业实际需要，以“快速反应，高效执行”为原则，突破常规，创新思维、创新方法，为企业各项变革提供有力支持。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75592" y="1932050"/>
            <a:ext cx="1774093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以全面提升人力资源效率指标为目的，加强业务学习，提升专业素质与管理技能，建设高效、专精的人力资源管理团队。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0223" y="3461205"/>
            <a:ext cx="3607477" cy="113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紧紧围绕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年公司经营战略，以完成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销售目标为核心，以服务为导向，运用现代人力资源管理工具，服务销售一线，服务研发一线，服务生产一线，服务管理中心。为各部门提供切实有效的人力资源支持，使人力资源部真正成为业务部门的绩效伙伴。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51706" y="3190875"/>
            <a:ext cx="526314" cy="235157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11000">
        <p15:prstTrans prst="pageCurlDouble"/>
      </p:transition>
    </mc:Choice>
    <mc:Fallback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5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350"/>
                            </p:stCondLst>
                            <p:childTnLst>
                              <p:par>
                                <p:cTn id="3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85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35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8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35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85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35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1" grpId="0" animBg="1"/>
      <p:bldP spid="22" grpId="0" animBg="1"/>
      <p:bldP spid="24" grpId="0"/>
      <p:bldP spid="26" grpId="0"/>
      <p:bldP spid="27" grpId="0"/>
      <p:bldP spid="28" grpId="0"/>
      <p:bldP spid="37" grpId="0" animBg="1"/>
      <p:bldP spid="38" grpId="0" animBg="1"/>
      <p:bldP spid="43" grpId="0"/>
      <p:bldP spid="44" grpId="0"/>
      <p:bldP spid="46" grpId="0"/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545926" y="140830"/>
            <a:ext cx="2056765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明年重点工作 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81460" y="2768939"/>
            <a:ext cx="2228424" cy="1503133"/>
          </a:xfrm>
          <a:prstGeom prst="rect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78400" y="1057357"/>
            <a:ext cx="2228424" cy="1503133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880368" y="1043451"/>
            <a:ext cx="2228424" cy="1503133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634180" y="1145425"/>
            <a:ext cx="7168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  训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28700" y="1567424"/>
            <a:ext cx="196850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培训系统设计体系，培育内部培训师队伍，构建内部课程体系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594471" y="1145425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继任者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18468" y="1542024"/>
            <a:ext cx="2228424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加大梯队干部队伍的建设力度，拓宽继任者候选人的选拔面，系统设计、密切跟进继任者的培养、考核与评估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137240" y="2864706"/>
            <a:ext cx="7168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绩  效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19560" y="3261305"/>
            <a:ext cx="2228424" cy="951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全面推行绩效的过程管理，跟进绩效评价反馈及绩效改进计划的实施情况，引导部门负责人运用绩效管理工具完善团队建设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等腰三角形 31"/>
          <p:cNvSpPr/>
          <p:nvPr/>
        </p:nvSpPr>
        <p:spPr>
          <a:xfrm flipV="1">
            <a:off x="1888399" y="1492849"/>
            <a:ext cx="208427" cy="6947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 flipV="1">
            <a:off x="4391459" y="3204091"/>
            <a:ext cx="208427" cy="6947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878400" y="2758664"/>
            <a:ext cx="2228424" cy="1503133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381460" y="1043450"/>
            <a:ext cx="2228424" cy="150313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880368" y="2758663"/>
            <a:ext cx="2228424" cy="150313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2000">
        <p14:flip dir="r"/>
      </p:transition>
    </mc:Choice>
    <mc:Fallback>
      <p:transition spd="slow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3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3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8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3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8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8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300"/>
                            </p:stCondLst>
                            <p:childTnLst>
                              <p:par>
                                <p:cTn id="6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 animBg="1"/>
      <p:bldP spid="23" grpId="0" animBg="1"/>
      <p:bldP spid="24" grpId="0" animBg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2" grpId="1" animBg="1"/>
      <p:bldP spid="34" grpId="0" animBg="1"/>
      <p:bldP spid="34" grpId="1" animBg="1"/>
      <p:bldP spid="36" grpId="0" bldLvl="0" animBg="1"/>
      <p:bldP spid="37" grpId="0" bldLvl="0" animBg="1"/>
      <p:bldP spid="38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863124" y="1346624"/>
            <a:ext cx="2228424" cy="1188816"/>
          </a:xfrm>
          <a:custGeom>
            <a:avLst/>
            <a:gdLst>
              <a:gd name="connsiteX0" fmla="*/ 0 w 2228424"/>
              <a:gd name="connsiteY0" fmla="*/ 0 h 1188816"/>
              <a:gd name="connsiteX1" fmla="*/ 2228424 w 2228424"/>
              <a:gd name="connsiteY1" fmla="*/ 0 h 1188816"/>
              <a:gd name="connsiteX2" fmla="*/ 2228424 w 2228424"/>
              <a:gd name="connsiteY2" fmla="*/ 1188816 h 1188816"/>
              <a:gd name="connsiteX3" fmla="*/ 0 w 2228424"/>
              <a:gd name="connsiteY3" fmla="*/ 1188816 h 118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424" h="1188816">
                <a:moveTo>
                  <a:pt x="0" y="0"/>
                </a:moveTo>
                <a:lnTo>
                  <a:pt x="2228424" y="0"/>
                </a:lnTo>
                <a:lnTo>
                  <a:pt x="2228424" y="1188816"/>
                </a:lnTo>
                <a:lnTo>
                  <a:pt x="0" y="1188816"/>
                </a:lnTo>
                <a:close/>
              </a:path>
            </a:pathLst>
          </a:custGeom>
        </p:spPr>
      </p:pic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6446" y="1346624"/>
            <a:ext cx="2228424" cy="2786186"/>
          </a:xfrm>
          <a:custGeom>
            <a:avLst/>
            <a:gdLst>
              <a:gd name="connsiteX0" fmla="*/ 0 w 2228424"/>
              <a:gd name="connsiteY0" fmla="*/ 0 h 2786186"/>
              <a:gd name="connsiteX1" fmla="*/ 2228424 w 2228424"/>
              <a:gd name="connsiteY1" fmla="*/ 0 h 2786186"/>
              <a:gd name="connsiteX2" fmla="*/ 2228424 w 2228424"/>
              <a:gd name="connsiteY2" fmla="*/ 2786186 h 2786186"/>
              <a:gd name="connsiteX3" fmla="*/ 0 w 2228424"/>
              <a:gd name="connsiteY3" fmla="*/ 2786186 h 278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424" h="2786186">
                <a:moveTo>
                  <a:pt x="0" y="0"/>
                </a:moveTo>
                <a:lnTo>
                  <a:pt x="2228424" y="0"/>
                </a:lnTo>
                <a:lnTo>
                  <a:pt x="2228424" y="2786186"/>
                </a:lnTo>
                <a:lnTo>
                  <a:pt x="0" y="2786186"/>
                </a:lnTo>
                <a:close/>
              </a:path>
            </a:pathLst>
          </a:custGeom>
        </p:spPr>
      </p:pic>
      <p:sp>
        <p:nvSpPr>
          <p:cNvPr id="48" name="任意多边形 47"/>
          <p:cNvSpPr/>
          <p:nvPr/>
        </p:nvSpPr>
        <p:spPr>
          <a:xfrm>
            <a:off x="3264870" y="1346624"/>
            <a:ext cx="2598254" cy="524232"/>
          </a:xfrm>
          <a:custGeom>
            <a:avLst/>
            <a:gdLst>
              <a:gd name="connsiteX0" fmla="*/ 0 w 2228424"/>
              <a:gd name="connsiteY0" fmla="*/ 0 h 1188816"/>
              <a:gd name="connsiteX1" fmla="*/ 2228424 w 2228424"/>
              <a:gd name="connsiteY1" fmla="*/ 0 h 1188816"/>
              <a:gd name="connsiteX2" fmla="*/ 2228424 w 2228424"/>
              <a:gd name="connsiteY2" fmla="*/ 1188816 h 1188816"/>
              <a:gd name="connsiteX3" fmla="*/ 0 w 2228424"/>
              <a:gd name="connsiteY3" fmla="*/ 1188816 h 118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424" h="1188816">
                <a:moveTo>
                  <a:pt x="0" y="0"/>
                </a:moveTo>
                <a:lnTo>
                  <a:pt x="2228424" y="0"/>
                </a:lnTo>
                <a:lnTo>
                  <a:pt x="2228424" y="1188816"/>
                </a:lnTo>
                <a:lnTo>
                  <a:pt x="0" y="1188816"/>
                </a:lnTo>
                <a:close/>
              </a:path>
            </a:pathLst>
          </a:cu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3264870" y="1867024"/>
            <a:ext cx="2598254" cy="2265786"/>
          </a:xfrm>
          <a:custGeom>
            <a:avLst/>
            <a:gdLst>
              <a:gd name="connsiteX0" fmla="*/ 0 w 2228424"/>
              <a:gd name="connsiteY0" fmla="*/ 0 h 1188816"/>
              <a:gd name="connsiteX1" fmla="*/ 2228424 w 2228424"/>
              <a:gd name="connsiteY1" fmla="*/ 0 h 1188816"/>
              <a:gd name="connsiteX2" fmla="*/ 2228424 w 2228424"/>
              <a:gd name="connsiteY2" fmla="*/ 1188816 h 1188816"/>
              <a:gd name="connsiteX3" fmla="*/ 0 w 2228424"/>
              <a:gd name="connsiteY3" fmla="*/ 1188816 h 118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424" h="1188816">
                <a:moveTo>
                  <a:pt x="0" y="0"/>
                </a:moveTo>
                <a:lnTo>
                  <a:pt x="2228424" y="0"/>
                </a:lnTo>
                <a:lnTo>
                  <a:pt x="2228424" y="1188816"/>
                </a:lnTo>
                <a:lnTo>
                  <a:pt x="0" y="1188816"/>
                </a:lnTo>
                <a:close/>
              </a:path>
            </a:pathLst>
          </a:cu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5863124" y="2535439"/>
            <a:ext cx="2228424" cy="1597371"/>
          </a:xfrm>
          <a:custGeom>
            <a:avLst/>
            <a:gdLst>
              <a:gd name="connsiteX0" fmla="*/ 0 w 2228424"/>
              <a:gd name="connsiteY0" fmla="*/ 0 h 1188816"/>
              <a:gd name="connsiteX1" fmla="*/ 2228424 w 2228424"/>
              <a:gd name="connsiteY1" fmla="*/ 0 h 1188816"/>
              <a:gd name="connsiteX2" fmla="*/ 2228424 w 2228424"/>
              <a:gd name="connsiteY2" fmla="*/ 1188816 h 1188816"/>
              <a:gd name="connsiteX3" fmla="*/ 0 w 2228424"/>
              <a:gd name="connsiteY3" fmla="*/ 1188816 h 118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424" h="1188816">
                <a:moveTo>
                  <a:pt x="0" y="0"/>
                </a:moveTo>
                <a:lnTo>
                  <a:pt x="2228424" y="0"/>
                </a:lnTo>
                <a:lnTo>
                  <a:pt x="2228424" y="1188816"/>
                </a:lnTo>
                <a:lnTo>
                  <a:pt x="0" y="1188816"/>
                </a:lnTo>
                <a:close/>
              </a:path>
            </a:pathLst>
          </a:cu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TextBox 12"/>
          <p:cNvSpPr txBox="1"/>
          <p:nvPr/>
        </p:nvSpPr>
        <p:spPr>
          <a:xfrm>
            <a:off x="3591329" y="150990"/>
            <a:ext cx="19659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明年招聘工作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42521" y="1973288"/>
            <a:ext cx="2356023" cy="1912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扩宽招聘渠道，尝试摸索多种招聘渠道；</a:t>
            </a:r>
            <a:endParaRPr lang="zh-CN" altLang="en-US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完善“人才库”、充实企业人才信息资源</a:t>
            </a:r>
            <a:endParaRPr lang="zh-CN" altLang="en-US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进一步完善招聘台帐的设计，加强招聘效率指标的基础数据的记录与统计</a:t>
            </a:r>
            <a:endParaRPr lang="zh-CN" altLang="en-US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09999" y="1438372"/>
            <a:ext cx="1107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人员招聘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90759" y="3372025"/>
            <a:ext cx="1823841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提供人员支持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116103" y="3026148"/>
            <a:ext cx="1773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联合高等院校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611276" y="2126423"/>
            <a:ext cx="782807" cy="782807"/>
            <a:chOff x="5426075" y="2571750"/>
            <a:chExt cx="1460326" cy="1460326"/>
          </a:xfrm>
        </p:grpSpPr>
        <p:grpSp>
          <p:nvGrpSpPr>
            <p:cNvPr id="55" name="组合 54"/>
            <p:cNvGrpSpPr/>
            <p:nvPr/>
          </p:nvGrpSpPr>
          <p:grpSpPr>
            <a:xfrm>
              <a:off x="5426075" y="2571750"/>
              <a:ext cx="1460326" cy="1460326"/>
              <a:chOff x="3663021" y="1602646"/>
              <a:chExt cx="940730" cy="940730"/>
            </a:xfrm>
          </p:grpSpPr>
          <p:sp>
            <p:nvSpPr>
              <p:cNvPr id="60" name="椭圆 59"/>
              <p:cNvSpPr/>
              <p:nvPr/>
            </p:nvSpPr>
            <p:spPr>
              <a:xfrm>
                <a:off x="3663021" y="1602646"/>
                <a:ext cx="940730" cy="940730"/>
              </a:xfrm>
              <a:prstGeom prst="ellipse">
                <a:avLst/>
              </a:prstGeom>
              <a:solidFill>
                <a:srgbClr val="1899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3755714" y="1695339"/>
                <a:ext cx="755344" cy="7553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" name="矩形-1"/>
            <p:cNvSpPr/>
            <p:nvPr/>
          </p:nvSpPr>
          <p:spPr bwMode="auto">
            <a:xfrm>
              <a:off x="5895789" y="3064472"/>
              <a:ext cx="520899" cy="474882"/>
            </a:xfrm>
            <a:custGeom>
              <a:avLst/>
              <a:gdLst>
                <a:gd name="T0" fmla="*/ 493597 w 1939925"/>
                <a:gd name="T1" fmla="*/ 1733079 h 1768475"/>
                <a:gd name="T2" fmla="*/ 432444 w 1939925"/>
                <a:gd name="T3" fmla="*/ 1731256 h 1768475"/>
                <a:gd name="T4" fmla="*/ 382481 w 1939925"/>
                <a:gd name="T5" fmla="*/ 1692447 h 1768475"/>
                <a:gd name="T6" fmla="*/ 366347 w 1939925"/>
                <a:gd name="T7" fmla="*/ 1634364 h 1768475"/>
                <a:gd name="T8" fmla="*/ 388987 w 1939925"/>
                <a:gd name="T9" fmla="*/ 1577845 h 1768475"/>
                <a:gd name="T10" fmla="*/ 978135 w 1939925"/>
                <a:gd name="T11" fmla="*/ 1097558 h 1768475"/>
                <a:gd name="T12" fmla="*/ 1023934 w 1939925"/>
                <a:gd name="T13" fmla="*/ 1140795 h 1768475"/>
                <a:gd name="T14" fmla="*/ 1033823 w 1939925"/>
                <a:gd name="T15" fmla="*/ 1199919 h 1768475"/>
                <a:gd name="T16" fmla="*/ 1005459 w 1939925"/>
                <a:gd name="T17" fmla="*/ 1254615 h 1768475"/>
                <a:gd name="T18" fmla="*/ 907874 w 1939925"/>
                <a:gd name="T19" fmla="*/ 1091828 h 1768475"/>
                <a:gd name="T20" fmla="*/ 1354102 w 1939925"/>
                <a:gd name="T21" fmla="*/ 401443 h 1768475"/>
                <a:gd name="T22" fmla="*/ 1253373 w 1939925"/>
                <a:gd name="T23" fmla="*/ 436780 h 1768475"/>
                <a:gd name="T24" fmla="*/ 1166143 w 1939925"/>
                <a:gd name="T25" fmla="*/ 503817 h 1768475"/>
                <a:gd name="T26" fmla="*/ 1105912 w 1939925"/>
                <a:gd name="T27" fmla="*/ 593460 h 1768475"/>
                <a:gd name="T28" fmla="*/ 1079172 w 1939925"/>
                <a:gd name="T29" fmla="*/ 694015 h 1768475"/>
                <a:gd name="T30" fmla="*/ 1084624 w 1939925"/>
                <a:gd name="T31" fmla="*/ 797429 h 1768475"/>
                <a:gd name="T32" fmla="*/ 1123047 w 1939925"/>
                <a:gd name="T33" fmla="*/ 895126 h 1768475"/>
                <a:gd name="T34" fmla="*/ 1194440 w 1939925"/>
                <a:gd name="T35" fmla="*/ 979052 h 1768475"/>
                <a:gd name="T36" fmla="*/ 1287641 w 1939925"/>
                <a:gd name="T37" fmla="*/ 1035436 h 1768475"/>
                <a:gd name="T38" fmla="*/ 1390967 w 1939925"/>
                <a:gd name="T39" fmla="*/ 1059341 h 1768475"/>
                <a:gd name="T40" fmla="*/ 1496370 w 1939925"/>
                <a:gd name="T41" fmla="*/ 1051286 h 1768475"/>
                <a:gd name="T42" fmla="*/ 1595282 w 1939925"/>
                <a:gd name="T43" fmla="*/ 1011011 h 1768475"/>
                <a:gd name="T44" fmla="*/ 1679656 w 1939925"/>
                <a:gd name="T45" fmla="*/ 939297 h 1768475"/>
                <a:gd name="T46" fmla="*/ 1734434 w 1939925"/>
                <a:gd name="T47" fmla="*/ 847576 h 1768475"/>
                <a:gd name="T48" fmla="*/ 1756501 w 1939925"/>
                <a:gd name="T49" fmla="*/ 745722 h 1768475"/>
                <a:gd name="T50" fmla="*/ 1745858 w 1939925"/>
                <a:gd name="T51" fmla="*/ 643087 h 1768475"/>
                <a:gd name="T52" fmla="*/ 1701983 w 1939925"/>
                <a:gd name="T53" fmla="*/ 546950 h 1768475"/>
                <a:gd name="T54" fmla="*/ 1626436 w 1939925"/>
                <a:gd name="T55" fmla="*/ 466141 h 1768475"/>
                <a:gd name="T56" fmla="*/ 1531417 w 1939925"/>
                <a:gd name="T57" fmla="*/ 414954 h 1768475"/>
                <a:gd name="T58" fmla="*/ 1427053 w 1939925"/>
                <a:gd name="T59" fmla="*/ 395727 h 1768475"/>
                <a:gd name="T60" fmla="*/ 1512985 w 1939925"/>
                <a:gd name="T61" fmla="*/ 260353 h 1768475"/>
                <a:gd name="T62" fmla="*/ 1657070 w 1939925"/>
                <a:gd name="T63" fmla="*/ 312580 h 1768475"/>
                <a:gd name="T64" fmla="*/ 1781425 w 1939925"/>
                <a:gd name="T65" fmla="*/ 410277 h 1768475"/>
                <a:gd name="T66" fmla="*/ 1865799 w 1939925"/>
                <a:gd name="T67" fmla="*/ 540454 h 1768475"/>
                <a:gd name="T68" fmla="*/ 1903182 w 1939925"/>
                <a:gd name="T69" fmla="*/ 684921 h 1768475"/>
                <a:gd name="T70" fmla="*/ 1893317 w 1939925"/>
                <a:gd name="T71" fmla="*/ 833285 h 1768475"/>
                <a:gd name="T72" fmla="*/ 1836202 w 1939925"/>
                <a:gd name="T73" fmla="*/ 972816 h 1768475"/>
                <a:gd name="T74" fmla="*/ 1732358 w 1939925"/>
                <a:gd name="T75" fmla="*/ 1092339 h 1768475"/>
                <a:gd name="T76" fmla="*/ 1598138 w 1939925"/>
                <a:gd name="T77" fmla="*/ 1171069 h 1768475"/>
                <a:gd name="T78" fmla="*/ 1449639 w 1939925"/>
                <a:gd name="T79" fmla="*/ 1204327 h 1768475"/>
                <a:gd name="T80" fmla="*/ 1298285 w 1939925"/>
                <a:gd name="T81" fmla="*/ 1190816 h 1768475"/>
                <a:gd name="T82" fmla="*/ 1156537 w 1939925"/>
                <a:gd name="T83" fmla="*/ 1131574 h 1768475"/>
                <a:gd name="T84" fmla="*/ 1036855 w 1939925"/>
                <a:gd name="T85" fmla="*/ 1027122 h 1768475"/>
                <a:gd name="T86" fmla="*/ 959751 w 1939925"/>
                <a:gd name="T87" fmla="*/ 894346 h 1768475"/>
                <a:gd name="T88" fmla="*/ 929636 w 1939925"/>
                <a:gd name="T89" fmla="*/ 748060 h 1768475"/>
                <a:gd name="T90" fmla="*/ 946770 w 1939925"/>
                <a:gd name="T91" fmla="*/ 600475 h 1768475"/>
                <a:gd name="T92" fmla="*/ 1011154 w 1939925"/>
                <a:gd name="T93" fmla="*/ 463023 h 1768475"/>
                <a:gd name="T94" fmla="*/ 1120711 w 1939925"/>
                <a:gd name="T95" fmla="*/ 348696 h 1768475"/>
                <a:gd name="T96" fmla="*/ 1258305 w 1939925"/>
                <a:gd name="T97" fmla="*/ 276463 h 1768475"/>
                <a:gd name="T98" fmla="*/ 1408102 w 1939925"/>
                <a:gd name="T99" fmla="*/ 250999 h 1768475"/>
                <a:gd name="T100" fmla="*/ 1083489 w 1939925"/>
                <a:gd name="T101" fmla="*/ 222937 h 1768475"/>
                <a:gd name="T102" fmla="*/ 944546 w 1939925"/>
                <a:gd name="T103" fmla="*/ 340381 h 1768475"/>
                <a:gd name="T104" fmla="*/ 856506 w 1939925"/>
                <a:gd name="T105" fmla="*/ 472636 h 1768475"/>
                <a:gd name="T106" fmla="*/ 807682 w 1939925"/>
                <a:gd name="T107" fmla="*/ 618663 h 1768475"/>
                <a:gd name="T108" fmla="*/ 798333 w 1939925"/>
                <a:gd name="T109" fmla="*/ 770666 h 1768475"/>
                <a:gd name="T110" fmla="*/ 828198 w 1939925"/>
                <a:gd name="T111" fmla="*/ 920849 h 1768475"/>
                <a:gd name="T112" fmla="*/ 7532 w 1939925"/>
                <a:gd name="T113" fmla="*/ 162136 h 1768475"/>
                <a:gd name="T114" fmla="*/ 43371 w 1939925"/>
                <a:gd name="T115" fmla="*/ 49888 h 1768475"/>
                <a:gd name="T116" fmla="*/ 126736 w 1939925"/>
                <a:gd name="T117" fmla="*/ 5977 h 176847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39925" h="1768475">
                  <a:moveTo>
                    <a:pt x="829650" y="1186581"/>
                  </a:moveTo>
                  <a:lnTo>
                    <a:pt x="972217" y="1327678"/>
                  </a:lnTo>
                  <a:lnTo>
                    <a:pt x="545575" y="1739831"/>
                  </a:lnTo>
                  <a:lnTo>
                    <a:pt x="541865" y="1743544"/>
                  </a:lnTo>
                  <a:lnTo>
                    <a:pt x="537890" y="1746727"/>
                  </a:lnTo>
                  <a:lnTo>
                    <a:pt x="533650" y="1749645"/>
                  </a:lnTo>
                  <a:lnTo>
                    <a:pt x="529675" y="1752297"/>
                  </a:lnTo>
                  <a:lnTo>
                    <a:pt x="525435" y="1755214"/>
                  </a:lnTo>
                  <a:lnTo>
                    <a:pt x="520930" y="1757601"/>
                  </a:lnTo>
                  <a:lnTo>
                    <a:pt x="516425" y="1759458"/>
                  </a:lnTo>
                  <a:lnTo>
                    <a:pt x="511921" y="1761314"/>
                  </a:lnTo>
                  <a:lnTo>
                    <a:pt x="507416" y="1763171"/>
                  </a:lnTo>
                  <a:lnTo>
                    <a:pt x="502646" y="1764762"/>
                  </a:lnTo>
                  <a:lnTo>
                    <a:pt x="497876" y="1765823"/>
                  </a:lnTo>
                  <a:lnTo>
                    <a:pt x="493106" y="1766619"/>
                  </a:lnTo>
                  <a:lnTo>
                    <a:pt x="488336" y="1767680"/>
                  </a:lnTo>
                  <a:lnTo>
                    <a:pt x="483566" y="1768210"/>
                  </a:lnTo>
                  <a:lnTo>
                    <a:pt x="478531" y="1768475"/>
                  </a:lnTo>
                  <a:lnTo>
                    <a:pt x="473761" y="1768475"/>
                  </a:lnTo>
                  <a:lnTo>
                    <a:pt x="468991" y="1768475"/>
                  </a:lnTo>
                  <a:lnTo>
                    <a:pt x="463956" y="1767945"/>
                  </a:lnTo>
                  <a:lnTo>
                    <a:pt x="459186" y="1767414"/>
                  </a:lnTo>
                  <a:lnTo>
                    <a:pt x="454417" y="1766619"/>
                  </a:lnTo>
                  <a:lnTo>
                    <a:pt x="449647" y="1765558"/>
                  </a:lnTo>
                  <a:lnTo>
                    <a:pt x="444877" y="1764232"/>
                  </a:lnTo>
                  <a:lnTo>
                    <a:pt x="440372" y="1762906"/>
                  </a:lnTo>
                  <a:lnTo>
                    <a:pt x="435602" y="1761049"/>
                  </a:lnTo>
                  <a:lnTo>
                    <a:pt x="431097" y="1758927"/>
                  </a:lnTo>
                  <a:lnTo>
                    <a:pt x="426857" y="1756805"/>
                  </a:lnTo>
                  <a:lnTo>
                    <a:pt x="422352" y="1754419"/>
                  </a:lnTo>
                  <a:lnTo>
                    <a:pt x="418112" y="1751766"/>
                  </a:lnTo>
                  <a:lnTo>
                    <a:pt x="413872" y="1749114"/>
                  </a:lnTo>
                  <a:lnTo>
                    <a:pt x="410162" y="1745931"/>
                  </a:lnTo>
                  <a:lnTo>
                    <a:pt x="406187" y="1742484"/>
                  </a:lnTo>
                  <a:lnTo>
                    <a:pt x="402212" y="1739036"/>
                  </a:lnTo>
                  <a:lnTo>
                    <a:pt x="398768" y="1735323"/>
                  </a:lnTo>
                  <a:lnTo>
                    <a:pt x="395323" y="1731610"/>
                  </a:lnTo>
                  <a:lnTo>
                    <a:pt x="392143" y="1727366"/>
                  </a:lnTo>
                  <a:lnTo>
                    <a:pt x="389493" y="1723388"/>
                  </a:lnTo>
                  <a:lnTo>
                    <a:pt x="386843" y="1719409"/>
                  </a:lnTo>
                  <a:lnTo>
                    <a:pt x="384458" y="1714901"/>
                  </a:lnTo>
                  <a:lnTo>
                    <a:pt x="382338" y="1710657"/>
                  </a:lnTo>
                  <a:lnTo>
                    <a:pt x="380218" y="1706148"/>
                  </a:lnTo>
                  <a:lnTo>
                    <a:pt x="378363" y="1701640"/>
                  </a:lnTo>
                  <a:lnTo>
                    <a:pt x="377038" y="1696866"/>
                  </a:lnTo>
                  <a:lnTo>
                    <a:pt x="375713" y="1692357"/>
                  </a:lnTo>
                  <a:lnTo>
                    <a:pt x="374918" y="1687583"/>
                  </a:lnTo>
                  <a:lnTo>
                    <a:pt x="373858" y="1682809"/>
                  </a:lnTo>
                  <a:lnTo>
                    <a:pt x="373328" y="1678565"/>
                  </a:lnTo>
                  <a:lnTo>
                    <a:pt x="373063" y="1673791"/>
                  </a:lnTo>
                  <a:lnTo>
                    <a:pt x="373063" y="1669017"/>
                  </a:lnTo>
                  <a:lnTo>
                    <a:pt x="373063" y="1664243"/>
                  </a:lnTo>
                  <a:lnTo>
                    <a:pt x="373593" y="1659469"/>
                  </a:lnTo>
                  <a:lnTo>
                    <a:pt x="374388" y="1654695"/>
                  </a:lnTo>
                  <a:lnTo>
                    <a:pt x="374918" y="1649921"/>
                  </a:lnTo>
                  <a:lnTo>
                    <a:pt x="375978" y="1645413"/>
                  </a:lnTo>
                  <a:lnTo>
                    <a:pt x="377303" y="1640639"/>
                  </a:lnTo>
                  <a:lnTo>
                    <a:pt x="379158" y="1636130"/>
                  </a:lnTo>
                  <a:lnTo>
                    <a:pt x="380483" y="1631621"/>
                  </a:lnTo>
                  <a:lnTo>
                    <a:pt x="382603" y="1627113"/>
                  </a:lnTo>
                  <a:lnTo>
                    <a:pt x="384988" y="1622869"/>
                  </a:lnTo>
                  <a:lnTo>
                    <a:pt x="387373" y="1618625"/>
                  </a:lnTo>
                  <a:lnTo>
                    <a:pt x="390023" y="1614382"/>
                  </a:lnTo>
                  <a:lnTo>
                    <a:pt x="392938" y="1610404"/>
                  </a:lnTo>
                  <a:lnTo>
                    <a:pt x="396118" y="1606690"/>
                  </a:lnTo>
                  <a:lnTo>
                    <a:pt x="399563" y="1602712"/>
                  </a:lnTo>
                  <a:lnTo>
                    <a:pt x="403272" y="1599264"/>
                  </a:lnTo>
                  <a:lnTo>
                    <a:pt x="829650" y="1186581"/>
                  </a:lnTo>
                  <a:close/>
                  <a:moveTo>
                    <a:pt x="953403" y="1108075"/>
                  </a:moveTo>
                  <a:lnTo>
                    <a:pt x="958173" y="1108340"/>
                  </a:lnTo>
                  <a:lnTo>
                    <a:pt x="963208" y="1108606"/>
                  </a:lnTo>
                  <a:lnTo>
                    <a:pt x="967978" y="1109136"/>
                  </a:lnTo>
                  <a:lnTo>
                    <a:pt x="972747" y="1109932"/>
                  </a:lnTo>
                  <a:lnTo>
                    <a:pt x="977517" y="1110993"/>
                  </a:lnTo>
                  <a:lnTo>
                    <a:pt x="982287" y="1112053"/>
                  </a:lnTo>
                  <a:lnTo>
                    <a:pt x="986792" y="1113910"/>
                  </a:lnTo>
                  <a:lnTo>
                    <a:pt x="991562" y="1115501"/>
                  </a:lnTo>
                  <a:lnTo>
                    <a:pt x="996067" y="1117623"/>
                  </a:lnTo>
                  <a:lnTo>
                    <a:pt x="1000307" y="1119480"/>
                  </a:lnTo>
                  <a:lnTo>
                    <a:pt x="1004547" y="1121867"/>
                  </a:lnTo>
                  <a:lnTo>
                    <a:pt x="1009052" y="1124784"/>
                  </a:lnTo>
                  <a:lnTo>
                    <a:pt x="1013292" y="1127701"/>
                  </a:lnTo>
                  <a:lnTo>
                    <a:pt x="1017002" y="1130619"/>
                  </a:lnTo>
                  <a:lnTo>
                    <a:pt x="1020977" y="1133802"/>
                  </a:lnTo>
                  <a:lnTo>
                    <a:pt x="1024952" y="1137515"/>
                  </a:lnTo>
                  <a:lnTo>
                    <a:pt x="1028396" y="1140963"/>
                  </a:lnTo>
                  <a:lnTo>
                    <a:pt x="1031576" y="1144941"/>
                  </a:lnTo>
                  <a:lnTo>
                    <a:pt x="1034756" y="1149184"/>
                  </a:lnTo>
                  <a:lnTo>
                    <a:pt x="1037671" y="1152897"/>
                  </a:lnTo>
                  <a:lnTo>
                    <a:pt x="1040321" y="1157141"/>
                  </a:lnTo>
                  <a:lnTo>
                    <a:pt x="1042706" y="1161650"/>
                  </a:lnTo>
                  <a:lnTo>
                    <a:pt x="1044826" y="1165893"/>
                  </a:lnTo>
                  <a:lnTo>
                    <a:pt x="1046946" y="1170402"/>
                  </a:lnTo>
                  <a:lnTo>
                    <a:pt x="1048801" y="1174646"/>
                  </a:lnTo>
                  <a:lnTo>
                    <a:pt x="1049861" y="1179420"/>
                  </a:lnTo>
                  <a:lnTo>
                    <a:pt x="1051451" y="1183928"/>
                  </a:lnTo>
                  <a:lnTo>
                    <a:pt x="1052246" y="1188702"/>
                  </a:lnTo>
                  <a:lnTo>
                    <a:pt x="1053041" y="1193476"/>
                  </a:lnTo>
                  <a:lnTo>
                    <a:pt x="1053836" y="1197985"/>
                  </a:lnTo>
                  <a:lnTo>
                    <a:pt x="1054101" y="1202759"/>
                  </a:lnTo>
                  <a:lnTo>
                    <a:pt x="1054101" y="1207533"/>
                  </a:lnTo>
                  <a:lnTo>
                    <a:pt x="1053836" y="1212307"/>
                  </a:lnTo>
                  <a:lnTo>
                    <a:pt x="1053571" y="1217081"/>
                  </a:lnTo>
                  <a:lnTo>
                    <a:pt x="1052776" y="1221855"/>
                  </a:lnTo>
                  <a:lnTo>
                    <a:pt x="1051981" y="1226629"/>
                  </a:lnTo>
                  <a:lnTo>
                    <a:pt x="1051186" y="1231138"/>
                  </a:lnTo>
                  <a:lnTo>
                    <a:pt x="1049596" y="1235912"/>
                  </a:lnTo>
                  <a:lnTo>
                    <a:pt x="1048006" y="1240420"/>
                  </a:lnTo>
                  <a:lnTo>
                    <a:pt x="1046416" y="1244929"/>
                  </a:lnTo>
                  <a:lnTo>
                    <a:pt x="1044561" y="1249438"/>
                  </a:lnTo>
                  <a:lnTo>
                    <a:pt x="1042176" y="1253681"/>
                  </a:lnTo>
                  <a:lnTo>
                    <a:pt x="1039791" y="1257925"/>
                  </a:lnTo>
                  <a:lnTo>
                    <a:pt x="1037141" y="1262168"/>
                  </a:lnTo>
                  <a:lnTo>
                    <a:pt x="1033961" y="1266147"/>
                  </a:lnTo>
                  <a:lnTo>
                    <a:pt x="1031046" y="1269860"/>
                  </a:lnTo>
                  <a:lnTo>
                    <a:pt x="1027601" y="1273838"/>
                  </a:lnTo>
                  <a:lnTo>
                    <a:pt x="1023892" y="1277551"/>
                  </a:lnTo>
                  <a:lnTo>
                    <a:pt x="1018592" y="1282856"/>
                  </a:lnTo>
                  <a:lnTo>
                    <a:pt x="876024" y="1141758"/>
                  </a:lnTo>
                  <a:lnTo>
                    <a:pt x="881589" y="1136719"/>
                  </a:lnTo>
                  <a:lnTo>
                    <a:pt x="885299" y="1133006"/>
                  </a:lnTo>
                  <a:lnTo>
                    <a:pt x="889274" y="1129823"/>
                  </a:lnTo>
                  <a:lnTo>
                    <a:pt x="893514" y="1126641"/>
                  </a:lnTo>
                  <a:lnTo>
                    <a:pt x="897489" y="1123988"/>
                  </a:lnTo>
                  <a:lnTo>
                    <a:pt x="901729" y="1121336"/>
                  </a:lnTo>
                  <a:lnTo>
                    <a:pt x="906234" y="1118949"/>
                  </a:lnTo>
                  <a:lnTo>
                    <a:pt x="910738" y="1116827"/>
                  </a:lnTo>
                  <a:lnTo>
                    <a:pt x="915243" y="1115236"/>
                  </a:lnTo>
                  <a:lnTo>
                    <a:pt x="919748" y="1113380"/>
                  </a:lnTo>
                  <a:lnTo>
                    <a:pt x="924518" y="1111788"/>
                  </a:lnTo>
                  <a:lnTo>
                    <a:pt x="929288" y="1110727"/>
                  </a:lnTo>
                  <a:lnTo>
                    <a:pt x="934058" y="1109666"/>
                  </a:lnTo>
                  <a:lnTo>
                    <a:pt x="938828" y="1108871"/>
                  </a:lnTo>
                  <a:lnTo>
                    <a:pt x="943598" y="1108606"/>
                  </a:lnTo>
                  <a:lnTo>
                    <a:pt x="948633" y="1108340"/>
                  </a:lnTo>
                  <a:lnTo>
                    <a:pt x="953403" y="1108075"/>
                  </a:lnTo>
                  <a:close/>
                  <a:moveTo>
                    <a:pt x="1428629" y="402961"/>
                  </a:moveTo>
                  <a:lnTo>
                    <a:pt x="1420169" y="403755"/>
                  </a:lnTo>
                  <a:lnTo>
                    <a:pt x="1411974" y="404284"/>
                  </a:lnTo>
                  <a:lnTo>
                    <a:pt x="1403514" y="405078"/>
                  </a:lnTo>
                  <a:lnTo>
                    <a:pt x="1395318" y="406136"/>
                  </a:lnTo>
                  <a:lnTo>
                    <a:pt x="1387123" y="407194"/>
                  </a:lnTo>
                  <a:lnTo>
                    <a:pt x="1378927" y="408782"/>
                  </a:lnTo>
                  <a:lnTo>
                    <a:pt x="1370467" y="410105"/>
                  </a:lnTo>
                  <a:lnTo>
                    <a:pt x="1362536" y="411957"/>
                  </a:lnTo>
                  <a:lnTo>
                    <a:pt x="1354605" y="414074"/>
                  </a:lnTo>
                  <a:lnTo>
                    <a:pt x="1346409" y="416190"/>
                  </a:lnTo>
                  <a:lnTo>
                    <a:pt x="1338478" y="418571"/>
                  </a:lnTo>
                  <a:lnTo>
                    <a:pt x="1330547" y="421217"/>
                  </a:lnTo>
                  <a:lnTo>
                    <a:pt x="1322352" y="423863"/>
                  </a:lnTo>
                  <a:lnTo>
                    <a:pt x="1314685" y="426774"/>
                  </a:lnTo>
                  <a:lnTo>
                    <a:pt x="1307018" y="430213"/>
                  </a:lnTo>
                  <a:lnTo>
                    <a:pt x="1299351" y="433388"/>
                  </a:lnTo>
                  <a:lnTo>
                    <a:pt x="1291420" y="436828"/>
                  </a:lnTo>
                  <a:lnTo>
                    <a:pt x="1283753" y="440796"/>
                  </a:lnTo>
                  <a:lnTo>
                    <a:pt x="1276351" y="444765"/>
                  </a:lnTo>
                  <a:lnTo>
                    <a:pt x="1268948" y="448734"/>
                  </a:lnTo>
                  <a:lnTo>
                    <a:pt x="1261546" y="452967"/>
                  </a:lnTo>
                  <a:lnTo>
                    <a:pt x="1254408" y="457465"/>
                  </a:lnTo>
                  <a:lnTo>
                    <a:pt x="1247270" y="462228"/>
                  </a:lnTo>
                  <a:lnTo>
                    <a:pt x="1240132" y="466990"/>
                  </a:lnTo>
                  <a:lnTo>
                    <a:pt x="1232994" y="472282"/>
                  </a:lnTo>
                  <a:lnTo>
                    <a:pt x="1226120" y="477309"/>
                  </a:lnTo>
                  <a:lnTo>
                    <a:pt x="1219246" y="483130"/>
                  </a:lnTo>
                  <a:lnTo>
                    <a:pt x="1212637" y="488686"/>
                  </a:lnTo>
                  <a:lnTo>
                    <a:pt x="1206292" y="494771"/>
                  </a:lnTo>
                  <a:lnTo>
                    <a:pt x="1199683" y="500592"/>
                  </a:lnTo>
                  <a:lnTo>
                    <a:pt x="1193338" y="506942"/>
                  </a:lnTo>
                  <a:lnTo>
                    <a:pt x="1187522" y="513028"/>
                  </a:lnTo>
                  <a:lnTo>
                    <a:pt x="1181441" y="519642"/>
                  </a:lnTo>
                  <a:lnTo>
                    <a:pt x="1175889" y="526257"/>
                  </a:lnTo>
                  <a:lnTo>
                    <a:pt x="1170338" y="532871"/>
                  </a:lnTo>
                  <a:lnTo>
                    <a:pt x="1165050" y="539486"/>
                  </a:lnTo>
                  <a:lnTo>
                    <a:pt x="1160027" y="546365"/>
                  </a:lnTo>
                  <a:lnTo>
                    <a:pt x="1155004" y="553509"/>
                  </a:lnTo>
                  <a:lnTo>
                    <a:pt x="1150245" y="560388"/>
                  </a:lnTo>
                  <a:lnTo>
                    <a:pt x="1145751" y="567532"/>
                  </a:lnTo>
                  <a:lnTo>
                    <a:pt x="1141785" y="574940"/>
                  </a:lnTo>
                  <a:lnTo>
                    <a:pt x="1137555" y="582084"/>
                  </a:lnTo>
                  <a:lnTo>
                    <a:pt x="1133590" y="589492"/>
                  </a:lnTo>
                  <a:lnTo>
                    <a:pt x="1129889" y="596901"/>
                  </a:lnTo>
                  <a:lnTo>
                    <a:pt x="1126187" y="604309"/>
                  </a:lnTo>
                  <a:lnTo>
                    <a:pt x="1123015" y="612246"/>
                  </a:lnTo>
                  <a:lnTo>
                    <a:pt x="1119843" y="619919"/>
                  </a:lnTo>
                  <a:lnTo>
                    <a:pt x="1116934" y="627328"/>
                  </a:lnTo>
                  <a:lnTo>
                    <a:pt x="1114291" y="635265"/>
                  </a:lnTo>
                  <a:lnTo>
                    <a:pt x="1111647" y="643203"/>
                  </a:lnTo>
                  <a:lnTo>
                    <a:pt x="1109532" y="650876"/>
                  </a:lnTo>
                  <a:lnTo>
                    <a:pt x="1107153" y="658813"/>
                  </a:lnTo>
                  <a:lnTo>
                    <a:pt x="1105302" y="666486"/>
                  </a:lnTo>
                  <a:lnTo>
                    <a:pt x="1103716" y="674688"/>
                  </a:lnTo>
                  <a:lnTo>
                    <a:pt x="1102130" y="682626"/>
                  </a:lnTo>
                  <a:lnTo>
                    <a:pt x="1100808" y="690828"/>
                  </a:lnTo>
                  <a:lnTo>
                    <a:pt x="1099750" y="698765"/>
                  </a:lnTo>
                  <a:lnTo>
                    <a:pt x="1098957" y="706703"/>
                  </a:lnTo>
                  <a:lnTo>
                    <a:pt x="1097900" y="715169"/>
                  </a:lnTo>
                  <a:lnTo>
                    <a:pt x="1097371" y="723107"/>
                  </a:lnTo>
                  <a:lnTo>
                    <a:pt x="1097107" y="731044"/>
                  </a:lnTo>
                  <a:lnTo>
                    <a:pt x="1097107" y="739246"/>
                  </a:lnTo>
                  <a:lnTo>
                    <a:pt x="1097107" y="747449"/>
                  </a:lnTo>
                  <a:lnTo>
                    <a:pt x="1097371" y="755651"/>
                  </a:lnTo>
                  <a:lnTo>
                    <a:pt x="1097635" y="763588"/>
                  </a:lnTo>
                  <a:lnTo>
                    <a:pt x="1098164" y="771526"/>
                  </a:lnTo>
                  <a:lnTo>
                    <a:pt x="1099221" y="779992"/>
                  </a:lnTo>
                  <a:lnTo>
                    <a:pt x="1100279" y="787930"/>
                  </a:lnTo>
                  <a:lnTo>
                    <a:pt x="1101601" y="796132"/>
                  </a:lnTo>
                  <a:lnTo>
                    <a:pt x="1102923" y="804069"/>
                  </a:lnTo>
                  <a:lnTo>
                    <a:pt x="1104509" y="812007"/>
                  </a:lnTo>
                  <a:lnTo>
                    <a:pt x="1106360" y="819944"/>
                  </a:lnTo>
                  <a:lnTo>
                    <a:pt x="1108475" y="827882"/>
                  </a:lnTo>
                  <a:lnTo>
                    <a:pt x="1110854" y="835819"/>
                  </a:lnTo>
                  <a:lnTo>
                    <a:pt x="1113233" y="843757"/>
                  </a:lnTo>
                  <a:lnTo>
                    <a:pt x="1115877" y="851430"/>
                  </a:lnTo>
                  <a:lnTo>
                    <a:pt x="1118521" y="859103"/>
                  </a:lnTo>
                  <a:lnTo>
                    <a:pt x="1121429" y="866776"/>
                  </a:lnTo>
                  <a:lnTo>
                    <a:pt x="1124601" y="874449"/>
                  </a:lnTo>
                  <a:lnTo>
                    <a:pt x="1128302" y="882121"/>
                  </a:lnTo>
                  <a:lnTo>
                    <a:pt x="1131739" y="889530"/>
                  </a:lnTo>
                  <a:lnTo>
                    <a:pt x="1135705" y="896938"/>
                  </a:lnTo>
                  <a:lnTo>
                    <a:pt x="1139670" y="904346"/>
                  </a:lnTo>
                  <a:lnTo>
                    <a:pt x="1143636" y="911490"/>
                  </a:lnTo>
                  <a:lnTo>
                    <a:pt x="1148130" y="918634"/>
                  </a:lnTo>
                  <a:lnTo>
                    <a:pt x="1152889" y="925778"/>
                  </a:lnTo>
                  <a:lnTo>
                    <a:pt x="1157648" y="932921"/>
                  </a:lnTo>
                  <a:lnTo>
                    <a:pt x="1162671" y="939801"/>
                  </a:lnTo>
                  <a:lnTo>
                    <a:pt x="1167958" y="946680"/>
                  </a:lnTo>
                  <a:lnTo>
                    <a:pt x="1173510" y="953294"/>
                  </a:lnTo>
                  <a:lnTo>
                    <a:pt x="1178798" y="959909"/>
                  </a:lnTo>
                  <a:lnTo>
                    <a:pt x="1184878" y="966524"/>
                  </a:lnTo>
                  <a:lnTo>
                    <a:pt x="1190694" y="972874"/>
                  </a:lnTo>
                  <a:lnTo>
                    <a:pt x="1197039" y="979224"/>
                  </a:lnTo>
                  <a:lnTo>
                    <a:pt x="1203120" y="985309"/>
                  </a:lnTo>
                  <a:lnTo>
                    <a:pt x="1209729" y="991130"/>
                  </a:lnTo>
                  <a:lnTo>
                    <a:pt x="1216338" y="996951"/>
                  </a:lnTo>
                  <a:lnTo>
                    <a:pt x="1223212" y="1002507"/>
                  </a:lnTo>
                  <a:lnTo>
                    <a:pt x="1230086" y="1007799"/>
                  </a:lnTo>
                  <a:lnTo>
                    <a:pt x="1236695" y="1013090"/>
                  </a:lnTo>
                  <a:lnTo>
                    <a:pt x="1243833" y="1017853"/>
                  </a:lnTo>
                  <a:lnTo>
                    <a:pt x="1250971" y="1022615"/>
                  </a:lnTo>
                  <a:lnTo>
                    <a:pt x="1258109" y="1027378"/>
                  </a:lnTo>
                  <a:lnTo>
                    <a:pt x="1265776" y="1031876"/>
                  </a:lnTo>
                  <a:lnTo>
                    <a:pt x="1273178" y="1036109"/>
                  </a:lnTo>
                  <a:lnTo>
                    <a:pt x="1280581" y="1040078"/>
                  </a:lnTo>
                  <a:lnTo>
                    <a:pt x="1287983" y="1043782"/>
                  </a:lnTo>
                  <a:lnTo>
                    <a:pt x="1295650" y="1047486"/>
                  </a:lnTo>
                  <a:lnTo>
                    <a:pt x="1303317" y="1050926"/>
                  </a:lnTo>
                  <a:lnTo>
                    <a:pt x="1311248" y="1054365"/>
                  </a:lnTo>
                  <a:lnTo>
                    <a:pt x="1318915" y="1057276"/>
                  </a:lnTo>
                  <a:lnTo>
                    <a:pt x="1326846" y="1060186"/>
                  </a:lnTo>
                  <a:lnTo>
                    <a:pt x="1334513" y="1062832"/>
                  </a:lnTo>
                  <a:lnTo>
                    <a:pt x="1342708" y="1065213"/>
                  </a:lnTo>
                  <a:lnTo>
                    <a:pt x="1350639" y="1067330"/>
                  </a:lnTo>
                  <a:lnTo>
                    <a:pt x="1358835" y="1069446"/>
                  </a:lnTo>
                  <a:lnTo>
                    <a:pt x="1367030" y="1071563"/>
                  </a:lnTo>
                  <a:lnTo>
                    <a:pt x="1374962" y="1072886"/>
                  </a:lnTo>
                  <a:lnTo>
                    <a:pt x="1383422" y="1074738"/>
                  </a:lnTo>
                  <a:lnTo>
                    <a:pt x="1391353" y="1076061"/>
                  </a:lnTo>
                  <a:lnTo>
                    <a:pt x="1399813" y="1077119"/>
                  </a:lnTo>
                  <a:lnTo>
                    <a:pt x="1408008" y="1078178"/>
                  </a:lnTo>
                  <a:lnTo>
                    <a:pt x="1416468" y="1078707"/>
                  </a:lnTo>
                  <a:lnTo>
                    <a:pt x="1424399" y="1079236"/>
                  </a:lnTo>
                  <a:lnTo>
                    <a:pt x="1432859" y="1079501"/>
                  </a:lnTo>
                  <a:lnTo>
                    <a:pt x="1441055" y="1079765"/>
                  </a:lnTo>
                  <a:lnTo>
                    <a:pt x="1449515" y="1079501"/>
                  </a:lnTo>
                  <a:lnTo>
                    <a:pt x="1457710" y="1079501"/>
                  </a:lnTo>
                  <a:lnTo>
                    <a:pt x="1465906" y="1078971"/>
                  </a:lnTo>
                  <a:lnTo>
                    <a:pt x="1474366" y="1078442"/>
                  </a:lnTo>
                  <a:lnTo>
                    <a:pt x="1482561" y="1077384"/>
                  </a:lnTo>
                  <a:lnTo>
                    <a:pt x="1490757" y="1076590"/>
                  </a:lnTo>
                  <a:lnTo>
                    <a:pt x="1498952" y="1075267"/>
                  </a:lnTo>
                  <a:lnTo>
                    <a:pt x="1507412" y="1073944"/>
                  </a:lnTo>
                  <a:lnTo>
                    <a:pt x="1515343" y="1072357"/>
                  </a:lnTo>
                  <a:lnTo>
                    <a:pt x="1523803" y="1070505"/>
                  </a:lnTo>
                  <a:lnTo>
                    <a:pt x="1531734" y="1068653"/>
                  </a:lnTo>
                  <a:lnTo>
                    <a:pt x="1539666" y="1066536"/>
                  </a:lnTo>
                  <a:lnTo>
                    <a:pt x="1547861" y="1064155"/>
                  </a:lnTo>
                  <a:lnTo>
                    <a:pt x="1555792" y="1061509"/>
                  </a:lnTo>
                  <a:lnTo>
                    <a:pt x="1563459" y="1058599"/>
                  </a:lnTo>
                  <a:lnTo>
                    <a:pt x="1571655" y="1055688"/>
                  </a:lnTo>
                  <a:lnTo>
                    <a:pt x="1579321" y="1052513"/>
                  </a:lnTo>
                  <a:lnTo>
                    <a:pt x="1586988" y="1049074"/>
                  </a:lnTo>
                  <a:lnTo>
                    <a:pt x="1594655" y="1045634"/>
                  </a:lnTo>
                  <a:lnTo>
                    <a:pt x="1602322" y="1041930"/>
                  </a:lnTo>
                  <a:lnTo>
                    <a:pt x="1609988" y="1037961"/>
                  </a:lnTo>
                  <a:lnTo>
                    <a:pt x="1617391" y="1033728"/>
                  </a:lnTo>
                  <a:lnTo>
                    <a:pt x="1624529" y="1029494"/>
                  </a:lnTo>
                  <a:lnTo>
                    <a:pt x="1631931" y="1024996"/>
                  </a:lnTo>
                  <a:lnTo>
                    <a:pt x="1639069" y="1020234"/>
                  </a:lnTo>
                  <a:lnTo>
                    <a:pt x="1646208" y="1015471"/>
                  </a:lnTo>
                  <a:lnTo>
                    <a:pt x="1653081" y="1010180"/>
                  </a:lnTo>
                  <a:lnTo>
                    <a:pt x="1659955" y="1005153"/>
                  </a:lnTo>
                  <a:lnTo>
                    <a:pt x="1666829" y="999596"/>
                  </a:lnTo>
                  <a:lnTo>
                    <a:pt x="1673438" y="993776"/>
                  </a:lnTo>
                  <a:lnTo>
                    <a:pt x="1680047" y="987955"/>
                  </a:lnTo>
                  <a:lnTo>
                    <a:pt x="1686392" y="981869"/>
                  </a:lnTo>
                  <a:lnTo>
                    <a:pt x="1692473" y="975784"/>
                  </a:lnTo>
                  <a:lnTo>
                    <a:pt x="1698818" y="969434"/>
                  </a:lnTo>
                  <a:lnTo>
                    <a:pt x="1704898" y="962819"/>
                  </a:lnTo>
                  <a:lnTo>
                    <a:pt x="1710450" y="956469"/>
                  </a:lnTo>
                  <a:lnTo>
                    <a:pt x="1715737" y="949855"/>
                  </a:lnTo>
                  <a:lnTo>
                    <a:pt x="1721025" y="942976"/>
                  </a:lnTo>
                  <a:lnTo>
                    <a:pt x="1726048" y="936096"/>
                  </a:lnTo>
                  <a:lnTo>
                    <a:pt x="1731335" y="929217"/>
                  </a:lnTo>
                  <a:lnTo>
                    <a:pt x="1735565" y="922074"/>
                  </a:lnTo>
                  <a:lnTo>
                    <a:pt x="1740060" y="914930"/>
                  </a:lnTo>
                  <a:lnTo>
                    <a:pt x="1744554" y="907786"/>
                  </a:lnTo>
                  <a:lnTo>
                    <a:pt x="1748784" y="900378"/>
                  </a:lnTo>
                  <a:lnTo>
                    <a:pt x="1752750" y="892969"/>
                  </a:lnTo>
                  <a:lnTo>
                    <a:pt x="1756186" y="885561"/>
                  </a:lnTo>
                  <a:lnTo>
                    <a:pt x="1759888" y="878153"/>
                  </a:lnTo>
                  <a:lnTo>
                    <a:pt x="1763060" y="870480"/>
                  </a:lnTo>
                  <a:lnTo>
                    <a:pt x="1766232" y="863071"/>
                  </a:lnTo>
                  <a:lnTo>
                    <a:pt x="1769405" y="855134"/>
                  </a:lnTo>
                  <a:lnTo>
                    <a:pt x="1772049" y="847461"/>
                  </a:lnTo>
                  <a:lnTo>
                    <a:pt x="1774428" y="839524"/>
                  </a:lnTo>
                  <a:lnTo>
                    <a:pt x="1776807" y="831851"/>
                  </a:lnTo>
                  <a:lnTo>
                    <a:pt x="1778922" y="823649"/>
                  </a:lnTo>
                  <a:lnTo>
                    <a:pt x="1780773" y="815976"/>
                  </a:lnTo>
                  <a:lnTo>
                    <a:pt x="1782624" y="808038"/>
                  </a:lnTo>
                  <a:lnTo>
                    <a:pt x="1784210" y="799836"/>
                  </a:lnTo>
                  <a:lnTo>
                    <a:pt x="1785267" y="791899"/>
                  </a:lnTo>
                  <a:lnTo>
                    <a:pt x="1786589" y="783961"/>
                  </a:lnTo>
                  <a:lnTo>
                    <a:pt x="1787382" y="775759"/>
                  </a:lnTo>
                  <a:lnTo>
                    <a:pt x="1788440" y="767821"/>
                  </a:lnTo>
                  <a:lnTo>
                    <a:pt x="1788704" y="759355"/>
                  </a:lnTo>
                  <a:lnTo>
                    <a:pt x="1789233" y="751417"/>
                  </a:lnTo>
                  <a:lnTo>
                    <a:pt x="1789233" y="743480"/>
                  </a:lnTo>
                  <a:lnTo>
                    <a:pt x="1789233" y="735278"/>
                  </a:lnTo>
                  <a:lnTo>
                    <a:pt x="1788968" y="727076"/>
                  </a:lnTo>
                  <a:lnTo>
                    <a:pt x="1788704" y="718874"/>
                  </a:lnTo>
                  <a:lnTo>
                    <a:pt x="1787647" y="710936"/>
                  </a:lnTo>
                  <a:lnTo>
                    <a:pt x="1787118" y="702999"/>
                  </a:lnTo>
                  <a:lnTo>
                    <a:pt x="1786060" y="694796"/>
                  </a:lnTo>
                  <a:lnTo>
                    <a:pt x="1784739" y="686594"/>
                  </a:lnTo>
                  <a:lnTo>
                    <a:pt x="1783152" y="678392"/>
                  </a:lnTo>
                  <a:lnTo>
                    <a:pt x="1781830" y="670719"/>
                  </a:lnTo>
                  <a:lnTo>
                    <a:pt x="1779715" y="662782"/>
                  </a:lnTo>
                  <a:lnTo>
                    <a:pt x="1777865" y="654844"/>
                  </a:lnTo>
                  <a:lnTo>
                    <a:pt x="1775486" y="646907"/>
                  </a:lnTo>
                  <a:lnTo>
                    <a:pt x="1773106" y="638969"/>
                  </a:lnTo>
                  <a:lnTo>
                    <a:pt x="1770462" y="631296"/>
                  </a:lnTo>
                  <a:lnTo>
                    <a:pt x="1767554" y="623359"/>
                  </a:lnTo>
                  <a:lnTo>
                    <a:pt x="1764646" y="615686"/>
                  </a:lnTo>
                  <a:lnTo>
                    <a:pt x="1761209" y="608278"/>
                  </a:lnTo>
                  <a:lnTo>
                    <a:pt x="1758037" y="600605"/>
                  </a:lnTo>
                  <a:lnTo>
                    <a:pt x="1754336" y="593196"/>
                  </a:lnTo>
                  <a:lnTo>
                    <a:pt x="1750634" y="585788"/>
                  </a:lnTo>
                  <a:lnTo>
                    <a:pt x="1746405" y="578380"/>
                  </a:lnTo>
                  <a:lnTo>
                    <a:pt x="1742175" y="571236"/>
                  </a:lnTo>
                  <a:lnTo>
                    <a:pt x="1737680" y="564092"/>
                  </a:lnTo>
                  <a:lnTo>
                    <a:pt x="1733186" y="556949"/>
                  </a:lnTo>
                  <a:lnTo>
                    <a:pt x="1728427" y="549805"/>
                  </a:lnTo>
                  <a:lnTo>
                    <a:pt x="1723404" y="542926"/>
                  </a:lnTo>
                  <a:lnTo>
                    <a:pt x="1718117" y="536046"/>
                  </a:lnTo>
                  <a:lnTo>
                    <a:pt x="1712829" y="529167"/>
                  </a:lnTo>
                  <a:lnTo>
                    <a:pt x="1707278" y="522553"/>
                  </a:lnTo>
                  <a:lnTo>
                    <a:pt x="1701461" y="516203"/>
                  </a:lnTo>
                  <a:lnTo>
                    <a:pt x="1695381" y="509853"/>
                  </a:lnTo>
                  <a:lnTo>
                    <a:pt x="1689300" y="503238"/>
                  </a:lnTo>
                  <a:lnTo>
                    <a:pt x="1682691" y="497417"/>
                  </a:lnTo>
                  <a:lnTo>
                    <a:pt x="1676346" y="491332"/>
                  </a:lnTo>
                  <a:lnTo>
                    <a:pt x="1669737" y="485776"/>
                  </a:lnTo>
                  <a:lnTo>
                    <a:pt x="1663127" y="479955"/>
                  </a:lnTo>
                  <a:lnTo>
                    <a:pt x="1656254" y="474663"/>
                  </a:lnTo>
                  <a:lnTo>
                    <a:pt x="1649116" y="469371"/>
                  </a:lnTo>
                  <a:lnTo>
                    <a:pt x="1642242" y="464609"/>
                  </a:lnTo>
                  <a:lnTo>
                    <a:pt x="1635104" y="459846"/>
                  </a:lnTo>
                  <a:lnTo>
                    <a:pt x="1627966" y="455084"/>
                  </a:lnTo>
                  <a:lnTo>
                    <a:pt x="1620563" y="450586"/>
                  </a:lnTo>
                  <a:lnTo>
                    <a:pt x="1613161" y="446353"/>
                  </a:lnTo>
                  <a:lnTo>
                    <a:pt x="1605759" y="442649"/>
                  </a:lnTo>
                  <a:lnTo>
                    <a:pt x="1598356" y="438680"/>
                  </a:lnTo>
                  <a:lnTo>
                    <a:pt x="1590689" y="435240"/>
                  </a:lnTo>
                  <a:lnTo>
                    <a:pt x="1582758" y="431536"/>
                  </a:lnTo>
                  <a:lnTo>
                    <a:pt x="1575091" y="428361"/>
                  </a:lnTo>
                  <a:lnTo>
                    <a:pt x="1567425" y="425451"/>
                  </a:lnTo>
                  <a:lnTo>
                    <a:pt x="1559493" y="422540"/>
                  </a:lnTo>
                  <a:lnTo>
                    <a:pt x="1551298" y="419894"/>
                  </a:lnTo>
                  <a:lnTo>
                    <a:pt x="1543631" y="417249"/>
                  </a:lnTo>
                  <a:lnTo>
                    <a:pt x="1535436" y="415132"/>
                  </a:lnTo>
                  <a:lnTo>
                    <a:pt x="1527240" y="413015"/>
                  </a:lnTo>
                  <a:lnTo>
                    <a:pt x="1519309" y="411163"/>
                  </a:lnTo>
                  <a:lnTo>
                    <a:pt x="1511113" y="409576"/>
                  </a:lnTo>
                  <a:lnTo>
                    <a:pt x="1502918" y="407988"/>
                  </a:lnTo>
                  <a:lnTo>
                    <a:pt x="1494458" y="406665"/>
                  </a:lnTo>
                  <a:lnTo>
                    <a:pt x="1486527" y="405342"/>
                  </a:lnTo>
                  <a:lnTo>
                    <a:pt x="1478331" y="404549"/>
                  </a:lnTo>
                  <a:lnTo>
                    <a:pt x="1469871" y="404019"/>
                  </a:lnTo>
                  <a:lnTo>
                    <a:pt x="1461676" y="403226"/>
                  </a:lnTo>
                  <a:lnTo>
                    <a:pt x="1453216" y="402961"/>
                  </a:lnTo>
                  <a:lnTo>
                    <a:pt x="1445020" y="402961"/>
                  </a:lnTo>
                  <a:lnTo>
                    <a:pt x="1436560" y="402961"/>
                  </a:lnTo>
                  <a:lnTo>
                    <a:pt x="1428629" y="402961"/>
                  </a:lnTo>
                  <a:close/>
                  <a:moveTo>
                    <a:pt x="1433917" y="255588"/>
                  </a:moveTo>
                  <a:lnTo>
                    <a:pt x="1445813" y="255588"/>
                  </a:lnTo>
                  <a:lnTo>
                    <a:pt x="1457710" y="255853"/>
                  </a:lnTo>
                  <a:lnTo>
                    <a:pt x="1469871" y="256117"/>
                  </a:lnTo>
                  <a:lnTo>
                    <a:pt x="1481768" y="256911"/>
                  </a:lnTo>
                  <a:lnTo>
                    <a:pt x="1493665" y="257969"/>
                  </a:lnTo>
                  <a:lnTo>
                    <a:pt x="1505297" y="259292"/>
                  </a:lnTo>
                  <a:lnTo>
                    <a:pt x="1517194" y="260880"/>
                  </a:lnTo>
                  <a:lnTo>
                    <a:pt x="1529091" y="262732"/>
                  </a:lnTo>
                  <a:lnTo>
                    <a:pt x="1540723" y="265113"/>
                  </a:lnTo>
                  <a:lnTo>
                    <a:pt x="1552620" y="267494"/>
                  </a:lnTo>
                  <a:lnTo>
                    <a:pt x="1564252" y="270140"/>
                  </a:lnTo>
                  <a:lnTo>
                    <a:pt x="1575620" y="273051"/>
                  </a:lnTo>
                  <a:lnTo>
                    <a:pt x="1587252" y="276226"/>
                  </a:lnTo>
                  <a:lnTo>
                    <a:pt x="1598885" y="279930"/>
                  </a:lnTo>
                  <a:lnTo>
                    <a:pt x="1610253" y="283634"/>
                  </a:lnTo>
                  <a:lnTo>
                    <a:pt x="1621621" y="287603"/>
                  </a:lnTo>
                  <a:lnTo>
                    <a:pt x="1632725" y="292101"/>
                  </a:lnTo>
                  <a:lnTo>
                    <a:pt x="1643828" y="296863"/>
                  </a:lnTo>
                  <a:lnTo>
                    <a:pt x="1654932" y="301626"/>
                  </a:lnTo>
                  <a:lnTo>
                    <a:pt x="1665771" y="306917"/>
                  </a:lnTo>
                  <a:lnTo>
                    <a:pt x="1676875" y="312209"/>
                  </a:lnTo>
                  <a:lnTo>
                    <a:pt x="1687450" y="318294"/>
                  </a:lnTo>
                  <a:lnTo>
                    <a:pt x="1698024" y="324115"/>
                  </a:lnTo>
                  <a:lnTo>
                    <a:pt x="1708599" y="330465"/>
                  </a:lnTo>
                  <a:lnTo>
                    <a:pt x="1719174" y="337080"/>
                  </a:lnTo>
                  <a:lnTo>
                    <a:pt x="1729220" y="343694"/>
                  </a:lnTo>
                  <a:lnTo>
                    <a:pt x="1739266" y="350838"/>
                  </a:lnTo>
                  <a:lnTo>
                    <a:pt x="1749048" y="358511"/>
                  </a:lnTo>
                  <a:lnTo>
                    <a:pt x="1758830" y="366184"/>
                  </a:lnTo>
                  <a:lnTo>
                    <a:pt x="1768612" y="374121"/>
                  </a:lnTo>
                  <a:lnTo>
                    <a:pt x="1778129" y="382588"/>
                  </a:lnTo>
                  <a:lnTo>
                    <a:pt x="1787382" y="391055"/>
                  </a:lnTo>
                  <a:lnTo>
                    <a:pt x="1796635" y="399786"/>
                  </a:lnTo>
                  <a:lnTo>
                    <a:pt x="1805624" y="409046"/>
                  </a:lnTo>
                  <a:lnTo>
                    <a:pt x="1814084" y="417778"/>
                  </a:lnTo>
                  <a:lnTo>
                    <a:pt x="1822544" y="427303"/>
                  </a:lnTo>
                  <a:lnTo>
                    <a:pt x="1830475" y="436828"/>
                  </a:lnTo>
                  <a:lnTo>
                    <a:pt x="1838142" y="446353"/>
                  </a:lnTo>
                  <a:lnTo>
                    <a:pt x="1845808" y="456407"/>
                  </a:lnTo>
                  <a:lnTo>
                    <a:pt x="1852947" y="466461"/>
                  </a:lnTo>
                  <a:lnTo>
                    <a:pt x="1859556" y="476515"/>
                  </a:lnTo>
                  <a:lnTo>
                    <a:pt x="1866430" y="486569"/>
                  </a:lnTo>
                  <a:lnTo>
                    <a:pt x="1872774" y="497153"/>
                  </a:lnTo>
                  <a:lnTo>
                    <a:pt x="1878591" y="507471"/>
                  </a:lnTo>
                  <a:lnTo>
                    <a:pt x="1884671" y="517790"/>
                  </a:lnTo>
                  <a:lnTo>
                    <a:pt x="1889959" y="528638"/>
                  </a:lnTo>
                  <a:lnTo>
                    <a:pt x="1895246" y="539221"/>
                  </a:lnTo>
                  <a:lnTo>
                    <a:pt x="1900005" y="550334"/>
                  </a:lnTo>
                  <a:lnTo>
                    <a:pt x="1904764" y="560917"/>
                  </a:lnTo>
                  <a:lnTo>
                    <a:pt x="1908993" y="572294"/>
                  </a:lnTo>
                  <a:lnTo>
                    <a:pt x="1913223" y="583407"/>
                  </a:lnTo>
                  <a:lnTo>
                    <a:pt x="1916925" y="594519"/>
                  </a:lnTo>
                  <a:lnTo>
                    <a:pt x="1920361" y="605632"/>
                  </a:lnTo>
                  <a:lnTo>
                    <a:pt x="1923534" y="617009"/>
                  </a:lnTo>
                  <a:lnTo>
                    <a:pt x="1926442" y="628651"/>
                  </a:lnTo>
                  <a:lnTo>
                    <a:pt x="1929350" y="639763"/>
                  </a:lnTo>
                  <a:lnTo>
                    <a:pt x="1931729" y="651405"/>
                  </a:lnTo>
                  <a:lnTo>
                    <a:pt x="1933580" y="662782"/>
                  </a:lnTo>
                  <a:lnTo>
                    <a:pt x="1935431" y="674424"/>
                  </a:lnTo>
                  <a:lnTo>
                    <a:pt x="1937017" y="686065"/>
                  </a:lnTo>
                  <a:lnTo>
                    <a:pt x="1938074" y="697442"/>
                  </a:lnTo>
                  <a:lnTo>
                    <a:pt x="1939132" y="709084"/>
                  </a:lnTo>
                  <a:lnTo>
                    <a:pt x="1939661" y="720726"/>
                  </a:lnTo>
                  <a:lnTo>
                    <a:pt x="1939925" y="732632"/>
                  </a:lnTo>
                  <a:lnTo>
                    <a:pt x="1939925" y="744274"/>
                  </a:lnTo>
                  <a:lnTo>
                    <a:pt x="1939925" y="755915"/>
                  </a:lnTo>
                  <a:lnTo>
                    <a:pt x="1939396" y="767557"/>
                  </a:lnTo>
                  <a:lnTo>
                    <a:pt x="1938339" y="779199"/>
                  </a:lnTo>
                  <a:lnTo>
                    <a:pt x="1937546" y="790576"/>
                  </a:lnTo>
                  <a:lnTo>
                    <a:pt x="1935959" y="802217"/>
                  </a:lnTo>
                  <a:lnTo>
                    <a:pt x="1934638" y="813859"/>
                  </a:lnTo>
                  <a:lnTo>
                    <a:pt x="1932523" y="825501"/>
                  </a:lnTo>
                  <a:lnTo>
                    <a:pt x="1930408" y="837142"/>
                  </a:lnTo>
                  <a:lnTo>
                    <a:pt x="1928028" y="848519"/>
                  </a:lnTo>
                  <a:lnTo>
                    <a:pt x="1925120" y="859632"/>
                  </a:lnTo>
                  <a:lnTo>
                    <a:pt x="1922212" y="871009"/>
                  </a:lnTo>
                  <a:lnTo>
                    <a:pt x="1918775" y="882386"/>
                  </a:lnTo>
                  <a:lnTo>
                    <a:pt x="1915338" y="893499"/>
                  </a:lnTo>
                  <a:lnTo>
                    <a:pt x="1911373" y="904876"/>
                  </a:lnTo>
                  <a:lnTo>
                    <a:pt x="1907143" y="915988"/>
                  </a:lnTo>
                  <a:lnTo>
                    <a:pt x="1902648" y="926836"/>
                  </a:lnTo>
                  <a:lnTo>
                    <a:pt x="1898154" y="937684"/>
                  </a:lnTo>
                  <a:lnTo>
                    <a:pt x="1892867" y="948532"/>
                  </a:lnTo>
                  <a:lnTo>
                    <a:pt x="1887579" y="959380"/>
                  </a:lnTo>
                  <a:lnTo>
                    <a:pt x="1882028" y="969699"/>
                  </a:lnTo>
                  <a:lnTo>
                    <a:pt x="1875947" y="980282"/>
                  </a:lnTo>
                  <a:lnTo>
                    <a:pt x="1869866" y="990601"/>
                  </a:lnTo>
                  <a:lnTo>
                    <a:pt x="1863521" y="1000919"/>
                  </a:lnTo>
                  <a:lnTo>
                    <a:pt x="1856648" y="1011238"/>
                  </a:lnTo>
                  <a:lnTo>
                    <a:pt x="1849510" y="1021028"/>
                  </a:lnTo>
                  <a:lnTo>
                    <a:pt x="1842372" y="1031082"/>
                  </a:lnTo>
                  <a:lnTo>
                    <a:pt x="1834705" y="1040607"/>
                  </a:lnTo>
                  <a:lnTo>
                    <a:pt x="1827038" y="1050396"/>
                  </a:lnTo>
                  <a:lnTo>
                    <a:pt x="1818578" y="1059657"/>
                  </a:lnTo>
                  <a:lnTo>
                    <a:pt x="1810383" y="1068917"/>
                  </a:lnTo>
                  <a:lnTo>
                    <a:pt x="1801658" y="1078178"/>
                  </a:lnTo>
                  <a:lnTo>
                    <a:pt x="1792405" y="1086909"/>
                  </a:lnTo>
                  <a:lnTo>
                    <a:pt x="1783152" y="1095640"/>
                  </a:lnTo>
                  <a:lnTo>
                    <a:pt x="1774164" y="1103842"/>
                  </a:lnTo>
                  <a:lnTo>
                    <a:pt x="1764118" y="1112309"/>
                  </a:lnTo>
                  <a:lnTo>
                    <a:pt x="1754600" y="1119982"/>
                  </a:lnTo>
                  <a:lnTo>
                    <a:pt x="1744554" y="1127655"/>
                  </a:lnTo>
                  <a:lnTo>
                    <a:pt x="1734772" y="1134799"/>
                  </a:lnTo>
                  <a:lnTo>
                    <a:pt x="1724726" y="1141942"/>
                  </a:lnTo>
                  <a:lnTo>
                    <a:pt x="1714416" y="1148821"/>
                  </a:lnTo>
                  <a:lnTo>
                    <a:pt x="1703841" y="1155171"/>
                  </a:lnTo>
                  <a:lnTo>
                    <a:pt x="1693266" y="1161257"/>
                  </a:lnTo>
                  <a:lnTo>
                    <a:pt x="1682426" y="1167342"/>
                  </a:lnTo>
                  <a:lnTo>
                    <a:pt x="1671852" y="1172899"/>
                  </a:lnTo>
                  <a:lnTo>
                    <a:pt x="1660748" y="1178190"/>
                  </a:lnTo>
                  <a:lnTo>
                    <a:pt x="1649644" y="1183482"/>
                  </a:lnTo>
                  <a:lnTo>
                    <a:pt x="1638805" y="1188244"/>
                  </a:lnTo>
                  <a:lnTo>
                    <a:pt x="1627437" y="1192478"/>
                  </a:lnTo>
                  <a:lnTo>
                    <a:pt x="1616069" y="1196976"/>
                  </a:lnTo>
                  <a:lnTo>
                    <a:pt x="1604965" y="1200944"/>
                  </a:lnTo>
                  <a:lnTo>
                    <a:pt x="1593597" y="1204384"/>
                  </a:lnTo>
                  <a:lnTo>
                    <a:pt x="1581965" y="1208088"/>
                  </a:lnTo>
                  <a:lnTo>
                    <a:pt x="1570333" y="1210999"/>
                  </a:lnTo>
                  <a:lnTo>
                    <a:pt x="1558700" y="1213909"/>
                  </a:lnTo>
                  <a:lnTo>
                    <a:pt x="1546804" y="1216819"/>
                  </a:lnTo>
                  <a:lnTo>
                    <a:pt x="1535436" y="1218671"/>
                  </a:lnTo>
                  <a:lnTo>
                    <a:pt x="1523539" y="1220788"/>
                  </a:lnTo>
                  <a:lnTo>
                    <a:pt x="1511906" y="1222640"/>
                  </a:lnTo>
                  <a:lnTo>
                    <a:pt x="1500010" y="1224228"/>
                  </a:lnTo>
                  <a:lnTo>
                    <a:pt x="1488113" y="1225286"/>
                  </a:lnTo>
                  <a:lnTo>
                    <a:pt x="1476216" y="1226344"/>
                  </a:lnTo>
                  <a:lnTo>
                    <a:pt x="1464319" y="1226874"/>
                  </a:lnTo>
                  <a:lnTo>
                    <a:pt x="1452423" y="1227138"/>
                  </a:lnTo>
                  <a:lnTo>
                    <a:pt x="1440526" y="1227138"/>
                  </a:lnTo>
                  <a:lnTo>
                    <a:pt x="1428365" y="1227138"/>
                  </a:lnTo>
                  <a:lnTo>
                    <a:pt x="1416468" y="1226609"/>
                  </a:lnTo>
                  <a:lnTo>
                    <a:pt x="1404571" y="1225815"/>
                  </a:lnTo>
                  <a:lnTo>
                    <a:pt x="1392675" y="1224757"/>
                  </a:lnTo>
                  <a:lnTo>
                    <a:pt x="1380778" y="1223434"/>
                  </a:lnTo>
                  <a:lnTo>
                    <a:pt x="1369145" y="1221846"/>
                  </a:lnTo>
                  <a:lnTo>
                    <a:pt x="1357249" y="1219994"/>
                  </a:lnTo>
                  <a:lnTo>
                    <a:pt x="1345352" y="1217878"/>
                  </a:lnTo>
                  <a:lnTo>
                    <a:pt x="1333720" y="1215496"/>
                  </a:lnTo>
                  <a:lnTo>
                    <a:pt x="1322087" y="1212586"/>
                  </a:lnTo>
                  <a:lnTo>
                    <a:pt x="1310455" y="1209676"/>
                  </a:lnTo>
                  <a:lnTo>
                    <a:pt x="1298822" y="1206236"/>
                  </a:lnTo>
                  <a:lnTo>
                    <a:pt x="1287454" y="1203061"/>
                  </a:lnTo>
                  <a:lnTo>
                    <a:pt x="1276086" y="1199092"/>
                  </a:lnTo>
                  <a:lnTo>
                    <a:pt x="1264718" y="1194859"/>
                  </a:lnTo>
                  <a:lnTo>
                    <a:pt x="1253350" y="1190626"/>
                  </a:lnTo>
                  <a:lnTo>
                    <a:pt x="1242511" y="1186128"/>
                  </a:lnTo>
                  <a:lnTo>
                    <a:pt x="1231143" y="1181101"/>
                  </a:lnTo>
                  <a:lnTo>
                    <a:pt x="1220568" y="1175809"/>
                  </a:lnTo>
                  <a:lnTo>
                    <a:pt x="1209465" y="1170253"/>
                  </a:lnTo>
                  <a:lnTo>
                    <a:pt x="1198625" y="1164696"/>
                  </a:lnTo>
                  <a:lnTo>
                    <a:pt x="1188051" y="1158346"/>
                  </a:lnTo>
                  <a:lnTo>
                    <a:pt x="1177740" y="1152261"/>
                  </a:lnTo>
                  <a:lnTo>
                    <a:pt x="1167165" y="1145646"/>
                  </a:lnTo>
                  <a:lnTo>
                    <a:pt x="1157119" y="1138767"/>
                  </a:lnTo>
                  <a:lnTo>
                    <a:pt x="1147073" y="1131624"/>
                  </a:lnTo>
                  <a:lnTo>
                    <a:pt x="1137027" y="1124215"/>
                  </a:lnTo>
                  <a:lnTo>
                    <a:pt x="1127509" y="1116542"/>
                  </a:lnTo>
                  <a:lnTo>
                    <a:pt x="1117463" y="1108340"/>
                  </a:lnTo>
                  <a:lnTo>
                    <a:pt x="1107946" y="1100403"/>
                  </a:lnTo>
                  <a:lnTo>
                    <a:pt x="1098957" y="1091671"/>
                  </a:lnTo>
                  <a:lnTo>
                    <a:pt x="1089704" y="1082940"/>
                  </a:lnTo>
                  <a:lnTo>
                    <a:pt x="1080715" y="1073944"/>
                  </a:lnTo>
                  <a:lnTo>
                    <a:pt x="1071991" y="1064684"/>
                  </a:lnTo>
                  <a:lnTo>
                    <a:pt x="1063796" y="1055159"/>
                  </a:lnTo>
                  <a:lnTo>
                    <a:pt x="1055864" y="1045899"/>
                  </a:lnTo>
                  <a:lnTo>
                    <a:pt x="1047933" y="1036109"/>
                  </a:lnTo>
                  <a:lnTo>
                    <a:pt x="1040531" y="1026319"/>
                  </a:lnTo>
                  <a:lnTo>
                    <a:pt x="1033393" y="1016530"/>
                  </a:lnTo>
                  <a:lnTo>
                    <a:pt x="1026519" y="1006476"/>
                  </a:lnTo>
                  <a:lnTo>
                    <a:pt x="1019645" y="995892"/>
                  </a:lnTo>
                  <a:lnTo>
                    <a:pt x="1013565" y="985838"/>
                  </a:lnTo>
                  <a:lnTo>
                    <a:pt x="1007484" y="975519"/>
                  </a:lnTo>
                  <a:lnTo>
                    <a:pt x="1001668" y="964671"/>
                  </a:lnTo>
                  <a:lnTo>
                    <a:pt x="996381" y="954088"/>
                  </a:lnTo>
                  <a:lnTo>
                    <a:pt x="990829" y="943240"/>
                  </a:lnTo>
                  <a:lnTo>
                    <a:pt x="986070" y="932657"/>
                  </a:lnTo>
                  <a:lnTo>
                    <a:pt x="981312" y="921544"/>
                  </a:lnTo>
                  <a:lnTo>
                    <a:pt x="977346" y="910696"/>
                  </a:lnTo>
                  <a:lnTo>
                    <a:pt x="973116" y="899319"/>
                  </a:lnTo>
                  <a:lnTo>
                    <a:pt x="969150" y="888207"/>
                  </a:lnTo>
                  <a:lnTo>
                    <a:pt x="965714" y="876830"/>
                  </a:lnTo>
                  <a:lnTo>
                    <a:pt x="962805" y="865717"/>
                  </a:lnTo>
                  <a:lnTo>
                    <a:pt x="959633" y="854340"/>
                  </a:lnTo>
                  <a:lnTo>
                    <a:pt x="956989" y="842699"/>
                  </a:lnTo>
                  <a:lnTo>
                    <a:pt x="954610" y="831321"/>
                  </a:lnTo>
                  <a:lnTo>
                    <a:pt x="952495" y="819944"/>
                  </a:lnTo>
                  <a:lnTo>
                    <a:pt x="950909" y="808303"/>
                  </a:lnTo>
                  <a:lnTo>
                    <a:pt x="949322" y="796661"/>
                  </a:lnTo>
                  <a:lnTo>
                    <a:pt x="948001" y="785019"/>
                  </a:lnTo>
                  <a:lnTo>
                    <a:pt x="947207" y="773378"/>
                  </a:lnTo>
                  <a:lnTo>
                    <a:pt x="946679" y="761736"/>
                  </a:lnTo>
                  <a:lnTo>
                    <a:pt x="946414" y="750094"/>
                  </a:lnTo>
                  <a:lnTo>
                    <a:pt x="946150" y="738188"/>
                  </a:lnTo>
                  <a:lnTo>
                    <a:pt x="946414" y="726811"/>
                  </a:lnTo>
                  <a:lnTo>
                    <a:pt x="946943" y="715169"/>
                  </a:lnTo>
                  <a:lnTo>
                    <a:pt x="947472" y="703528"/>
                  </a:lnTo>
                  <a:lnTo>
                    <a:pt x="948794" y="691886"/>
                  </a:lnTo>
                  <a:lnTo>
                    <a:pt x="949851" y="680244"/>
                  </a:lnTo>
                  <a:lnTo>
                    <a:pt x="951702" y="668603"/>
                  </a:lnTo>
                  <a:lnTo>
                    <a:pt x="953552" y="657226"/>
                  </a:lnTo>
                  <a:lnTo>
                    <a:pt x="955932" y="645849"/>
                  </a:lnTo>
                  <a:lnTo>
                    <a:pt x="958311" y="634207"/>
                  </a:lnTo>
                  <a:lnTo>
                    <a:pt x="960955" y="622830"/>
                  </a:lnTo>
                  <a:lnTo>
                    <a:pt x="964127" y="611453"/>
                  </a:lnTo>
                  <a:lnTo>
                    <a:pt x="967564" y="600340"/>
                  </a:lnTo>
                  <a:lnTo>
                    <a:pt x="971001" y="588963"/>
                  </a:lnTo>
                  <a:lnTo>
                    <a:pt x="974967" y="577851"/>
                  </a:lnTo>
                  <a:lnTo>
                    <a:pt x="978932" y="566738"/>
                  </a:lnTo>
                  <a:lnTo>
                    <a:pt x="983426" y="555890"/>
                  </a:lnTo>
                  <a:lnTo>
                    <a:pt x="988185" y="545042"/>
                  </a:lnTo>
                  <a:lnTo>
                    <a:pt x="993208" y="534194"/>
                  </a:lnTo>
                  <a:lnTo>
                    <a:pt x="998760" y="523611"/>
                  </a:lnTo>
                  <a:lnTo>
                    <a:pt x="1004312" y="512763"/>
                  </a:lnTo>
                  <a:lnTo>
                    <a:pt x="1010128" y="502444"/>
                  </a:lnTo>
                  <a:lnTo>
                    <a:pt x="1016473" y="491861"/>
                  </a:lnTo>
                  <a:lnTo>
                    <a:pt x="1022818" y="481542"/>
                  </a:lnTo>
                  <a:lnTo>
                    <a:pt x="1029692" y="471488"/>
                  </a:lnTo>
                  <a:lnTo>
                    <a:pt x="1036830" y="461699"/>
                  </a:lnTo>
                  <a:lnTo>
                    <a:pt x="1043968" y="451909"/>
                  </a:lnTo>
                  <a:lnTo>
                    <a:pt x="1051634" y="442119"/>
                  </a:lnTo>
                  <a:lnTo>
                    <a:pt x="1059301" y="432594"/>
                  </a:lnTo>
                  <a:lnTo>
                    <a:pt x="1067761" y="423069"/>
                  </a:lnTo>
                  <a:lnTo>
                    <a:pt x="1075957" y="413809"/>
                  </a:lnTo>
                  <a:lnTo>
                    <a:pt x="1084681" y="404549"/>
                  </a:lnTo>
                  <a:lnTo>
                    <a:pt x="1093670" y="395553"/>
                  </a:lnTo>
                  <a:lnTo>
                    <a:pt x="1102923" y="387086"/>
                  </a:lnTo>
                  <a:lnTo>
                    <a:pt x="1112176" y="378619"/>
                  </a:lnTo>
                  <a:lnTo>
                    <a:pt x="1121693" y="370682"/>
                  </a:lnTo>
                  <a:lnTo>
                    <a:pt x="1131475" y="362480"/>
                  </a:lnTo>
                  <a:lnTo>
                    <a:pt x="1141257" y="355071"/>
                  </a:lnTo>
                  <a:lnTo>
                    <a:pt x="1151567" y="347663"/>
                  </a:lnTo>
                  <a:lnTo>
                    <a:pt x="1161613" y="340519"/>
                  </a:lnTo>
                  <a:lnTo>
                    <a:pt x="1171924" y="333905"/>
                  </a:lnTo>
                  <a:lnTo>
                    <a:pt x="1182499" y="327555"/>
                  </a:lnTo>
                  <a:lnTo>
                    <a:pt x="1193074" y="321205"/>
                  </a:lnTo>
                  <a:lnTo>
                    <a:pt x="1203913" y="315384"/>
                  </a:lnTo>
                  <a:lnTo>
                    <a:pt x="1214488" y="309563"/>
                  </a:lnTo>
                  <a:lnTo>
                    <a:pt x="1225591" y="304271"/>
                  </a:lnTo>
                  <a:lnTo>
                    <a:pt x="1236431" y="299244"/>
                  </a:lnTo>
                  <a:lnTo>
                    <a:pt x="1247534" y="294482"/>
                  </a:lnTo>
                  <a:lnTo>
                    <a:pt x="1258902" y="289984"/>
                  </a:lnTo>
                  <a:lnTo>
                    <a:pt x="1270006" y="285751"/>
                  </a:lnTo>
                  <a:lnTo>
                    <a:pt x="1281374" y="281517"/>
                  </a:lnTo>
                  <a:lnTo>
                    <a:pt x="1292742" y="278078"/>
                  </a:lnTo>
                  <a:lnTo>
                    <a:pt x="1304374" y="274638"/>
                  </a:lnTo>
                  <a:lnTo>
                    <a:pt x="1316007" y="271463"/>
                  </a:lnTo>
                  <a:lnTo>
                    <a:pt x="1327375" y="268553"/>
                  </a:lnTo>
                  <a:lnTo>
                    <a:pt x="1339007" y="266171"/>
                  </a:lnTo>
                  <a:lnTo>
                    <a:pt x="1350904" y="263790"/>
                  </a:lnTo>
                  <a:lnTo>
                    <a:pt x="1362801" y="261674"/>
                  </a:lnTo>
                  <a:lnTo>
                    <a:pt x="1374433" y="259821"/>
                  </a:lnTo>
                  <a:lnTo>
                    <a:pt x="1386330" y="258499"/>
                  </a:lnTo>
                  <a:lnTo>
                    <a:pt x="1398226" y="257176"/>
                  </a:lnTo>
                  <a:lnTo>
                    <a:pt x="1410123" y="256382"/>
                  </a:lnTo>
                  <a:lnTo>
                    <a:pt x="1422020" y="255853"/>
                  </a:lnTo>
                  <a:lnTo>
                    <a:pt x="1433917" y="255588"/>
                  </a:lnTo>
                  <a:close/>
                  <a:moveTo>
                    <a:pt x="200465" y="0"/>
                  </a:moveTo>
                  <a:lnTo>
                    <a:pt x="213953" y="0"/>
                  </a:lnTo>
                  <a:lnTo>
                    <a:pt x="227970" y="0"/>
                  </a:lnTo>
                  <a:lnTo>
                    <a:pt x="574420" y="2381"/>
                  </a:lnTo>
                  <a:lnTo>
                    <a:pt x="711943" y="177536"/>
                  </a:lnTo>
                  <a:lnTo>
                    <a:pt x="1193800" y="180711"/>
                  </a:lnTo>
                  <a:lnTo>
                    <a:pt x="1180577" y="186531"/>
                  </a:lnTo>
                  <a:lnTo>
                    <a:pt x="1167353" y="192352"/>
                  </a:lnTo>
                  <a:lnTo>
                    <a:pt x="1154130" y="198967"/>
                  </a:lnTo>
                  <a:lnTo>
                    <a:pt x="1141436" y="205581"/>
                  </a:lnTo>
                  <a:lnTo>
                    <a:pt x="1128477" y="212461"/>
                  </a:lnTo>
                  <a:lnTo>
                    <a:pt x="1115782" y="219340"/>
                  </a:lnTo>
                  <a:lnTo>
                    <a:pt x="1103353" y="227013"/>
                  </a:lnTo>
                  <a:lnTo>
                    <a:pt x="1090923" y="234950"/>
                  </a:lnTo>
                  <a:lnTo>
                    <a:pt x="1078757" y="242888"/>
                  </a:lnTo>
                  <a:lnTo>
                    <a:pt x="1066327" y="251619"/>
                  </a:lnTo>
                  <a:lnTo>
                    <a:pt x="1054426" y="260350"/>
                  </a:lnTo>
                  <a:lnTo>
                    <a:pt x="1043054" y="269346"/>
                  </a:lnTo>
                  <a:lnTo>
                    <a:pt x="1031418" y="278607"/>
                  </a:lnTo>
                  <a:lnTo>
                    <a:pt x="1019781" y="288396"/>
                  </a:lnTo>
                  <a:lnTo>
                    <a:pt x="1008409" y="298715"/>
                  </a:lnTo>
                  <a:lnTo>
                    <a:pt x="997566" y="309034"/>
                  </a:lnTo>
                  <a:lnTo>
                    <a:pt x="988310" y="318294"/>
                  </a:lnTo>
                  <a:lnTo>
                    <a:pt x="979318" y="327554"/>
                  </a:lnTo>
                  <a:lnTo>
                    <a:pt x="970326" y="337079"/>
                  </a:lnTo>
                  <a:lnTo>
                    <a:pt x="961863" y="346604"/>
                  </a:lnTo>
                  <a:lnTo>
                    <a:pt x="953665" y="356129"/>
                  </a:lnTo>
                  <a:lnTo>
                    <a:pt x="945466" y="365919"/>
                  </a:lnTo>
                  <a:lnTo>
                    <a:pt x="937532" y="375973"/>
                  </a:lnTo>
                  <a:lnTo>
                    <a:pt x="929863" y="385763"/>
                  </a:lnTo>
                  <a:lnTo>
                    <a:pt x="922722" y="396082"/>
                  </a:lnTo>
                  <a:lnTo>
                    <a:pt x="915582" y="406400"/>
                  </a:lnTo>
                  <a:lnTo>
                    <a:pt x="908441" y="416719"/>
                  </a:lnTo>
                  <a:lnTo>
                    <a:pt x="902094" y="427038"/>
                  </a:lnTo>
                  <a:lnTo>
                    <a:pt x="895482" y="437886"/>
                  </a:lnTo>
                  <a:lnTo>
                    <a:pt x="889400" y="448469"/>
                  </a:lnTo>
                  <a:lnTo>
                    <a:pt x="883581" y="459317"/>
                  </a:lnTo>
                  <a:lnTo>
                    <a:pt x="877499" y="470165"/>
                  </a:lnTo>
                  <a:lnTo>
                    <a:pt x="872209" y="481277"/>
                  </a:lnTo>
                  <a:lnTo>
                    <a:pt x="866920" y="492390"/>
                  </a:lnTo>
                  <a:lnTo>
                    <a:pt x="861895" y="503238"/>
                  </a:lnTo>
                  <a:lnTo>
                    <a:pt x="857135" y="514615"/>
                  </a:lnTo>
                  <a:lnTo>
                    <a:pt x="852639" y="525992"/>
                  </a:lnTo>
                  <a:lnTo>
                    <a:pt x="848407" y="537105"/>
                  </a:lnTo>
                  <a:lnTo>
                    <a:pt x="844176" y="548482"/>
                  </a:lnTo>
                  <a:lnTo>
                    <a:pt x="840473" y="560123"/>
                  </a:lnTo>
                  <a:lnTo>
                    <a:pt x="836771" y="571765"/>
                  </a:lnTo>
                  <a:lnTo>
                    <a:pt x="833597" y="583407"/>
                  </a:lnTo>
                  <a:lnTo>
                    <a:pt x="830688" y="595048"/>
                  </a:lnTo>
                  <a:lnTo>
                    <a:pt x="827514" y="606425"/>
                  </a:lnTo>
                  <a:lnTo>
                    <a:pt x="824870" y="618067"/>
                  </a:lnTo>
                  <a:lnTo>
                    <a:pt x="822490" y="629973"/>
                  </a:lnTo>
                  <a:lnTo>
                    <a:pt x="820374" y="641880"/>
                  </a:lnTo>
                  <a:lnTo>
                    <a:pt x="818523" y="653521"/>
                  </a:lnTo>
                  <a:lnTo>
                    <a:pt x="816936" y="665428"/>
                  </a:lnTo>
                  <a:lnTo>
                    <a:pt x="815349" y="677334"/>
                  </a:lnTo>
                  <a:lnTo>
                    <a:pt x="814291" y="689240"/>
                  </a:lnTo>
                  <a:lnTo>
                    <a:pt x="812969" y="701146"/>
                  </a:lnTo>
                  <a:lnTo>
                    <a:pt x="812440" y="713053"/>
                  </a:lnTo>
                  <a:lnTo>
                    <a:pt x="811911" y="725223"/>
                  </a:lnTo>
                  <a:lnTo>
                    <a:pt x="811646" y="737130"/>
                  </a:lnTo>
                  <a:lnTo>
                    <a:pt x="811646" y="749036"/>
                  </a:lnTo>
                  <a:lnTo>
                    <a:pt x="811911" y="760942"/>
                  </a:lnTo>
                  <a:lnTo>
                    <a:pt x="812175" y="772848"/>
                  </a:lnTo>
                  <a:lnTo>
                    <a:pt x="812969" y="784755"/>
                  </a:lnTo>
                  <a:lnTo>
                    <a:pt x="814027" y="796926"/>
                  </a:lnTo>
                  <a:lnTo>
                    <a:pt x="815085" y="808832"/>
                  </a:lnTo>
                  <a:lnTo>
                    <a:pt x="816671" y="820738"/>
                  </a:lnTo>
                  <a:lnTo>
                    <a:pt x="817994" y="832380"/>
                  </a:lnTo>
                  <a:lnTo>
                    <a:pt x="819845" y="844286"/>
                  </a:lnTo>
                  <a:lnTo>
                    <a:pt x="821961" y="856192"/>
                  </a:lnTo>
                  <a:lnTo>
                    <a:pt x="824341" y="868098"/>
                  </a:lnTo>
                  <a:lnTo>
                    <a:pt x="826986" y="879740"/>
                  </a:lnTo>
                  <a:lnTo>
                    <a:pt x="829630" y="891117"/>
                  </a:lnTo>
                  <a:lnTo>
                    <a:pt x="833068" y="903024"/>
                  </a:lnTo>
                  <a:lnTo>
                    <a:pt x="836242" y="914665"/>
                  </a:lnTo>
                  <a:lnTo>
                    <a:pt x="839680" y="926042"/>
                  </a:lnTo>
                  <a:lnTo>
                    <a:pt x="843382" y="937684"/>
                  </a:lnTo>
                  <a:lnTo>
                    <a:pt x="847614" y="949326"/>
                  </a:lnTo>
                  <a:lnTo>
                    <a:pt x="851581" y="960438"/>
                  </a:lnTo>
                  <a:lnTo>
                    <a:pt x="856077" y="971815"/>
                  </a:lnTo>
                  <a:lnTo>
                    <a:pt x="860837" y="983192"/>
                  </a:lnTo>
                  <a:lnTo>
                    <a:pt x="865862" y="994040"/>
                  </a:lnTo>
                  <a:lnTo>
                    <a:pt x="871151" y="1005153"/>
                  </a:lnTo>
                  <a:lnTo>
                    <a:pt x="876705" y="1016265"/>
                  </a:lnTo>
                  <a:lnTo>
                    <a:pt x="882259" y="1027113"/>
                  </a:lnTo>
                  <a:lnTo>
                    <a:pt x="0" y="1021292"/>
                  </a:lnTo>
                  <a:lnTo>
                    <a:pt x="5289" y="214313"/>
                  </a:lnTo>
                  <a:lnTo>
                    <a:pt x="5818" y="196850"/>
                  </a:lnTo>
                  <a:lnTo>
                    <a:pt x="6347" y="180446"/>
                  </a:lnTo>
                  <a:lnTo>
                    <a:pt x="7670" y="165100"/>
                  </a:lnTo>
                  <a:lnTo>
                    <a:pt x="9256" y="150284"/>
                  </a:lnTo>
                  <a:lnTo>
                    <a:pt x="10843" y="136525"/>
                  </a:lnTo>
                  <a:lnTo>
                    <a:pt x="13223" y="123296"/>
                  </a:lnTo>
                  <a:lnTo>
                    <a:pt x="15868" y="111390"/>
                  </a:lnTo>
                  <a:lnTo>
                    <a:pt x="19306" y="100277"/>
                  </a:lnTo>
                  <a:lnTo>
                    <a:pt x="22744" y="89429"/>
                  </a:lnTo>
                  <a:lnTo>
                    <a:pt x="26711" y="79640"/>
                  </a:lnTo>
                  <a:lnTo>
                    <a:pt x="31207" y="70644"/>
                  </a:lnTo>
                  <a:lnTo>
                    <a:pt x="33587" y="66146"/>
                  </a:lnTo>
                  <a:lnTo>
                    <a:pt x="36232" y="62177"/>
                  </a:lnTo>
                  <a:lnTo>
                    <a:pt x="38612" y="58208"/>
                  </a:lnTo>
                  <a:lnTo>
                    <a:pt x="41257" y="54240"/>
                  </a:lnTo>
                  <a:lnTo>
                    <a:pt x="44166" y="50800"/>
                  </a:lnTo>
                  <a:lnTo>
                    <a:pt x="47075" y="47625"/>
                  </a:lnTo>
                  <a:lnTo>
                    <a:pt x="50249" y="43921"/>
                  </a:lnTo>
                  <a:lnTo>
                    <a:pt x="53158" y="41011"/>
                  </a:lnTo>
                  <a:lnTo>
                    <a:pt x="56331" y="38100"/>
                  </a:lnTo>
                  <a:lnTo>
                    <a:pt x="60034" y="34925"/>
                  </a:lnTo>
                  <a:lnTo>
                    <a:pt x="66910" y="29633"/>
                  </a:lnTo>
                  <a:lnTo>
                    <a:pt x="74315" y="24871"/>
                  </a:lnTo>
                  <a:lnTo>
                    <a:pt x="82249" y="20638"/>
                  </a:lnTo>
                  <a:lnTo>
                    <a:pt x="90712" y="16933"/>
                  </a:lnTo>
                  <a:lnTo>
                    <a:pt x="99439" y="13494"/>
                  </a:lnTo>
                  <a:lnTo>
                    <a:pt x="108696" y="10583"/>
                  </a:lnTo>
                  <a:lnTo>
                    <a:pt x="118481" y="8202"/>
                  </a:lnTo>
                  <a:lnTo>
                    <a:pt x="129059" y="6086"/>
                  </a:lnTo>
                  <a:lnTo>
                    <a:pt x="139638" y="4498"/>
                  </a:lnTo>
                  <a:lnTo>
                    <a:pt x="150746" y="2911"/>
                  </a:lnTo>
                  <a:lnTo>
                    <a:pt x="162647" y="1588"/>
                  </a:lnTo>
                  <a:lnTo>
                    <a:pt x="174812" y="794"/>
                  </a:lnTo>
                  <a:lnTo>
                    <a:pt x="187242" y="265"/>
                  </a:lnTo>
                  <a:lnTo>
                    <a:pt x="200465" y="0"/>
                  </a:lnTo>
                  <a:close/>
                </a:path>
              </a:pathLst>
            </a:custGeom>
            <a:solidFill>
              <a:srgbClr val="189983"/>
            </a:solidFill>
            <a:ln>
              <a:noFill/>
            </a:ln>
            <a:effec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9000">
        <p:split orient="vert"/>
      </p:transition>
    </mc:Choice>
    <mc:Fallback>
      <p:transition spd="slow" advTm="9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2" presetClass="entr" presetSubtype="1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5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50"/>
                            </p:stCondLst>
                            <p:childTnLst>
                              <p:par>
                                <p:cTn id="5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75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25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44" grpId="0" animBg="1"/>
      <p:bldP spid="39" grpId="0"/>
      <p:bldP spid="29" grpId="0" uiExpand="1" build="p"/>
      <p:bldP spid="30" grpId="0"/>
      <p:bldP spid="31" grpId="0" build="p"/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>
            <a:spLocks noChangeAspect="1"/>
          </p:cNvSpPr>
          <p:nvPr/>
        </p:nvSpPr>
        <p:spPr>
          <a:xfrm>
            <a:off x="3448050" y="1261745"/>
            <a:ext cx="2602865" cy="2602865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C7C7C7"/>
              </a:gs>
            </a:gsLst>
            <a:lin ang="13200000" scaled="0"/>
          </a:gradFill>
          <a:ln w="22225">
            <a:solidFill>
              <a:schemeClr val="bg1"/>
            </a:solidFill>
          </a:ln>
          <a:effectLst>
            <a:outerShdw blurRad="3937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12"/>
          <p:cNvSpPr txBox="1"/>
          <p:nvPr/>
        </p:nvSpPr>
        <p:spPr>
          <a:xfrm>
            <a:off x="3896129" y="14591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人事管理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2665" y="2063179"/>
            <a:ext cx="230069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劳动合同管理；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完善员工关系管理的相关流程；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加强对用人部门进行员工关系管理的辅导；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24810" y="1755403"/>
            <a:ext cx="1773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600" b="1" dirty="0">
                <a:solidFill>
                  <a:srgbClr val="D857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员工关系管理</a:t>
            </a:r>
            <a:endParaRPr lang="zh-CN" altLang="en-US" sz="1600" b="1" dirty="0">
              <a:solidFill>
                <a:srgbClr val="D85737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50839" y="2063179"/>
            <a:ext cx="2084400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完善员工人事档案材料管理；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加强人事基础数据的统计；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050839" y="1755403"/>
            <a:ext cx="270895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人事档案、人员信息管理</a:t>
            </a:r>
            <a:endParaRPr lang="zh-CN" altLang="en-US" sz="1600" b="1" dirty="0">
              <a:solidFill>
                <a:srgbClr val="189983"/>
              </a:solidFill>
            </a:endParaRPr>
          </a:p>
        </p:txBody>
      </p:sp>
      <p:sp>
        <p:nvSpPr>
          <p:cNvPr id="2" name="TextBox 12"/>
          <p:cNvSpPr txBox="1"/>
          <p:nvPr/>
        </p:nvSpPr>
        <p:spPr>
          <a:xfrm>
            <a:off x="4070754" y="2352535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人事管理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8000">
        <p:blinds dir="vert"/>
      </p:transition>
    </mc:Choice>
    <mc:Fallback>
      <p:transition spd="slow" advTm="8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99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99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4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4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1" grpId="0"/>
      <p:bldP spid="32" grpId="0"/>
      <p:bldP spid="33" grpId="0"/>
      <p:bldP spid="34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 flipH="1">
            <a:off x="307999" y="1048656"/>
            <a:ext cx="8528003" cy="1770743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783777" y="2459400"/>
            <a:ext cx="1349829" cy="1762058"/>
            <a:chOff x="783777" y="2459400"/>
            <a:chExt cx="1349829" cy="1762058"/>
          </a:xfrm>
        </p:grpSpPr>
        <p:sp>
          <p:nvSpPr>
            <p:cNvPr id="2" name="矩形 1"/>
            <p:cNvSpPr/>
            <p:nvPr/>
          </p:nvSpPr>
          <p:spPr>
            <a:xfrm>
              <a:off x="783777" y="2459400"/>
              <a:ext cx="1349828" cy="36000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83778" y="2819399"/>
              <a:ext cx="1349828" cy="14020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783777" y="3951514"/>
              <a:ext cx="1349828" cy="7766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40856" y="2459400"/>
            <a:ext cx="1349828" cy="1762057"/>
            <a:chOff x="2340856" y="2459400"/>
            <a:chExt cx="1349828" cy="1762057"/>
          </a:xfrm>
        </p:grpSpPr>
        <p:sp>
          <p:nvSpPr>
            <p:cNvPr id="22" name="矩形 21"/>
            <p:cNvSpPr/>
            <p:nvPr/>
          </p:nvSpPr>
          <p:spPr>
            <a:xfrm>
              <a:off x="2340856" y="2459400"/>
              <a:ext cx="1349828" cy="360000"/>
            </a:xfrm>
            <a:prstGeom prst="rect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2340856" y="2819398"/>
              <a:ext cx="1349828" cy="14020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2340856" y="3951514"/>
              <a:ext cx="1349828" cy="77660"/>
            </a:xfrm>
            <a:prstGeom prst="rect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897934" y="2459400"/>
            <a:ext cx="1349829" cy="1762056"/>
            <a:chOff x="3897934" y="2459400"/>
            <a:chExt cx="1349829" cy="1762056"/>
          </a:xfrm>
        </p:grpSpPr>
        <p:sp>
          <p:nvSpPr>
            <p:cNvPr id="23" name="矩形 22"/>
            <p:cNvSpPr/>
            <p:nvPr/>
          </p:nvSpPr>
          <p:spPr>
            <a:xfrm>
              <a:off x="3897935" y="2459400"/>
              <a:ext cx="1349828" cy="36000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897934" y="2819397"/>
              <a:ext cx="1349828" cy="14020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3897935" y="3951514"/>
              <a:ext cx="1349828" cy="7766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455012" y="2459400"/>
            <a:ext cx="1349830" cy="1762055"/>
            <a:chOff x="5455012" y="2459400"/>
            <a:chExt cx="1349830" cy="1762055"/>
          </a:xfrm>
        </p:grpSpPr>
        <p:sp>
          <p:nvSpPr>
            <p:cNvPr id="24" name="矩形 23"/>
            <p:cNvSpPr/>
            <p:nvPr/>
          </p:nvSpPr>
          <p:spPr>
            <a:xfrm>
              <a:off x="5455014" y="2459400"/>
              <a:ext cx="1349828" cy="360000"/>
            </a:xfrm>
            <a:prstGeom prst="rect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455012" y="2819396"/>
              <a:ext cx="1349828" cy="14020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5455014" y="3951514"/>
              <a:ext cx="1349828" cy="77660"/>
            </a:xfrm>
            <a:prstGeom prst="rect">
              <a:avLst/>
            </a:prstGeom>
            <a:solidFill>
              <a:srgbClr val="189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012090" y="2459400"/>
            <a:ext cx="1349831" cy="1762054"/>
            <a:chOff x="7012090" y="2459400"/>
            <a:chExt cx="1349831" cy="1762054"/>
          </a:xfrm>
        </p:grpSpPr>
        <p:sp>
          <p:nvSpPr>
            <p:cNvPr id="25" name="矩形 24"/>
            <p:cNvSpPr/>
            <p:nvPr/>
          </p:nvSpPr>
          <p:spPr>
            <a:xfrm>
              <a:off x="7012093" y="2459400"/>
              <a:ext cx="1349828" cy="36000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7012090" y="2819395"/>
              <a:ext cx="1349828" cy="14020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7012093" y="3951514"/>
              <a:ext cx="1349828" cy="77660"/>
            </a:xfrm>
            <a:prstGeom prst="rect">
              <a:avLst/>
            </a:prstGeom>
            <a:solidFill>
              <a:srgbClr val="D85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12"/>
          <p:cNvSpPr txBox="1"/>
          <p:nvPr/>
        </p:nvSpPr>
        <p:spPr>
          <a:xfrm>
            <a:off x="3896129" y="15099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培训管理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29357" y="1716357"/>
            <a:ext cx="6686982" cy="458670"/>
            <a:chOff x="1229357" y="1716357"/>
            <a:chExt cx="6686982" cy="458670"/>
          </a:xfrm>
        </p:grpSpPr>
        <p:sp>
          <p:nvSpPr>
            <p:cNvPr id="32" name="椭圆 31"/>
            <p:cNvSpPr/>
            <p:nvPr/>
          </p:nvSpPr>
          <p:spPr>
            <a:xfrm>
              <a:off x="1229357" y="1716357"/>
              <a:ext cx="458670" cy="458670"/>
            </a:xfrm>
            <a:prstGeom prst="ellipse">
              <a:avLst/>
            </a:prstGeom>
            <a:solidFill>
              <a:srgbClr val="D85737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3" name="矩形-35"/>
            <p:cNvSpPr>
              <a:spLocks noChangeAspect="1" noEditPoints="1"/>
            </p:cNvSpPr>
            <p:nvPr/>
          </p:nvSpPr>
          <p:spPr bwMode="auto">
            <a:xfrm>
              <a:off x="1332517" y="1819518"/>
              <a:ext cx="252351" cy="252349"/>
            </a:xfrm>
            <a:custGeom>
              <a:avLst/>
              <a:gdLst>
                <a:gd name="T0" fmla="*/ 347 w 376"/>
                <a:gd name="T1" fmla="*/ 284 h 376"/>
                <a:gd name="T2" fmla="*/ 347 w 376"/>
                <a:gd name="T3" fmla="*/ 238 h 376"/>
                <a:gd name="T4" fmla="*/ 278 w 376"/>
                <a:gd name="T5" fmla="*/ 169 h 376"/>
                <a:gd name="T6" fmla="*/ 238 w 376"/>
                <a:gd name="T7" fmla="*/ 169 h 376"/>
                <a:gd name="T8" fmla="*/ 207 w 376"/>
                <a:gd name="T9" fmla="*/ 148 h 376"/>
                <a:gd name="T10" fmla="*/ 207 w 376"/>
                <a:gd name="T11" fmla="*/ 92 h 376"/>
                <a:gd name="T12" fmla="*/ 236 w 376"/>
                <a:gd name="T13" fmla="*/ 48 h 376"/>
                <a:gd name="T14" fmla="*/ 188 w 376"/>
                <a:gd name="T15" fmla="*/ 0 h 376"/>
                <a:gd name="T16" fmla="*/ 140 w 376"/>
                <a:gd name="T17" fmla="*/ 48 h 376"/>
                <a:gd name="T18" fmla="*/ 169 w 376"/>
                <a:gd name="T19" fmla="*/ 92 h 376"/>
                <a:gd name="T20" fmla="*/ 169 w 376"/>
                <a:gd name="T21" fmla="*/ 148 h 376"/>
                <a:gd name="T22" fmla="*/ 138 w 376"/>
                <a:gd name="T23" fmla="*/ 169 h 376"/>
                <a:gd name="T24" fmla="*/ 98 w 376"/>
                <a:gd name="T25" fmla="*/ 169 h 376"/>
                <a:gd name="T26" fmla="*/ 29 w 376"/>
                <a:gd name="T27" fmla="*/ 238 h 376"/>
                <a:gd name="T28" fmla="*/ 29 w 376"/>
                <a:gd name="T29" fmla="*/ 284 h 376"/>
                <a:gd name="T30" fmla="*/ 0 w 376"/>
                <a:gd name="T31" fmla="*/ 328 h 376"/>
                <a:gd name="T32" fmla="*/ 48 w 376"/>
                <a:gd name="T33" fmla="*/ 376 h 376"/>
                <a:gd name="T34" fmla="*/ 96 w 376"/>
                <a:gd name="T35" fmla="*/ 328 h 376"/>
                <a:gd name="T36" fmla="*/ 67 w 376"/>
                <a:gd name="T37" fmla="*/ 284 h 376"/>
                <a:gd name="T38" fmla="*/ 67 w 376"/>
                <a:gd name="T39" fmla="*/ 238 h 376"/>
                <a:gd name="T40" fmla="*/ 98 w 376"/>
                <a:gd name="T41" fmla="*/ 207 h 376"/>
                <a:gd name="T42" fmla="*/ 138 w 376"/>
                <a:gd name="T43" fmla="*/ 207 h 376"/>
                <a:gd name="T44" fmla="*/ 169 w 376"/>
                <a:gd name="T45" fmla="*/ 202 h 376"/>
                <a:gd name="T46" fmla="*/ 169 w 376"/>
                <a:gd name="T47" fmla="*/ 284 h 376"/>
                <a:gd name="T48" fmla="*/ 140 w 376"/>
                <a:gd name="T49" fmla="*/ 328 h 376"/>
                <a:gd name="T50" fmla="*/ 188 w 376"/>
                <a:gd name="T51" fmla="*/ 376 h 376"/>
                <a:gd name="T52" fmla="*/ 236 w 376"/>
                <a:gd name="T53" fmla="*/ 328 h 376"/>
                <a:gd name="T54" fmla="*/ 207 w 376"/>
                <a:gd name="T55" fmla="*/ 284 h 376"/>
                <a:gd name="T56" fmla="*/ 207 w 376"/>
                <a:gd name="T57" fmla="*/ 202 h 376"/>
                <a:gd name="T58" fmla="*/ 238 w 376"/>
                <a:gd name="T59" fmla="*/ 207 h 376"/>
                <a:gd name="T60" fmla="*/ 278 w 376"/>
                <a:gd name="T61" fmla="*/ 207 h 376"/>
                <a:gd name="T62" fmla="*/ 309 w 376"/>
                <a:gd name="T63" fmla="*/ 238 h 376"/>
                <a:gd name="T64" fmla="*/ 309 w 376"/>
                <a:gd name="T65" fmla="*/ 284 h 376"/>
                <a:gd name="T66" fmla="*/ 280 w 376"/>
                <a:gd name="T67" fmla="*/ 328 h 376"/>
                <a:gd name="T68" fmla="*/ 328 w 376"/>
                <a:gd name="T69" fmla="*/ 376 h 376"/>
                <a:gd name="T70" fmla="*/ 376 w 376"/>
                <a:gd name="T71" fmla="*/ 328 h 376"/>
                <a:gd name="T72" fmla="*/ 347 w 376"/>
                <a:gd name="T73" fmla="*/ 284 h 376"/>
                <a:gd name="T74" fmla="*/ 75 w 376"/>
                <a:gd name="T75" fmla="*/ 328 h 376"/>
                <a:gd name="T76" fmla="*/ 48 w 376"/>
                <a:gd name="T77" fmla="*/ 356 h 376"/>
                <a:gd name="T78" fmla="*/ 20 w 376"/>
                <a:gd name="T79" fmla="*/ 328 h 376"/>
                <a:gd name="T80" fmla="*/ 48 w 376"/>
                <a:gd name="T81" fmla="*/ 300 h 376"/>
                <a:gd name="T82" fmla="*/ 75 w 376"/>
                <a:gd name="T83" fmla="*/ 328 h 376"/>
                <a:gd name="T84" fmla="*/ 160 w 376"/>
                <a:gd name="T85" fmla="*/ 48 h 376"/>
                <a:gd name="T86" fmla="*/ 188 w 376"/>
                <a:gd name="T87" fmla="*/ 20 h 376"/>
                <a:gd name="T88" fmla="*/ 215 w 376"/>
                <a:gd name="T89" fmla="*/ 48 h 376"/>
                <a:gd name="T90" fmla="*/ 188 w 376"/>
                <a:gd name="T91" fmla="*/ 76 h 376"/>
                <a:gd name="T92" fmla="*/ 160 w 376"/>
                <a:gd name="T93" fmla="*/ 48 h 376"/>
                <a:gd name="T94" fmla="*/ 215 w 376"/>
                <a:gd name="T95" fmla="*/ 328 h 376"/>
                <a:gd name="T96" fmla="*/ 188 w 376"/>
                <a:gd name="T97" fmla="*/ 356 h 376"/>
                <a:gd name="T98" fmla="*/ 160 w 376"/>
                <a:gd name="T99" fmla="*/ 328 h 376"/>
                <a:gd name="T100" fmla="*/ 188 w 376"/>
                <a:gd name="T101" fmla="*/ 300 h 376"/>
                <a:gd name="T102" fmla="*/ 215 w 376"/>
                <a:gd name="T103" fmla="*/ 328 h 376"/>
                <a:gd name="T104" fmla="*/ 328 w 376"/>
                <a:gd name="T105" fmla="*/ 356 h 376"/>
                <a:gd name="T106" fmla="*/ 300 w 376"/>
                <a:gd name="T107" fmla="*/ 328 h 376"/>
                <a:gd name="T108" fmla="*/ 328 w 376"/>
                <a:gd name="T109" fmla="*/ 300 h 376"/>
                <a:gd name="T110" fmla="*/ 355 w 376"/>
                <a:gd name="T111" fmla="*/ 328 h 376"/>
                <a:gd name="T112" fmla="*/ 328 w 376"/>
                <a:gd name="T113" fmla="*/ 35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76">
                  <a:moveTo>
                    <a:pt x="347" y="284"/>
                  </a:moveTo>
                  <a:cubicBezTo>
                    <a:pt x="347" y="238"/>
                    <a:pt x="347" y="238"/>
                    <a:pt x="347" y="238"/>
                  </a:cubicBezTo>
                  <a:cubicBezTo>
                    <a:pt x="347" y="210"/>
                    <a:pt x="328" y="169"/>
                    <a:pt x="278" y="169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10" y="169"/>
                    <a:pt x="207" y="155"/>
                    <a:pt x="207" y="148"/>
                  </a:cubicBezTo>
                  <a:cubicBezTo>
                    <a:pt x="207" y="92"/>
                    <a:pt x="207" y="92"/>
                    <a:pt x="207" y="92"/>
                  </a:cubicBezTo>
                  <a:cubicBezTo>
                    <a:pt x="224" y="85"/>
                    <a:pt x="236" y="68"/>
                    <a:pt x="236" y="48"/>
                  </a:cubicBezTo>
                  <a:cubicBezTo>
                    <a:pt x="236" y="21"/>
                    <a:pt x="214" y="0"/>
                    <a:pt x="188" y="0"/>
                  </a:cubicBezTo>
                  <a:cubicBezTo>
                    <a:pt x="161" y="0"/>
                    <a:pt x="140" y="21"/>
                    <a:pt x="140" y="48"/>
                  </a:cubicBezTo>
                  <a:cubicBezTo>
                    <a:pt x="140" y="68"/>
                    <a:pt x="152" y="85"/>
                    <a:pt x="169" y="92"/>
                  </a:cubicBezTo>
                  <a:cubicBezTo>
                    <a:pt x="169" y="148"/>
                    <a:pt x="169" y="148"/>
                    <a:pt x="169" y="148"/>
                  </a:cubicBezTo>
                  <a:cubicBezTo>
                    <a:pt x="169" y="153"/>
                    <a:pt x="167" y="169"/>
                    <a:pt x="138" y="169"/>
                  </a:cubicBezTo>
                  <a:cubicBezTo>
                    <a:pt x="98" y="169"/>
                    <a:pt x="98" y="169"/>
                    <a:pt x="98" y="169"/>
                  </a:cubicBezTo>
                  <a:cubicBezTo>
                    <a:pt x="47" y="169"/>
                    <a:pt x="29" y="210"/>
                    <a:pt x="29" y="238"/>
                  </a:cubicBezTo>
                  <a:cubicBezTo>
                    <a:pt x="29" y="284"/>
                    <a:pt x="29" y="284"/>
                    <a:pt x="29" y="284"/>
                  </a:cubicBezTo>
                  <a:cubicBezTo>
                    <a:pt x="12" y="291"/>
                    <a:pt x="0" y="308"/>
                    <a:pt x="0" y="328"/>
                  </a:cubicBezTo>
                  <a:cubicBezTo>
                    <a:pt x="0" y="354"/>
                    <a:pt x="21" y="376"/>
                    <a:pt x="48" y="376"/>
                  </a:cubicBezTo>
                  <a:cubicBezTo>
                    <a:pt x="74" y="376"/>
                    <a:pt x="96" y="354"/>
                    <a:pt x="96" y="328"/>
                  </a:cubicBezTo>
                  <a:cubicBezTo>
                    <a:pt x="96" y="308"/>
                    <a:pt x="84" y="291"/>
                    <a:pt x="67" y="284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7" y="233"/>
                    <a:pt x="68" y="207"/>
                    <a:pt x="98" y="207"/>
                  </a:cubicBezTo>
                  <a:cubicBezTo>
                    <a:pt x="138" y="207"/>
                    <a:pt x="138" y="207"/>
                    <a:pt x="138" y="207"/>
                  </a:cubicBezTo>
                  <a:cubicBezTo>
                    <a:pt x="150" y="207"/>
                    <a:pt x="160" y="205"/>
                    <a:pt x="169" y="202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152" y="291"/>
                    <a:pt x="140" y="308"/>
                    <a:pt x="140" y="328"/>
                  </a:cubicBezTo>
                  <a:cubicBezTo>
                    <a:pt x="140" y="354"/>
                    <a:pt x="161" y="376"/>
                    <a:pt x="188" y="376"/>
                  </a:cubicBezTo>
                  <a:cubicBezTo>
                    <a:pt x="214" y="376"/>
                    <a:pt x="236" y="354"/>
                    <a:pt x="236" y="328"/>
                  </a:cubicBezTo>
                  <a:cubicBezTo>
                    <a:pt x="236" y="308"/>
                    <a:pt x="224" y="291"/>
                    <a:pt x="207" y="284"/>
                  </a:cubicBezTo>
                  <a:cubicBezTo>
                    <a:pt x="207" y="202"/>
                    <a:pt x="207" y="202"/>
                    <a:pt x="207" y="202"/>
                  </a:cubicBezTo>
                  <a:cubicBezTo>
                    <a:pt x="215" y="205"/>
                    <a:pt x="226" y="207"/>
                    <a:pt x="238" y="207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306" y="207"/>
                    <a:pt x="309" y="231"/>
                    <a:pt x="309" y="238"/>
                  </a:cubicBezTo>
                  <a:cubicBezTo>
                    <a:pt x="309" y="284"/>
                    <a:pt x="309" y="284"/>
                    <a:pt x="309" y="284"/>
                  </a:cubicBezTo>
                  <a:cubicBezTo>
                    <a:pt x="292" y="291"/>
                    <a:pt x="280" y="308"/>
                    <a:pt x="280" y="328"/>
                  </a:cubicBezTo>
                  <a:cubicBezTo>
                    <a:pt x="280" y="354"/>
                    <a:pt x="301" y="376"/>
                    <a:pt x="328" y="376"/>
                  </a:cubicBezTo>
                  <a:cubicBezTo>
                    <a:pt x="354" y="376"/>
                    <a:pt x="376" y="354"/>
                    <a:pt x="376" y="328"/>
                  </a:cubicBezTo>
                  <a:cubicBezTo>
                    <a:pt x="376" y="308"/>
                    <a:pt x="364" y="291"/>
                    <a:pt x="347" y="284"/>
                  </a:cubicBezTo>
                  <a:close/>
                  <a:moveTo>
                    <a:pt x="75" y="328"/>
                  </a:moveTo>
                  <a:cubicBezTo>
                    <a:pt x="75" y="343"/>
                    <a:pt x="63" y="356"/>
                    <a:pt x="48" y="356"/>
                  </a:cubicBezTo>
                  <a:cubicBezTo>
                    <a:pt x="32" y="356"/>
                    <a:pt x="20" y="343"/>
                    <a:pt x="20" y="328"/>
                  </a:cubicBezTo>
                  <a:cubicBezTo>
                    <a:pt x="20" y="313"/>
                    <a:pt x="32" y="300"/>
                    <a:pt x="48" y="300"/>
                  </a:cubicBezTo>
                  <a:cubicBezTo>
                    <a:pt x="63" y="300"/>
                    <a:pt x="75" y="313"/>
                    <a:pt x="75" y="328"/>
                  </a:cubicBezTo>
                  <a:close/>
                  <a:moveTo>
                    <a:pt x="160" y="48"/>
                  </a:moveTo>
                  <a:cubicBezTo>
                    <a:pt x="160" y="33"/>
                    <a:pt x="172" y="20"/>
                    <a:pt x="188" y="20"/>
                  </a:cubicBezTo>
                  <a:cubicBezTo>
                    <a:pt x="203" y="20"/>
                    <a:pt x="215" y="33"/>
                    <a:pt x="215" y="48"/>
                  </a:cubicBezTo>
                  <a:cubicBezTo>
                    <a:pt x="215" y="63"/>
                    <a:pt x="203" y="76"/>
                    <a:pt x="188" y="76"/>
                  </a:cubicBezTo>
                  <a:cubicBezTo>
                    <a:pt x="172" y="76"/>
                    <a:pt x="160" y="63"/>
                    <a:pt x="160" y="48"/>
                  </a:cubicBezTo>
                  <a:close/>
                  <a:moveTo>
                    <a:pt x="215" y="328"/>
                  </a:moveTo>
                  <a:cubicBezTo>
                    <a:pt x="215" y="343"/>
                    <a:pt x="203" y="356"/>
                    <a:pt x="188" y="356"/>
                  </a:cubicBezTo>
                  <a:cubicBezTo>
                    <a:pt x="172" y="356"/>
                    <a:pt x="160" y="343"/>
                    <a:pt x="160" y="328"/>
                  </a:cubicBezTo>
                  <a:cubicBezTo>
                    <a:pt x="160" y="313"/>
                    <a:pt x="172" y="300"/>
                    <a:pt x="188" y="300"/>
                  </a:cubicBezTo>
                  <a:cubicBezTo>
                    <a:pt x="203" y="300"/>
                    <a:pt x="215" y="313"/>
                    <a:pt x="215" y="328"/>
                  </a:cubicBezTo>
                  <a:close/>
                  <a:moveTo>
                    <a:pt x="328" y="356"/>
                  </a:moveTo>
                  <a:cubicBezTo>
                    <a:pt x="312" y="356"/>
                    <a:pt x="300" y="343"/>
                    <a:pt x="300" y="328"/>
                  </a:cubicBezTo>
                  <a:cubicBezTo>
                    <a:pt x="300" y="313"/>
                    <a:pt x="312" y="300"/>
                    <a:pt x="328" y="300"/>
                  </a:cubicBezTo>
                  <a:cubicBezTo>
                    <a:pt x="343" y="300"/>
                    <a:pt x="355" y="313"/>
                    <a:pt x="355" y="328"/>
                  </a:cubicBezTo>
                  <a:cubicBezTo>
                    <a:pt x="355" y="343"/>
                    <a:pt x="343" y="356"/>
                    <a:pt x="328" y="3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AU" sz="200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2786435" y="1716357"/>
              <a:ext cx="458670" cy="458670"/>
            </a:xfrm>
            <a:prstGeom prst="ellipse">
              <a:avLst/>
            </a:prstGeom>
            <a:solidFill>
              <a:srgbClr val="189983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6" name="矩形-35"/>
            <p:cNvSpPr>
              <a:spLocks noChangeAspect="1" noEditPoints="1"/>
            </p:cNvSpPr>
            <p:nvPr/>
          </p:nvSpPr>
          <p:spPr bwMode="auto">
            <a:xfrm>
              <a:off x="2889595" y="1819518"/>
              <a:ext cx="252351" cy="252349"/>
            </a:xfrm>
            <a:custGeom>
              <a:avLst/>
              <a:gdLst>
                <a:gd name="T0" fmla="*/ 347 w 376"/>
                <a:gd name="T1" fmla="*/ 284 h 376"/>
                <a:gd name="T2" fmla="*/ 347 w 376"/>
                <a:gd name="T3" fmla="*/ 238 h 376"/>
                <a:gd name="T4" fmla="*/ 278 w 376"/>
                <a:gd name="T5" fmla="*/ 169 h 376"/>
                <a:gd name="T6" fmla="*/ 238 w 376"/>
                <a:gd name="T7" fmla="*/ 169 h 376"/>
                <a:gd name="T8" fmla="*/ 207 w 376"/>
                <a:gd name="T9" fmla="*/ 148 h 376"/>
                <a:gd name="T10" fmla="*/ 207 w 376"/>
                <a:gd name="T11" fmla="*/ 92 h 376"/>
                <a:gd name="T12" fmla="*/ 236 w 376"/>
                <a:gd name="T13" fmla="*/ 48 h 376"/>
                <a:gd name="T14" fmla="*/ 188 w 376"/>
                <a:gd name="T15" fmla="*/ 0 h 376"/>
                <a:gd name="T16" fmla="*/ 140 w 376"/>
                <a:gd name="T17" fmla="*/ 48 h 376"/>
                <a:gd name="T18" fmla="*/ 169 w 376"/>
                <a:gd name="T19" fmla="*/ 92 h 376"/>
                <a:gd name="T20" fmla="*/ 169 w 376"/>
                <a:gd name="T21" fmla="*/ 148 h 376"/>
                <a:gd name="T22" fmla="*/ 138 w 376"/>
                <a:gd name="T23" fmla="*/ 169 h 376"/>
                <a:gd name="T24" fmla="*/ 98 w 376"/>
                <a:gd name="T25" fmla="*/ 169 h 376"/>
                <a:gd name="T26" fmla="*/ 29 w 376"/>
                <a:gd name="T27" fmla="*/ 238 h 376"/>
                <a:gd name="T28" fmla="*/ 29 w 376"/>
                <a:gd name="T29" fmla="*/ 284 h 376"/>
                <a:gd name="T30" fmla="*/ 0 w 376"/>
                <a:gd name="T31" fmla="*/ 328 h 376"/>
                <a:gd name="T32" fmla="*/ 48 w 376"/>
                <a:gd name="T33" fmla="*/ 376 h 376"/>
                <a:gd name="T34" fmla="*/ 96 w 376"/>
                <a:gd name="T35" fmla="*/ 328 h 376"/>
                <a:gd name="T36" fmla="*/ 67 w 376"/>
                <a:gd name="T37" fmla="*/ 284 h 376"/>
                <a:gd name="T38" fmla="*/ 67 w 376"/>
                <a:gd name="T39" fmla="*/ 238 h 376"/>
                <a:gd name="T40" fmla="*/ 98 w 376"/>
                <a:gd name="T41" fmla="*/ 207 h 376"/>
                <a:gd name="T42" fmla="*/ 138 w 376"/>
                <a:gd name="T43" fmla="*/ 207 h 376"/>
                <a:gd name="T44" fmla="*/ 169 w 376"/>
                <a:gd name="T45" fmla="*/ 202 h 376"/>
                <a:gd name="T46" fmla="*/ 169 w 376"/>
                <a:gd name="T47" fmla="*/ 284 h 376"/>
                <a:gd name="T48" fmla="*/ 140 w 376"/>
                <a:gd name="T49" fmla="*/ 328 h 376"/>
                <a:gd name="T50" fmla="*/ 188 w 376"/>
                <a:gd name="T51" fmla="*/ 376 h 376"/>
                <a:gd name="T52" fmla="*/ 236 w 376"/>
                <a:gd name="T53" fmla="*/ 328 h 376"/>
                <a:gd name="T54" fmla="*/ 207 w 376"/>
                <a:gd name="T55" fmla="*/ 284 h 376"/>
                <a:gd name="T56" fmla="*/ 207 w 376"/>
                <a:gd name="T57" fmla="*/ 202 h 376"/>
                <a:gd name="T58" fmla="*/ 238 w 376"/>
                <a:gd name="T59" fmla="*/ 207 h 376"/>
                <a:gd name="T60" fmla="*/ 278 w 376"/>
                <a:gd name="T61" fmla="*/ 207 h 376"/>
                <a:gd name="T62" fmla="*/ 309 w 376"/>
                <a:gd name="T63" fmla="*/ 238 h 376"/>
                <a:gd name="T64" fmla="*/ 309 w 376"/>
                <a:gd name="T65" fmla="*/ 284 h 376"/>
                <a:gd name="T66" fmla="*/ 280 w 376"/>
                <a:gd name="T67" fmla="*/ 328 h 376"/>
                <a:gd name="T68" fmla="*/ 328 w 376"/>
                <a:gd name="T69" fmla="*/ 376 h 376"/>
                <a:gd name="T70" fmla="*/ 376 w 376"/>
                <a:gd name="T71" fmla="*/ 328 h 376"/>
                <a:gd name="T72" fmla="*/ 347 w 376"/>
                <a:gd name="T73" fmla="*/ 284 h 376"/>
                <a:gd name="T74" fmla="*/ 75 w 376"/>
                <a:gd name="T75" fmla="*/ 328 h 376"/>
                <a:gd name="T76" fmla="*/ 48 w 376"/>
                <a:gd name="T77" fmla="*/ 356 h 376"/>
                <a:gd name="T78" fmla="*/ 20 w 376"/>
                <a:gd name="T79" fmla="*/ 328 h 376"/>
                <a:gd name="T80" fmla="*/ 48 w 376"/>
                <a:gd name="T81" fmla="*/ 300 h 376"/>
                <a:gd name="T82" fmla="*/ 75 w 376"/>
                <a:gd name="T83" fmla="*/ 328 h 376"/>
                <a:gd name="T84" fmla="*/ 160 w 376"/>
                <a:gd name="T85" fmla="*/ 48 h 376"/>
                <a:gd name="T86" fmla="*/ 188 w 376"/>
                <a:gd name="T87" fmla="*/ 20 h 376"/>
                <a:gd name="T88" fmla="*/ 215 w 376"/>
                <a:gd name="T89" fmla="*/ 48 h 376"/>
                <a:gd name="T90" fmla="*/ 188 w 376"/>
                <a:gd name="T91" fmla="*/ 76 h 376"/>
                <a:gd name="T92" fmla="*/ 160 w 376"/>
                <a:gd name="T93" fmla="*/ 48 h 376"/>
                <a:gd name="T94" fmla="*/ 215 w 376"/>
                <a:gd name="T95" fmla="*/ 328 h 376"/>
                <a:gd name="T96" fmla="*/ 188 w 376"/>
                <a:gd name="T97" fmla="*/ 356 h 376"/>
                <a:gd name="T98" fmla="*/ 160 w 376"/>
                <a:gd name="T99" fmla="*/ 328 h 376"/>
                <a:gd name="T100" fmla="*/ 188 w 376"/>
                <a:gd name="T101" fmla="*/ 300 h 376"/>
                <a:gd name="T102" fmla="*/ 215 w 376"/>
                <a:gd name="T103" fmla="*/ 328 h 376"/>
                <a:gd name="T104" fmla="*/ 328 w 376"/>
                <a:gd name="T105" fmla="*/ 356 h 376"/>
                <a:gd name="T106" fmla="*/ 300 w 376"/>
                <a:gd name="T107" fmla="*/ 328 h 376"/>
                <a:gd name="T108" fmla="*/ 328 w 376"/>
                <a:gd name="T109" fmla="*/ 300 h 376"/>
                <a:gd name="T110" fmla="*/ 355 w 376"/>
                <a:gd name="T111" fmla="*/ 328 h 376"/>
                <a:gd name="T112" fmla="*/ 328 w 376"/>
                <a:gd name="T113" fmla="*/ 35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76">
                  <a:moveTo>
                    <a:pt x="347" y="284"/>
                  </a:moveTo>
                  <a:cubicBezTo>
                    <a:pt x="347" y="238"/>
                    <a:pt x="347" y="238"/>
                    <a:pt x="347" y="238"/>
                  </a:cubicBezTo>
                  <a:cubicBezTo>
                    <a:pt x="347" y="210"/>
                    <a:pt x="328" y="169"/>
                    <a:pt x="278" y="169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10" y="169"/>
                    <a:pt x="207" y="155"/>
                    <a:pt x="207" y="148"/>
                  </a:cubicBezTo>
                  <a:cubicBezTo>
                    <a:pt x="207" y="92"/>
                    <a:pt x="207" y="92"/>
                    <a:pt x="207" y="92"/>
                  </a:cubicBezTo>
                  <a:cubicBezTo>
                    <a:pt x="224" y="85"/>
                    <a:pt x="236" y="68"/>
                    <a:pt x="236" y="48"/>
                  </a:cubicBezTo>
                  <a:cubicBezTo>
                    <a:pt x="236" y="21"/>
                    <a:pt x="214" y="0"/>
                    <a:pt x="188" y="0"/>
                  </a:cubicBezTo>
                  <a:cubicBezTo>
                    <a:pt x="161" y="0"/>
                    <a:pt x="140" y="21"/>
                    <a:pt x="140" y="48"/>
                  </a:cubicBezTo>
                  <a:cubicBezTo>
                    <a:pt x="140" y="68"/>
                    <a:pt x="152" y="85"/>
                    <a:pt x="169" y="92"/>
                  </a:cubicBezTo>
                  <a:cubicBezTo>
                    <a:pt x="169" y="148"/>
                    <a:pt x="169" y="148"/>
                    <a:pt x="169" y="148"/>
                  </a:cubicBezTo>
                  <a:cubicBezTo>
                    <a:pt x="169" y="153"/>
                    <a:pt x="167" y="169"/>
                    <a:pt x="138" y="169"/>
                  </a:cubicBezTo>
                  <a:cubicBezTo>
                    <a:pt x="98" y="169"/>
                    <a:pt x="98" y="169"/>
                    <a:pt x="98" y="169"/>
                  </a:cubicBezTo>
                  <a:cubicBezTo>
                    <a:pt x="47" y="169"/>
                    <a:pt x="29" y="210"/>
                    <a:pt x="29" y="238"/>
                  </a:cubicBezTo>
                  <a:cubicBezTo>
                    <a:pt x="29" y="284"/>
                    <a:pt x="29" y="284"/>
                    <a:pt x="29" y="284"/>
                  </a:cubicBezTo>
                  <a:cubicBezTo>
                    <a:pt x="12" y="291"/>
                    <a:pt x="0" y="308"/>
                    <a:pt x="0" y="328"/>
                  </a:cubicBezTo>
                  <a:cubicBezTo>
                    <a:pt x="0" y="354"/>
                    <a:pt x="21" y="376"/>
                    <a:pt x="48" y="376"/>
                  </a:cubicBezTo>
                  <a:cubicBezTo>
                    <a:pt x="74" y="376"/>
                    <a:pt x="96" y="354"/>
                    <a:pt x="96" y="328"/>
                  </a:cubicBezTo>
                  <a:cubicBezTo>
                    <a:pt x="96" y="308"/>
                    <a:pt x="84" y="291"/>
                    <a:pt x="67" y="284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7" y="233"/>
                    <a:pt x="68" y="207"/>
                    <a:pt x="98" y="207"/>
                  </a:cubicBezTo>
                  <a:cubicBezTo>
                    <a:pt x="138" y="207"/>
                    <a:pt x="138" y="207"/>
                    <a:pt x="138" y="207"/>
                  </a:cubicBezTo>
                  <a:cubicBezTo>
                    <a:pt x="150" y="207"/>
                    <a:pt x="160" y="205"/>
                    <a:pt x="169" y="202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152" y="291"/>
                    <a:pt x="140" y="308"/>
                    <a:pt x="140" y="328"/>
                  </a:cubicBezTo>
                  <a:cubicBezTo>
                    <a:pt x="140" y="354"/>
                    <a:pt x="161" y="376"/>
                    <a:pt x="188" y="376"/>
                  </a:cubicBezTo>
                  <a:cubicBezTo>
                    <a:pt x="214" y="376"/>
                    <a:pt x="236" y="354"/>
                    <a:pt x="236" y="328"/>
                  </a:cubicBezTo>
                  <a:cubicBezTo>
                    <a:pt x="236" y="308"/>
                    <a:pt x="224" y="291"/>
                    <a:pt x="207" y="284"/>
                  </a:cubicBezTo>
                  <a:cubicBezTo>
                    <a:pt x="207" y="202"/>
                    <a:pt x="207" y="202"/>
                    <a:pt x="207" y="202"/>
                  </a:cubicBezTo>
                  <a:cubicBezTo>
                    <a:pt x="215" y="205"/>
                    <a:pt x="226" y="207"/>
                    <a:pt x="238" y="207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306" y="207"/>
                    <a:pt x="309" y="231"/>
                    <a:pt x="309" y="238"/>
                  </a:cubicBezTo>
                  <a:cubicBezTo>
                    <a:pt x="309" y="284"/>
                    <a:pt x="309" y="284"/>
                    <a:pt x="309" y="284"/>
                  </a:cubicBezTo>
                  <a:cubicBezTo>
                    <a:pt x="292" y="291"/>
                    <a:pt x="280" y="308"/>
                    <a:pt x="280" y="328"/>
                  </a:cubicBezTo>
                  <a:cubicBezTo>
                    <a:pt x="280" y="354"/>
                    <a:pt x="301" y="376"/>
                    <a:pt x="328" y="376"/>
                  </a:cubicBezTo>
                  <a:cubicBezTo>
                    <a:pt x="354" y="376"/>
                    <a:pt x="376" y="354"/>
                    <a:pt x="376" y="328"/>
                  </a:cubicBezTo>
                  <a:cubicBezTo>
                    <a:pt x="376" y="308"/>
                    <a:pt x="364" y="291"/>
                    <a:pt x="347" y="284"/>
                  </a:cubicBezTo>
                  <a:close/>
                  <a:moveTo>
                    <a:pt x="75" y="328"/>
                  </a:moveTo>
                  <a:cubicBezTo>
                    <a:pt x="75" y="343"/>
                    <a:pt x="63" y="356"/>
                    <a:pt x="48" y="356"/>
                  </a:cubicBezTo>
                  <a:cubicBezTo>
                    <a:pt x="32" y="356"/>
                    <a:pt x="20" y="343"/>
                    <a:pt x="20" y="328"/>
                  </a:cubicBezTo>
                  <a:cubicBezTo>
                    <a:pt x="20" y="313"/>
                    <a:pt x="32" y="300"/>
                    <a:pt x="48" y="300"/>
                  </a:cubicBezTo>
                  <a:cubicBezTo>
                    <a:pt x="63" y="300"/>
                    <a:pt x="75" y="313"/>
                    <a:pt x="75" y="328"/>
                  </a:cubicBezTo>
                  <a:close/>
                  <a:moveTo>
                    <a:pt x="160" y="48"/>
                  </a:moveTo>
                  <a:cubicBezTo>
                    <a:pt x="160" y="33"/>
                    <a:pt x="172" y="20"/>
                    <a:pt x="188" y="20"/>
                  </a:cubicBezTo>
                  <a:cubicBezTo>
                    <a:pt x="203" y="20"/>
                    <a:pt x="215" y="33"/>
                    <a:pt x="215" y="48"/>
                  </a:cubicBezTo>
                  <a:cubicBezTo>
                    <a:pt x="215" y="63"/>
                    <a:pt x="203" y="76"/>
                    <a:pt x="188" y="76"/>
                  </a:cubicBezTo>
                  <a:cubicBezTo>
                    <a:pt x="172" y="76"/>
                    <a:pt x="160" y="63"/>
                    <a:pt x="160" y="48"/>
                  </a:cubicBezTo>
                  <a:close/>
                  <a:moveTo>
                    <a:pt x="215" y="328"/>
                  </a:moveTo>
                  <a:cubicBezTo>
                    <a:pt x="215" y="343"/>
                    <a:pt x="203" y="356"/>
                    <a:pt x="188" y="356"/>
                  </a:cubicBezTo>
                  <a:cubicBezTo>
                    <a:pt x="172" y="356"/>
                    <a:pt x="160" y="343"/>
                    <a:pt x="160" y="328"/>
                  </a:cubicBezTo>
                  <a:cubicBezTo>
                    <a:pt x="160" y="313"/>
                    <a:pt x="172" y="300"/>
                    <a:pt x="188" y="300"/>
                  </a:cubicBezTo>
                  <a:cubicBezTo>
                    <a:pt x="203" y="300"/>
                    <a:pt x="215" y="313"/>
                    <a:pt x="215" y="328"/>
                  </a:cubicBezTo>
                  <a:close/>
                  <a:moveTo>
                    <a:pt x="328" y="356"/>
                  </a:moveTo>
                  <a:cubicBezTo>
                    <a:pt x="312" y="356"/>
                    <a:pt x="300" y="343"/>
                    <a:pt x="300" y="328"/>
                  </a:cubicBezTo>
                  <a:cubicBezTo>
                    <a:pt x="300" y="313"/>
                    <a:pt x="312" y="300"/>
                    <a:pt x="328" y="300"/>
                  </a:cubicBezTo>
                  <a:cubicBezTo>
                    <a:pt x="343" y="300"/>
                    <a:pt x="355" y="313"/>
                    <a:pt x="355" y="328"/>
                  </a:cubicBezTo>
                  <a:cubicBezTo>
                    <a:pt x="355" y="343"/>
                    <a:pt x="343" y="356"/>
                    <a:pt x="328" y="3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AU" sz="200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4343513" y="1716357"/>
              <a:ext cx="458670" cy="458670"/>
            </a:xfrm>
            <a:prstGeom prst="ellipse">
              <a:avLst/>
            </a:prstGeom>
            <a:solidFill>
              <a:srgbClr val="D85737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3" name="矩形-35"/>
            <p:cNvSpPr>
              <a:spLocks noChangeAspect="1" noEditPoints="1"/>
            </p:cNvSpPr>
            <p:nvPr/>
          </p:nvSpPr>
          <p:spPr bwMode="auto">
            <a:xfrm>
              <a:off x="4446673" y="1819518"/>
              <a:ext cx="252351" cy="252349"/>
            </a:xfrm>
            <a:custGeom>
              <a:avLst/>
              <a:gdLst>
                <a:gd name="T0" fmla="*/ 347 w 376"/>
                <a:gd name="T1" fmla="*/ 284 h 376"/>
                <a:gd name="T2" fmla="*/ 347 w 376"/>
                <a:gd name="T3" fmla="*/ 238 h 376"/>
                <a:gd name="T4" fmla="*/ 278 w 376"/>
                <a:gd name="T5" fmla="*/ 169 h 376"/>
                <a:gd name="T6" fmla="*/ 238 w 376"/>
                <a:gd name="T7" fmla="*/ 169 h 376"/>
                <a:gd name="T8" fmla="*/ 207 w 376"/>
                <a:gd name="T9" fmla="*/ 148 h 376"/>
                <a:gd name="T10" fmla="*/ 207 w 376"/>
                <a:gd name="T11" fmla="*/ 92 h 376"/>
                <a:gd name="T12" fmla="*/ 236 w 376"/>
                <a:gd name="T13" fmla="*/ 48 h 376"/>
                <a:gd name="T14" fmla="*/ 188 w 376"/>
                <a:gd name="T15" fmla="*/ 0 h 376"/>
                <a:gd name="T16" fmla="*/ 140 w 376"/>
                <a:gd name="T17" fmla="*/ 48 h 376"/>
                <a:gd name="T18" fmla="*/ 169 w 376"/>
                <a:gd name="T19" fmla="*/ 92 h 376"/>
                <a:gd name="T20" fmla="*/ 169 w 376"/>
                <a:gd name="T21" fmla="*/ 148 h 376"/>
                <a:gd name="T22" fmla="*/ 138 w 376"/>
                <a:gd name="T23" fmla="*/ 169 h 376"/>
                <a:gd name="T24" fmla="*/ 98 w 376"/>
                <a:gd name="T25" fmla="*/ 169 h 376"/>
                <a:gd name="T26" fmla="*/ 29 w 376"/>
                <a:gd name="T27" fmla="*/ 238 h 376"/>
                <a:gd name="T28" fmla="*/ 29 w 376"/>
                <a:gd name="T29" fmla="*/ 284 h 376"/>
                <a:gd name="T30" fmla="*/ 0 w 376"/>
                <a:gd name="T31" fmla="*/ 328 h 376"/>
                <a:gd name="T32" fmla="*/ 48 w 376"/>
                <a:gd name="T33" fmla="*/ 376 h 376"/>
                <a:gd name="T34" fmla="*/ 96 w 376"/>
                <a:gd name="T35" fmla="*/ 328 h 376"/>
                <a:gd name="T36" fmla="*/ 67 w 376"/>
                <a:gd name="T37" fmla="*/ 284 h 376"/>
                <a:gd name="T38" fmla="*/ 67 w 376"/>
                <a:gd name="T39" fmla="*/ 238 h 376"/>
                <a:gd name="T40" fmla="*/ 98 w 376"/>
                <a:gd name="T41" fmla="*/ 207 h 376"/>
                <a:gd name="T42" fmla="*/ 138 w 376"/>
                <a:gd name="T43" fmla="*/ 207 h 376"/>
                <a:gd name="T44" fmla="*/ 169 w 376"/>
                <a:gd name="T45" fmla="*/ 202 h 376"/>
                <a:gd name="T46" fmla="*/ 169 w 376"/>
                <a:gd name="T47" fmla="*/ 284 h 376"/>
                <a:gd name="T48" fmla="*/ 140 w 376"/>
                <a:gd name="T49" fmla="*/ 328 h 376"/>
                <a:gd name="T50" fmla="*/ 188 w 376"/>
                <a:gd name="T51" fmla="*/ 376 h 376"/>
                <a:gd name="T52" fmla="*/ 236 w 376"/>
                <a:gd name="T53" fmla="*/ 328 h 376"/>
                <a:gd name="T54" fmla="*/ 207 w 376"/>
                <a:gd name="T55" fmla="*/ 284 h 376"/>
                <a:gd name="T56" fmla="*/ 207 w 376"/>
                <a:gd name="T57" fmla="*/ 202 h 376"/>
                <a:gd name="T58" fmla="*/ 238 w 376"/>
                <a:gd name="T59" fmla="*/ 207 h 376"/>
                <a:gd name="T60" fmla="*/ 278 w 376"/>
                <a:gd name="T61" fmla="*/ 207 h 376"/>
                <a:gd name="T62" fmla="*/ 309 w 376"/>
                <a:gd name="T63" fmla="*/ 238 h 376"/>
                <a:gd name="T64" fmla="*/ 309 w 376"/>
                <a:gd name="T65" fmla="*/ 284 h 376"/>
                <a:gd name="T66" fmla="*/ 280 w 376"/>
                <a:gd name="T67" fmla="*/ 328 h 376"/>
                <a:gd name="T68" fmla="*/ 328 w 376"/>
                <a:gd name="T69" fmla="*/ 376 h 376"/>
                <a:gd name="T70" fmla="*/ 376 w 376"/>
                <a:gd name="T71" fmla="*/ 328 h 376"/>
                <a:gd name="T72" fmla="*/ 347 w 376"/>
                <a:gd name="T73" fmla="*/ 284 h 376"/>
                <a:gd name="T74" fmla="*/ 75 w 376"/>
                <a:gd name="T75" fmla="*/ 328 h 376"/>
                <a:gd name="T76" fmla="*/ 48 w 376"/>
                <a:gd name="T77" fmla="*/ 356 h 376"/>
                <a:gd name="T78" fmla="*/ 20 w 376"/>
                <a:gd name="T79" fmla="*/ 328 h 376"/>
                <a:gd name="T80" fmla="*/ 48 w 376"/>
                <a:gd name="T81" fmla="*/ 300 h 376"/>
                <a:gd name="T82" fmla="*/ 75 w 376"/>
                <a:gd name="T83" fmla="*/ 328 h 376"/>
                <a:gd name="T84" fmla="*/ 160 w 376"/>
                <a:gd name="T85" fmla="*/ 48 h 376"/>
                <a:gd name="T86" fmla="*/ 188 w 376"/>
                <a:gd name="T87" fmla="*/ 20 h 376"/>
                <a:gd name="T88" fmla="*/ 215 w 376"/>
                <a:gd name="T89" fmla="*/ 48 h 376"/>
                <a:gd name="T90" fmla="*/ 188 w 376"/>
                <a:gd name="T91" fmla="*/ 76 h 376"/>
                <a:gd name="T92" fmla="*/ 160 w 376"/>
                <a:gd name="T93" fmla="*/ 48 h 376"/>
                <a:gd name="T94" fmla="*/ 215 w 376"/>
                <a:gd name="T95" fmla="*/ 328 h 376"/>
                <a:gd name="T96" fmla="*/ 188 w 376"/>
                <a:gd name="T97" fmla="*/ 356 h 376"/>
                <a:gd name="T98" fmla="*/ 160 w 376"/>
                <a:gd name="T99" fmla="*/ 328 h 376"/>
                <a:gd name="T100" fmla="*/ 188 w 376"/>
                <a:gd name="T101" fmla="*/ 300 h 376"/>
                <a:gd name="T102" fmla="*/ 215 w 376"/>
                <a:gd name="T103" fmla="*/ 328 h 376"/>
                <a:gd name="T104" fmla="*/ 328 w 376"/>
                <a:gd name="T105" fmla="*/ 356 h 376"/>
                <a:gd name="T106" fmla="*/ 300 w 376"/>
                <a:gd name="T107" fmla="*/ 328 h 376"/>
                <a:gd name="T108" fmla="*/ 328 w 376"/>
                <a:gd name="T109" fmla="*/ 300 h 376"/>
                <a:gd name="T110" fmla="*/ 355 w 376"/>
                <a:gd name="T111" fmla="*/ 328 h 376"/>
                <a:gd name="T112" fmla="*/ 328 w 376"/>
                <a:gd name="T113" fmla="*/ 35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76">
                  <a:moveTo>
                    <a:pt x="347" y="284"/>
                  </a:moveTo>
                  <a:cubicBezTo>
                    <a:pt x="347" y="238"/>
                    <a:pt x="347" y="238"/>
                    <a:pt x="347" y="238"/>
                  </a:cubicBezTo>
                  <a:cubicBezTo>
                    <a:pt x="347" y="210"/>
                    <a:pt x="328" y="169"/>
                    <a:pt x="278" y="169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10" y="169"/>
                    <a:pt x="207" y="155"/>
                    <a:pt x="207" y="148"/>
                  </a:cubicBezTo>
                  <a:cubicBezTo>
                    <a:pt x="207" y="92"/>
                    <a:pt x="207" y="92"/>
                    <a:pt x="207" y="92"/>
                  </a:cubicBezTo>
                  <a:cubicBezTo>
                    <a:pt x="224" y="85"/>
                    <a:pt x="236" y="68"/>
                    <a:pt x="236" y="48"/>
                  </a:cubicBezTo>
                  <a:cubicBezTo>
                    <a:pt x="236" y="21"/>
                    <a:pt x="214" y="0"/>
                    <a:pt x="188" y="0"/>
                  </a:cubicBezTo>
                  <a:cubicBezTo>
                    <a:pt x="161" y="0"/>
                    <a:pt x="140" y="21"/>
                    <a:pt x="140" y="48"/>
                  </a:cubicBezTo>
                  <a:cubicBezTo>
                    <a:pt x="140" y="68"/>
                    <a:pt x="152" y="85"/>
                    <a:pt x="169" y="92"/>
                  </a:cubicBezTo>
                  <a:cubicBezTo>
                    <a:pt x="169" y="148"/>
                    <a:pt x="169" y="148"/>
                    <a:pt x="169" y="148"/>
                  </a:cubicBezTo>
                  <a:cubicBezTo>
                    <a:pt x="169" y="153"/>
                    <a:pt x="167" y="169"/>
                    <a:pt x="138" y="169"/>
                  </a:cubicBezTo>
                  <a:cubicBezTo>
                    <a:pt x="98" y="169"/>
                    <a:pt x="98" y="169"/>
                    <a:pt x="98" y="169"/>
                  </a:cubicBezTo>
                  <a:cubicBezTo>
                    <a:pt x="47" y="169"/>
                    <a:pt x="29" y="210"/>
                    <a:pt x="29" y="238"/>
                  </a:cubicBezTo>
                  <a:cubicBezTo>
                    <a:pt x="29" y="284"/>
                    <a:pt x="29" y="284"/>
                    <a:pt x="29" y="284"/>
                  </a:cubicBezTo>
                  <a:cubicBezTo>
                    <a:pt x="12" y="291"/>
                    <a:pt x="0" y="308"/>
                    <a:pt x="0" y="328"/>
                  </a:cubicBezTo>
                  <a:cubicBezTo>
                    <a:pt x="0" y="354"/>
                    <a:pt x="21" y="376"/>
                    <a:pt x="48" y="376"/>
                  </a:cubicBezTo>
                  <a:cubicBezTo>
                    <a:pt x="74" y="376"/>
                    <a:pt x="96" y="354"/>
                    <a:pt x="96" y="328"/>
                  </a:cubicBezTo>
                  <a:cubicBezTo>
                    <a:pt x="96" y="308"/>
                    <a:pt x="84" y="291"/>
                    <a:pt x="67" y="284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7" y="233"/>
                    <a:pt x="68" y="207"/>
                    <a:pt x="98" y="207"/>
                  </a:cubicBezTo>
                  <a:cubicBezTo>
                    <a:pt x="138" y="207"/>
                    <a:pt x="138" y="207"/>
                    <a:pt x="138" y="207"/>
                  </a:cubicBezTo>
                  <a:cubicBezTo>
                    <a:pt x="150" y="207"/>
                    <a:pt x="160" y="205"/>
                    <a:pt x="169" y="202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152" y="291"/>
                    <a:pt x="140" y="308"/>
                    <a:pt x="140" y="328"/>
                  </a:cubicBezTo>
                  <a:cubicBezTo>
                    <a:pt x="140" y="354"/>
                    <a:pt x="161" y="376"/>
                    <a:pt x="188" y="376"/>
                  </a:cubicBezTo>
                  <a:cubicBezTo>
                    <a:pt x="214" y="376"/>
                    <a:pt x="236" y="354"/>
                    <a:pt x="236" y="328"/>
                  </a:cubicBezTo>
                  <a:cubicBezTo>
                    <a:pt x="236" y="308"/>
                    <a:pt x="224" y="291"/>
                    <a:pt x="207" y="284"/>
                  </a:cubicBezTo>
                  <a:cubicBezTo>
                    <a:pt x="207" y="202"/>
                    <a:pt x="207" y="202"/>
                    <a:pt x="207" y="202"/>
                  </a:cubicBezTo>
                  <a:cubicBezTo>
                    <a:pt x="215" y="205"/>
                    <a:pt x="226" y="207"/>
                    <a:pt x="238" y="207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306" y="207"/>
                    <a:pt x="309" y="231"/>
                    <a:pt x="309" y="238"/>
                  </a:cubicBezTo>
                  <a:cubicBezTo>
                    <a:pt x="309" y="284"/>
                    <a:pt x="309" y="284"/>
                    <a:pt x="309" y="284"/>
                  </a:cubicBezTo>
                  <a:cubicBezTo>
                    <a:pt x="292" y="291"/>
                    <a:pt x="280" y="308"/>
                    <a:pt x="280" y="328"/>
                  </a:cubicBezTo>
                  <a:cubicBezTo>
                    <a:pt x="280" y="354"/>
                    <a:pt x="301" y="376"/>
                    <a:pt x="328" y="376"/>
                  </a:cubicBezTo>
                  <a:cubicBezTo>
                    <a:pt x="354" y="376"/>
                    <a:pt x="376" y="354"/>
                    <a:pt x="376" y="328"/>
                  </a:cubicBezTo>
                  <a:cubicBezTo>
                    <a:pt x="376" y="308"/>
                    <a:pt x="364" y="291"/>
                    <a:pt x="347" y="284"/>
                  </a:cubicBezTo>
                  <a:close/>
                  <a:moveTo>
                    <a:pt x="75" y="328"/>
                  </a:moveTo>
                  <a:cubicBezTo>
                    <a:pt x="75" y="343"/>
                    <a:pt x="63" y="356"/>
                    <a:pt x="48" y="356"/>
                  </a:cubicBezTo>
                  <a:cubicBezTo>
                    <a:pt x="32" y="356"/>
                    <a:pt x="20" y="343"/>
                    <a:pt x="20" y="328"/>
                  </a:cubicBezTo>
                  <a:cubicBezTo>
                    <a:pt x="20" y="313"/>
                    <a:pt x="32" y="300"/>
                    <a:pt x="48" y="300"/>
                  </a:cubicBezTo>
                  <a:cubicBezTo>
                    <a:pt x="63" y="300"/>
                    <a:pt x="75" y="313"/>
                    <a:pt x="75" y="328"/>
                  </a:cubicBezTo>
                  <a:close/>
                  <a:moveTo>
                    <a:pt x="160" y="48"/>
                  </a:moveTo>
                  <a:cubicBezTo>
                    <a:pt x="160" y="33"/>
                    <a:pt x="172" y="20"/>
                    <a:pt x="188" y="20"/>
                  </a:cubicBezTo>
                  <a:cubicBezTo>
                    <a:pt x="203" y="20"/>
                    <a:pt x="215" y="33"/>
                    <a:pt x="215" y="48"/>
                  </a:cubicBezTo>
                  <a:cubicBezTo>
                    <a:pt x="215" y="63"/>
                    <a:pt x="203" y="76"/>
                    <a:pt x="188" y="76"/>
                  </a:cubicBezTo>
                  <a:cubicBezTo>
                    <a:pt x="172" y="76"/>
                    <a:pt x="160" y="63"/>
                    <a:pt x="160" y="48"/>
                  </a:cubicBezTo>
                  <a:close/>
                  <a:moveTo>
                    <a:pt x="215" y="328"/>
                  </a:moveTo>
                  <a:cubicBezTo>
                    <a:pt x="215" y="343"/>
                    <a:pt x="203" y="356"/>
                    <a:pt x="188" y="356"/>
                  </a:cubicBezTo>
                  <a:cubicBezTo>
                    <a:pt x="172" y="356"/>
                    <a:pt x="160" y="343"/>
                    <a:pt x="160" y="328"/>
                  </a:cubicBezTo>
                  <a:cubicBezTo>
                    <a:pt x="160" y="313"/>
                    <a:pt x="172" y="300"/>
                    <a:pt x="188" y="300"/>
                  </a:cubicBezTo>
                  <a:cubicBezTo>
                    <a:pt x="203" y="300"/>
                    <a:pt x="215" y="313"/>
                    <a:pt x="215" y="328"/>
                  </a:cubicBezTo>
                  <a:close/>
                  <a:moveTo>
                    <a:pt x="328" y="356"/>
                  </a:moveTo>
                  <a:cubicBezTo>
                    <a:pt x="312" y="356"/>
                    <a:pt x="300" y="343"/>
                    <a:pt x="300" y="328"/>
                  </a:cubicBezTo>
                  <a:cubicBezTo>
                    <a:pt x="300" y="313"/>
                    <a:pt x="312" y="300"/>
                    <a:pt x="328" y="300"/>
                  </a:cubicBezTo>
                  <a:cubicBezTo>
                    <a:pt x="343" y="300"/>
                    <a:pt x="355" y="313"/>
                    <a:pt x="355" y="328"/>
                  </a:cubicBezTo>
                  <a:cubicBezTo>
                    <a:pt x="355" y="343"/>
                    <a:pt x="343" y="356"/>
                    <a:pt x="328" y="3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AU" sz="200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5900591" y="1716357"/>
              <a:ext cx="458670" cy="458670"/>
            </a:xfrm>
            <a:prstGeom prst="ellipse">
              <a:avLst/>
            </a:prstGeom>
            <a:solidFill>
              <a:srgbClr val="189983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7" name="矩形-35"/>
            <p:cNvSpPr>
              <a:spLocks noChangeAspect="1" noEditPoints="1"/>
            </p:cNvSpPr>
            <p:nvPr/>
          </p:nvSpPr>
          <p:spPr bwMode="auto">
            <a:xfrm>
              <a:off x="6003751" y="1819518"/>
              <a:ext cx="252351" cy="252349"/>
            </a:xfrm>
            <a:custGeom>
              <a:avLst/>
              <a:gdLst>
                <a:gd name="T0" fmla="*/ 347 w 376"/>
                <a:gd name="T1" fmla="*/ 284 h 376"/>
                <a:gd name="T2" fmla="*/ 347 w 376"/>
                <a:gd name="T3" fmla="*/ 238 h 376"/>
                <a:gd name="T4" fmla="*/ 278 w 376"/>
                <a:gd name="T5" fmla="*/ 169 h 376"/>
                <a:gd name="T6" fmla="*/ 238 w 376"/>
                <a:gd name="T7" fmla="*/ 169 h 376"/>
                <a:gd name="T8" fmla="*/ 207 w 376"/>
                <a:gd name="T9" fmla="*/ 148 h 376"/>
                <a:gd name="T10" fmla="*/ 207 w 376"/>
                <a:gd name="T11" fmla="*/ 92 h 376"/>
                <a:gd name="T12" fmla="*/ 236 w 376"/>
                <a:gd name="T13" fmla="*/ 48 h 376"/>
                <a:gd name="T14" fmla="*/ 188 w 376"/>
                <a:gd name="T15" fmla="*/ 0 h 376"/>
                <a:gd name="T16" fmla="*/ 140 w 376"/>
                <a:gd name="T17" fmla="*/ 48 h 376"/>
                <a:gd name="T18" fmla="*/ 169 w 376"/>
                <a:gd name="T19" fmla="*/ 92 h 376"/>
                <a:gd name="T20" fmla="*/ 169 w 376"/>
                <a:gd name="T21" fmla="*/ 148 h 376"/>
                <a:gd name="T22" fmla="*/ 138 w 376"/>
                <a:gd name="T23" fmla="*/ 169 h 376"/>
                <a:gd name="T24" fmla="*/ 98 w 376"/>
                <a:gd name="T25" fmla="*/ 169 h 376"/>
                <a:gd name="T26" fmla="*/ 29 w 376"/>
                <a:gd name="T27" fmla="*/ 238 h 376"/>
                <a:gd name="T28" fmla="*/ 29 w 376"/>
                <a:gd name="T29" fmla="*/ 284 h 376"/>
                <a:gd name="T30" fmla="*/ 0 w 376"/>
                <a:gd name="T31" fmla="*/ 328 h 376"/>
                <a:gd name="T32" fmla="*/ 48 w 376"/>
                <a:gd name="T33" fmla="*/ 376 h 376"/>
                <a:gd name="T34" fmla="*/ 96 w 376"/>
                <a:gd name="T35" fmla="*/ 328 h 376"/>
                <a:gd name="T36" fmla="*/ 67 w 376"/>
                <a:gd name="T37" fmla="*/ 284 h 376"/>
                <a:gd name="T38" fmla="*/ 67 w 376"/>
                <a:gd name="T39" fmla="*/ 238 h 376"/>
                <a:gd name="T40" fmla="*/ 98 w 376"/>
                <a:gd name="T41" fmla="*/ 207 h 376"/>
                <a:gd name="T42" fmla="*/ 138 w 376"/>
                <a:gd name="T43" fmla="*/ 207 h 376"/>
                <a:gd name="T44" fmla="*/ 169 w 376"/>
                <a:gd name="T45" fmla="*/ 202 h 376"/>
                <a:gd name="T46" fmla="*/ 169 w 376"/>
                <a:gd name="T47" fmla="*/ 284 h 376"/>
                <a:gd name="T48" fmla="*/ 140 w 376"/>
                <a:gd name="T49" fmla="*/ 328 h 376"/>
                <a:gd name="T50" fmla="*/ 188 w 376"/>
                <a:gd name="T51" fmla="*/ 376 h 376"/>
                <a:gd name="T52" fmla="*/ 236 w 376"/>
                <a:gd name="T53" fmla="*/ 328 h 376"/>
                <a:gd name="T54" fmla="*/ 207 w 376"/>
                <a:gd name="T55" fmla="*/ 284 h 376"/>
                <a:gd name="T56" fmla="*/ 207 w 376"/>
                <a:gd name="T57" fmla="*/ 202 h 376"/>
                <a:gd name="T58" fmla="*/ 238 w 376"/>
                <a:gd name="T59" fmla="*/ 207 h 376"/>
                <a:gd name="T60" fmla="*/ 278 w 376"/>
                <a:gd name="T61" fmla="*/ 207 h 376"/>
                <a:gd name="T62" fmla="*/ 309 w 376"/>
                <a:gd name="T63" fmla="*/ 238 h 376"/>
                <a:gd name="T64" fmla="*/ 309 w 376"/>
                <a:gd name="T65" fmla="*/ 284 h 376"/>
                <a:gd name="T66" fmla="*/ 280 w 376"/>
                <a:gd name="T67" fmla="*/ 328 h 376"/>
                <a:gd name="T68" fmla="*/ 328 w 376"/>
                <a:gd name="T69" fmla="*/ 376 h 376"/>
                <a:gd name="T70" fmla="*/ 376 w 376"/>
                <a:gd name="T71" fmla="*/ 328 h 376"/>
                <a:gd name="T72" fmla="*/ 347 w 376"/>
                <a:gd name="T73" fmla="*/ 284 h 376"/>
                <a:gd name="T74" fmla="*/ 75 w 376"/>
                <a:gd name="T75" fmla="*/ 328 h 376"/>
                <a:gd name="T76" fmla="*/ 48 w 376"/>
                <a:gd name="T77" fmla="*/ 356 h 376"/>
                <a:gd name="T78" fmla="*/ 20 w 376"/>
                <a:gd name="T79" fmla="*/ 328 h 376"/>
                <a:gd name="T80" fmla="*/ 48 w 376"/>
                <a:gd name="T81" fmla="*/ 300 h 376"/>
                <a:gd name="T82" fmla="*/ 75 w 376"/>
                <a:gd name="T83" fmla="*/ 328 h 376"/>
                <a:gd name="T84" fmla="*/ 160 w 376"/>
                <a:gd name="T85" fmla="*/ 48 h 376"/>
                <a:gd name="T86" fmla="*/ 188 w 376"/>
                <a:gd name="T87" fmla="*/ 20 h 376"/>
                <a:gd name="T88" fmla="*/ 215 w 376"/>
                <a:gd name="T89" fmla="*/ 48 h 376"/>
                <a:gd name="T90" fmla="*/ 188 w 376"/>
                <a:gd name="T91" fmla="*/ 76 h 376"/>
                <a:gd name="T92" fmla="*/ 160 w 376"/>
                <a:gd name="T93" fmla="*/ 48 h 376"/>
                <a:gd name="T94" fmla="*/ 215 w 376"/>
                <a:gd name="T95" fmla="*/ 328 h 376"/>
                <a:gd name="T96" fmla="*/ 188 w 376"/>
                <a:gd name="T97" fmla="*/ 356 h 376"/>
                <a:gd name="T98" fmla="*/ 160 w 376"/>
                <a:gd name="T99" fmla="*/ 328 h 376"/>
                <a:gd name="T100" fmla="*/ 188 w 376"/>
                <a:gd name="T101" fmla="*/ 300 h 376"/>
                <a:gd name="T102" fmla="*/ 215 w 376"/>
                <a:gd name="T103" fmla="*/ 328 h 376"/>
                <a:gd name="T104" fmla="*/ 328 w 376"/>
                <a:gd name="T105" fmla="*/ 356 h 376"/>
                <a:gd name="T106" fmla="*/ 300 w 376"/>
                <a:gd name="T107" fmla="*/ 328 h 376"/>
                <a:gd name="T108" fmla="*/ 328 w 376"/>
                <a:gd name="T109" fmla="*/ 300 h 376"/>
                <a:gd name="T110" fmla="*/ 355 w 376"/>
                <a:gd name="T111" fmla="*/ 328 h 376"/>
                <a:gd name="T112" fmla="*/ 328 w 376"/>
                <a:gd name="T113" fmla="*/ 35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76">
                  <a:moveTo>
                    <a:pt x="347" y="284"/>
                  </a:moveTo>
                  <a:cubicBezTo>
                    <a:pt x="347" y="238"/>
                    <a:pt x="347" y="238"/>
                    <a:pt x="347" y="238"/>
                  </a:cubicBezTo>
                  <a:cubicBezTo>
                    <a:pt x="347" y="210"/>
                    <a:pt x="328" y="169"/>
                    <a:pt x="278" y="169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10" y="169"/>
                    <a:pt x="207" y="155"/>
                    <a:pt x="207" y="148"/>
                  </a:cubicBezTo>
                  <a:cubicBezTo>
                    <a:pt x="207" y="92"/>
                    <a:pt x="207" y="92"/>
                    <a:pt x="207" y="92"/>
                  </a:cubicBezTo>
                  <a:cubicBezTo>
                    <a:pt x="224" y="85"/>
                    <a:pt x="236" y="68"/>
                    <a:pt x="236" y="48"/>
                  </a:cubicBezTo>
                  <a:cubicBezTo>
                    <a:pt x="236" y="21"/>
                    <a:pt x="214" y="0"/>
                    <a:pt x="188" y="0"/>
                  </a:cubicBezTo>
                  <a:cubicBezTo>
                    <a:pt x="161" y="0"/>
                    <a:pt x="140" y="21"/>
                    <a:pt x="140" y="48"/>
                  </a:cubicBezTo>
                  <a:cubicBezTo>
                    <a:pt x="140" y="68"/>
                    <a:pt x="152" y="85"/>
                    <a:pt x="169" y="92"/>
                  </a:cubicBezTo>
                  <a:cubicBezTo>
                    <a:pt x="169" y="148"/>
                    <a:pt x="169" y="148"/>
                    <a:pt x="169" y="148"/>
                  </a:cubicBezTo>
                  <a:cubicBezTo>
                    <a:pt x="169" y="153"/>
                    <a:pt x="167" y="169"/>
                    <a:pt x="138" y="169"/>
                  </a:cubicBezTo>
                  <a:cubicBezTo>
                    <a:pt x="98" y="169"/>
                    <a:pt x="98" y="169"/>
                    <a:pt x="98" y="169"/>
                  </a:cubicBezTo>
                  <a:cubicBezTo>
                    <a:pt x="47" y="169"/>
                    <a:pt x="29" y="210"/>
                    <a:pt x="29" y="238"/>
                  </a:cubicBezTo>
                  <a:cubicBezTo>
                    <a:pt x="29" y="284"/>
                    <a:pt x="29" y="284"/>
                    <a:pt x="29" y="284"/>
                  </a:cubicBezTo>
                  <a:cubicBezTo>
                    <a:pt x="12" y="291"/>
                    <a:pt x="0" y="308"/>
                    <a:pt x="0" y="328"/>
                  </a:cubicBezTo>
                  <a:cubicBezTo>
                    <a:pt x="0" y="354"/>
                    <a:pt x="21" y="376"/>
                    <a:pt x="48" y="376"/>
                  </a:cubicBezTo>
                  <a:cubicBezTo>
                    <a:pt x="74" y="376"/>
                    <a:pt x="96" y="354"/>
                    <a:pt x="96" y="328"/>
                  </a:cubicBezTo>
                  <a:cubicBezTo>
                    <a:pt x="96" y="308"/>
                    <a:pt x="84" y="291"/>
                    <a:pt x="67" y="284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7" y="233"/>
                    <a:pt x="68" y="207"/>
                    <a:pt x="98" y="207"/>
                  </a:cubicBezTo>
                  <a:cubicBezTo>
                    <a:pt x="138" y="207"/>
                    <a:pt x="138" y="207"/>
                    <a:pt x="138" y="207"/>
                  </a:cubicBezTo>
                  <a:cubicBezTo>
                    <a:pt x="150" y="207"/>
                    <a:pt x="160" y="205"/>
                    <a:pt x="169" y="202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152" y="291"/>
                    <a:pt x="140" y="308"/>
                    <a:pt x="140" y="328"/>
                  </a:cubicBezTo>
                  <a:cubicBezTo>
                    <a:pt x="140" y="354"/>
                    <a:pt x="161" y="376"/>
                    <a:pt x="188" y="376"/>
                  </a:cubicBezTo>
                  <a:cubicBezTo>
                    <a:pt x="214" y="376"/>
                    <a:pt x="236" y="354"/>
                    <a:pt x="236" y="328"/>
                  </a:cubicBezTo>
                  <a:cubicBezTo>
                    <a:pt x="236" y="308"/>
                    <a:pt x="224" y="291"/>
                    <a:pt x="207" y="284"/>
                  </a:cubicBezTo>
                  <a:cubicBezTo>
                    <a:pt x="207" y="202"/>
                    <a:pt x="207" y="202"/>
                    <a:pt x="207" y="202"/>
                  </a:cubicBezTo>
                  <a:cubicBezTo>
                    <a:pt x="215" y="205"/>
                    <a:pt x="226" y="207"/>
                    <a:pt x="238" y="207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306" y="207"/>
                    <a:pt x="309" y="231"/>
                    <a:pt x="309" y="238"/>
                  </a:cubicBezTo>
                  <a:cubicBezTo>
                    <a:pt x="309" y="284"/>
                    <a:pt x="309" y="284"/>
                    <a:pt x="309" y="284"/>
                  </a:cubicBezTo>
                  <a:cubicBezTo>
                    <a:pt x="292" y="291"/>
                    <a:pt x="280" y="308"/>
                    <a:pt x="280" y="328"/>
                  </a:cubicBezTo>
                  <a:cubicBezTo>
                    <a:pt x="280" y="354"/>
                    <a:pt x="301" y="376"/>
                    <a:pt x="328" y="376"/>
                  </a:cubicBezTo>
                  <a:cubicBezTo>
                    <a:pt x="354" y="376"/>
                    <a:pt x="376" y="354"/>
                    <a:pt x="376" y="328"/>
                  </a:cubicBezTo>
                  <a:cubicBezTo>
                    <a:pt x="376" y="308"/>
                    <a:pt x="364" y="291"/>
                    <a:pt x="347" y="284"/>
                  </a:cubicBezTo>
                  <a:close/>
                  <a:moveTo>
                    <a:pt x="75" y="328"/>
                  </a:moveTo>
                  <a:cubicBezTo>
                    <a:pt x="75" y="343"/>
                    <a:pt x="63" y="356"/>
                    <a:pt x="48" y="356"/>
                  </a:cubicBezTo>
                  <a:cubicBezTo>
                    <a:pt x="32" y="356"/>
                    <a:pt x="20" y="343"/>
                    <a:pt x="20" y="328"/>
                  </a:cubicBezTo>
                  <a:cubicBezTo>
                    <a:pt x="20" y="313"/>
                    <a:pt x="32" y="300"/>
                    <a:pt x="48" y="300"/>
                  </a:cubicBezTo>
                  <a:cubicBezTo>
                    <a:pt x="63" y="300"/>
                    <a:pt x="75" y="313"/>
                    <a:pt x="75" y="328"/>
                  </a:cubicBezTo>
                  <a:close/>
                  <a:moveTo>
                    <a:pt x="160" y="48"/>
                  </a:moveTo>
                  <a:cubicBezTo>
                    <a:pt x="160" y="33"/>
                    <a:pt x="172" y="20"/>
                    <a:pt x="188" y="20"/>
                  </a:cubicBezTo>
                  <a:cubicBezTo>
                    <a:pt x="203" y="20"/>
                    <a:pt x="215" y="33"/>
                    <a:pt x="215" y="48"/>
                  </a:cubicBezTo>
                  <a:cubicBezTo>
                    <a:pt x="215" y="63"/>
                    <a:pt x="203" y="76"/>
                    <a:pt x="188" y="76"/>
                  </a:cubicBezTo>
                  <a:cubicBezTo>
                    <a:pt x="172" y="76"/>
                    <a:pt x="160" y="63"/>
                    <a:pt x="160" y="48"/>
                  </a:cubicBezTo>
                  <a:close/>
                  <a:moveTo>
                    <a:pt x="215" y="328"/>
                  </a:moveTo>
                  <a:cubicBezTo>
                    <a:pt x="215" y="343"/>
                    <a:pt x="203" y="356"/>
                    <a:pt x="188" y="356"/>
                  </a:cubicBezTo>
                  <a:cubicBezTo>
                    <a:pt x="172" y="356"/>
                    <a:pt x="160" y="343"/>
                    <a:pt x="160" y="328"/>
                  </a:cubicBezTo>
                  <a:cubicBezTo>
                    <a:pt x="160" y="313"/>
                    <a:pt x="172" y="300"/>
                    <a:pt x="188" y="300"/>
                  </a:cubicBezTo>
                  <a:cubicBezTo>
                    <a:pt x="203" y="300"/>
                    <a:pt x="215" y="313"/>
                    <a:pt x="215" y="328"/>
                  </a:cubicBezTo>
                  <a:close/>
                  <a:moveTo>
                    <a:pt x="328" y="356"/>
                  </a:moveTo>
                  <a:cubicBezTo>
                    <a:pt x="312" y="356"/>
                    <a:pt x="300" y="343"/>
                    <a:pt x="300" y="328"/>
                  </a:cubicBezTo>
                  <a:cubicBezTo>
                    <a:pt x="300" y="313"/>
                    <a:pt x="312" y="300"/>
                    <a:pt x="328" y="300"/>
                  </a:cubicBezTo>
                  <a:cubicBezTo>
                    <a:pt x="343" y="300"/>
                    <a:pt x="355" y="313"/>
                    <a:pt x="355" y="328"/>
                  </a:cubicBezTo>
                  <a:cubicBezTo>
                    <a:pt x="355" y="343"/>
                    <a:pt x="343" y="356"/>
                    <a:pt x="328" y="3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AU" sz="200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7457669" y="1716357"/>
              <a:ext cx="458670" cy="458670"/>
            </a:xfrm>
            <a:prstGeom prst="ellipse">
              <a:avLst/>
            </a:prstGeom>
            <a:solidFill>
              <a:srgbClr val="D85737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2" name="矩形-35"/>
            <p:cNvSpPr>
              <a:spLocks noChangeAspect="1" noEditPoints="1"/>
            </p:cNvSpPr>
            <p:nvPr/>
          </p:nvSpPr>
          <p:spPr bwMode="auto">
            <a:xfrm>
              <a:off x="7560829" y="1819518"/>
              <a:ext cx="252351" cy="252349"/>
            </a:xfrm>
            <a:custGeom>
              <a:avLst/>
              <a:gdLst>
                <a:gd name="T0" fmla="*/ 347 w 376"/>
                <a:gd name="T1" fmla="*/ 284 h 376"/>
                <a:gd name="T2" fmla="*/ 347 w 376"/>
                <a:gd name="T3" fmla="*/ 238 h 376"/>
                <a:gd name="T4" fmla="*/ 278 w 376"/>
                <a:gd name="T5" fmla="*/ 169 h 376"/>
                <a:gd name="T6" fmla="*/ 238 w 376"/>
                <a:gd name="T7" fmla="*/ 169 h 376"/>
                <a:gd name="T8" fmla="*/ 207 w 376"/>
                <a:gd name="T9" fmla="*/ 148 h 376"/>
                <a:gd name="T10" fmla="*/ 207 w 376"/>
                <a:gd name="T11" fmla="*/ 92 h 376"/>
                <a:gd name="T12" fmla="*/ 236 w 376"/>
                <a:gd name="T13" fmla="*/ 48 h 376"/>
                <a:gd name="T14" fmla="*/ 188 w 376"/>
                <a:gd name="T15" fmla="*/ 0 h 376"/>
                <a:gd name="T16" fmla="*/ 140 w 376"/>
                <a:gd name="T17" fmla="*/ 48 h 376"/>
                <a:gd name="T18" fmla="*/ 169 w 376"/>
                <a:gd name="T19" fmla="*/ 92 h 376"/>
                <a:gd name="T20" fmla="*/ 169 w 376"/>
                <a:gd name="T21" fmla="*/ 148 h 376"/>
                <a:gd name="T22" fmla="*/ 138 w 376"/>
                <a:gd name="T23" fmla="*/ 169 h 376"/>
                <a:gd name="T24" fmla="*/ 98 w 376"/>
                <a:gd name="T25" fmla="*/ 169 h 376"/>
                <a:gd name="T26" fmla="*/ 29 w 376"/>
                <a:gd name="T27" fmla="*/ 238 h 376"/>
                <a:gd name="T28" fmla="*/ 29 w 376"/>
                <a:gd name="T29" fmla="*/ 284 h 376"/>
                <a:gd name="T30" fmla="*/ 0 w 376"/>
                <a:gd name="T31" fmla="*/ 328 h 376"/>
                <a:gd name="T32" fmla="*/ 48 w 376"/>
                <a:gd name="T33" fmla="*/ 376 h 376"/>
                <a:gd name="T34" fmla="*/ 96 w 376"/>
                <a:gd name="T35" fmla="*/ 328 h 376"/>
                <a:gd name="T36" fmla="*/ 67 w 376"/>
                <a:gd name="T37" fmla="*/ 284 h 376"/>
                <a:gd name="T38" fmla="*/ 67 w 376"/>
                <a:gd name="T39" fmla="*/ 238 h 376"/>
                <a:gd name="T40" fmla="*/ 98 w 376"/>
                <a:gd name="T41" fmla="*/ 207 h 376"/>
                <a:gd name="T42" fmla="*/ 138 w 376"/>
                <a:gd name="T43" fmla="*/ 207 h 376"/>
                <a:gd name="T44" fmla="*/ 169 w 376"/>
                <a:gd name="T45" fmla="*/ 202 h 376"/>
                <a:gd name="T46" fmla="*/ 169 w 376"/>
                <a:gd name="T47" fmla="*/ 284 h 376"/>
                <a:gd name="T48" fmla="*/ 140 w 376"/>
                <a:gd name="T49" fmla="*/ 328 h 376"/>
                <a:gd name="T50" fmla="*/ 188 w 376"/>
                <a:gd name="T51" fmla="*/ 376 h 376"/>
                <a:gd name="T52" fmla="*/ 236 w 376"/>
                <a:gd name="T53" fmla="*/ 328 h 376"/>
                <a:gd name="T54" fmla="*/ 207 w 376"/>
                <a:gd name="T55" fmla="*/ 284 h 376"/>
                <a:gd name="T56" fmla="*/ 207 w 376"/>
                <a:gd name="T57" fmla="*/ 202 h 376"/>
                <a:gd name="T58" fmla="*/ 238 w 376"/>
                <a:gd name="T59" fmla="*/ 207 h 376"/>
                <a:gd name="T60" fmla="*/ 278 w 376"/>
                <a:gd name="T61" fmla="*/ 207 h 376"/>
                <a:gd name="T62" fmla="*/ 309 w 376"/>
                <a:gd name="T63" fmla="*/ 238 h 376"/>
                <a:gd name="T64" fmla="*/ 309 w 376"/>
                <a:gd name="T65" fmla="*/ 284 h 376"/>
                <a:gd name="T66" fmla="*/ 280 w 376"/>
                <a:gd name="T67" fmla="*/ 328 h 376"/>
                <a:gd name="T68" fmla="*/ 328 w 376"/>
                <a:gd name="T69" fmla="*/ 376 h 376"/>
                <a:gd name="T70" fmla="*/ 376 w 376"/>
                <a:gd name="T71" fmla="*/ 328 h 376"/>
                <a:gd name="T72" fmla="*/ 347 w 376"/>
                <a:gd name="T73" fmla="*/ 284 h 376"/>
                <a:gd name="T74" fmla="*/ 75 w 376"/>
                <a:gd name="T75" fmla="*/ 328 h 376"/>
                <a:gd name="T76" fmla="*/ 48 w 376"/>
                <a:gd name="T77" fmla="*/ 356 h 376"/>
                <a:gd name="T78" fmla="*/ 20 w 376"/>
                <a:gd name="T79" fmla="*/ 328 h 376"/>
                <a:gd name="T80" fmla="*/ 48 w 376"/>
                <a:gd name="T81" fmla="*/ 300 h 376"/>
                <a:gd name="T82" fmla="*/ 75 w 376"/>
                <a:gd name="T83" fmla="*/ 328 h 376"/>
                <a:gd name="T84" fmla="*/ 160 w 376"/>
                <a:gd name="T85" fmla="*/ 48 h 376"/>
                <a:gd name="T86" fmla="*/ 188 w 376"/>
                <a:gd name="T87" fmla="*/ 20 h 376"/>
                <a:gd name="T88" fmla="*/ 215 w 376"/>
                <a:gd name="T89" fmla="*/ 48 h 376"/>
                <a:gd name="T90" fmla="*/ 188 w 376"/>
                <a:gd name="T91" fmla="*/ 76 h 376"/>
                <a:gd name="T92" fmla="*/ 160 w 376"/>
                <a:gd name="T93" fmla="*/ 48 h 376"/>
                <a:gd name="T94" fmla="*/ 215 w 376"/>
                <a:gd name="T95" fmla="*/ 328 h 376"/>
                <a:gd name="T96" fmla="*/ 188 w 376"/>
                <a:gd name="T97" fmla="*/ 356 h 376"/>
                <a:gd name="T98" fmla="*/ 160 w 376"/>
                <a:gd name="T99" fmla="*/ 328 h 376"/>
                <a:gd name="T100" fmla="*/ 188 w 376"/>
                <a:gd name="T101" fmla="*/ 300 h 376"/>
                <a:gd name="T102" fmla="*/ 215 w 376"/>
                <a:gd name="T103" fmla="*/ 328 h 376"/>
                <a:gd name="T104" fmla="*/ 328 w 376"/>
                <a:gd name="T105" fmla="*/ 356 h 376"/>
                <a:gd name="T106" fmla="*/ 300 w 376"/>
                <a:gd name="T107" fmla="*/ 328 h 376"/>
                <a:gd name="T108" fmla="*/ 328 w 376"/>
                <a:gd name="T109" fmla="*/ 300 h 376"/>
                <a:gd name="T110" fmla="*/ 355 w 376"/>
                <a:gd name="T111" fmla="*/ 328 h 376"/>
                <a:gd name="T112" fmla="*/ 328 w 376"/>
                <a:gd name="T113" fmla="*/ 35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76">
                  <a:moveTo>
                    <a:pt x="347" y="284"/>
                  </a:moveTo>
                  <a:cubicBezTo>
                    <a:pt x="347" y="238"/>
                    <a:pt x="347" y="238"/>
                    <a:pt x="347" y="238"/>
                  </a:cubicBezTo>
                  <a:cubicBezTo>
                    <a:pt x="347" y="210"/>
                    <a:pt x="328" y="169"/>
                    <a:pt x="278" y="169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10" y="169"/>
                    <a:pt x="207" y="155"/>
                    <a:pt x="207" y="148"/>
                  </a:cubicBezTo>
                  <a:cubicBezTo>
                    <a:pt x="207" y="92"/>
                    <a:pt x="207" y="92"/>
                    <a:pt x="207" y="92"/>
                  </a:cubicBezTo>
                  <a:cubicBezTo>
                    <a:pt x="224" y="85"/>
                    <a:pt x="236" y="68"/>
                    <a:pt x="236" y="48"/>
                  </a:cubicBezTo>
                  <a:cubicBezTo>
                    <a:pt x="236" y="21"/>
                    <a:pt x="214" y="0"/>
                    <a:pt x="188" y="0"/>
                  </a:cubicBezTo>
                  <a:cubicBezTo>
                    <a:pt x="161" y="0"/>
                    <a:pt x="140" y="21"/>
                    <a:pt x="140" y="48"/>
                  </a:cubicBezTo>
                  <a:cubicBezTo>
                    <a:pt x="140" y="68"/>
                    <a:pt x="152" y="85"/>
                    <a:pt x="169" y="92"/>
                  </a:cubicBezTo>
                  <a:cubicBezTo>
                    <a:pt x="169" y="148"/>
                    <a:pt x="169" y="148"/>
                    <a:pt x="169" y="148"/>
                  </a:cubicBezTo>
                  <a:cubicBezTo>
                    <a:pt x="169" y="153"/>
                    <a:pt x="167" y="169"/>
                    <a:pt x="138" y="169"/>
                  </a:cubicBezTo>
                  <a:cubicBezTo>
                    <a:pt x="98" y="169"/>
                    <a:pt x="98" y="169"/>
                    <a:pt x="98" y="169"/>
                  </a:cubicBezTo>
                  <a:cubicBezTo>
                    <a:pt x="47" y="169"/>
                    <a:pt x="29" y="210"/>
                    <a:pt x="29" y="238"/>
                  </a:cubicBezTo>
                  <a:cubicBezTo>
                    <a:pt x="29" y="284"/>
                    <a:pt x="29" y="284"/>
                    <a:pt x="29" y="284"/>
                  </a:cubicBezTo>
                  <a:cubicBezTo>
                    <a:pt x="12" y="291"/>
                    <a:pt x="0" y="308"/>
                    <a:pt x="0" y="328"/>
                  </a:cubicBezTo>
                  <a:cubicBezTo>
                    <a:pt x="0" y="354"/>
                    <a:pt x="21" y="376"/>
                    <a:pt x="48" y="376"/>
                  </a:cubicBezTo>
                  <a:cubicBezTo>
                    <a:pt x="74" y="376"/>
                    <a:pt x="96" y="354"/>
                    <a:pt x="96" y="328"/>
                  </a:cubicBezTo>
                  <a:cubicBezTo>
                    <a:pt x="96" y="308"/>
                    <a:pt x="84" y="291"/>
                    <a:pt x="67" y="284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7" y="233"/>
                    <a:pt x="68" y="207"/>
                    <a:pt x="98" y="207"/>
                  </a:cubicBezTo>
                  <a:cubicBezTo>
                    <a:pt x="138" y="207"/>
                    <a:pt x="138" y="207"/>
                    <a:pt x="138" y="207"/>
                  </a:cubicBezTo>
                  <a:cubicBezTo>
                    <a:pt x="150" y="207"/>
                    <a:pt x="160" y="205"/>
                    <a:pt x="169" y="202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152" y="291"/>
                    <a:pt x="140" y="308"/>
                    <a:pt x="140" y="328"/>
                  </a:cubicBezTo>
                  <a:cubicBezTo>
                    <a:pt x="140" y="354"/>
                    <a:pt x="161" y="376"/>
                    <a:pt x="188" y="376"/>
                  </a:cubicBezTo>
                  <a:cubicBezTo>
                    <a:pt x="214" y="376"/>
                    <a:pt x="236" y="354"/>
                    <a:pt x="236" y="328"/>
                  </a:cubicBezTo>
                  <a:cubicBezTo>
                    <a:pt x="236" y="308"/>
                    <a:pt x="224" y="291"/>
                    <a:pt x="207" y="284"/>
                  </a:cubicBezTo>
                  <a:cubicBezTo>
                    <a:pt x="207" y="202"/>
                    <a:pt x="207" y="202"/>
                    <a:pt x="207" y="202"/>
                  </a:cubicBezTo>
                  <a:cubicBezTo>
                    <a:pt x="215" y="205"/>
                    <a:pt x="226" y="207"/>
                    <a:pt x="238" y="207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306" y="207"/>
                    <a:pt x="309" y="231"/>
                    <a:pt x="309" y="238"/>
                  </a:cubicBezTo>
                  <a:cubicBezTo>
                    <a:pt x="309" y="284"/>
                    <a:pt x="309" y="284"/>
                    <a:pt x="309" y="284"/>
                  </a:cubicBezTo>
                  <a:cubicBezTo>
                    <a:pt x="292" y="291"/>
                    <a:pt x="280" y="308"/>
                    <a:pt x="280" y="328"/>
                  </a:cubicBezTo>
                  <a:cubicBezTo>
                    <a:pt x="280" y="354"/>
                    <a:pt x="301" y="376"/>
                    <a:pt x="328" y="376"/>
                  </a:cubicBezTo>
                  <a:cubicBezTo>
                    <a:pt x="354" y="376"/>
                    <a:pt x="376" y="354"/>
                    <a:pt x="376" y="328"/>
                  </a:cubicBezTo>
                  <a:cubicBezTo>
                    <a:pt x="376" y="308"/>
                    <a:pt x="364" y="291"/>
                    <a:pt x="347" y="284"/>
                  </a:cubicBezTo>
                  <a:close/>
                  <a:moveTo>
                    <a:pt x="75" y="328"/>
                  </a:moveTo>
                  <a:cubicBezTo>
                    <a:pt x="75" y="343"/>
                    <a:pt x="63" y="356"/>
                    <a:pt x="48" y="356"/>
                  </a:cubicBezTo>
                  <a:cubicBezTo>
                    <a:pt x="32" y="356"/>
                    <a:pt x="20" y="343"/>
                    <a:pt x="20" y="328"/>
                  </a:cubicBezTo>
                  <a:cubicBezTo>
                    <a:pt x="20" y="313"/>
                    <a:pt x="32" y="300"/>
                    <a:pt x="48" y="300"/>
                  </a:cubicBezTo>
                  <a:cubicBezTo>
                    <a:pt x="63" y="300"/>
                    <a:pt x="75" y="313"/>
                    <a:pt x="75" y="328"/>
                  </a:cubicBezTo>
                  <a:close/>
                  <a:moveTo>
                    <a:pt x="160" y="48"/>
                  </a:moveTo>
                  <a:cubicBezTo>
                    <a:pt x="160" y="33"/>
                    <a:pt x="172" y="20"/>
                    <a:pt x="188" y="20"/>
                  </a:cubicBezTo>
                  <a:cubicBezTo>
                    <a:pt x="203" y="20"/>
                    <a:pt x="215" y="33"/>
                    <a:pt x="215" y="48"/>
                  </a:cubicBezTo>
                  <a:cubicBezTo>
                    <a:pt x="215" y="63"/>
                    <a:pt x="203" y="76"/>
                    <a:pt x="188" y="76"/>
                  </a:cubicBezTo>
                  <a:cubicBezTo>
                    <a:pt x="172" y="76"/>
                    <a:pt x="160" y="63"/>
                    <a:pt x="160" y="48"/>
                  </a:cubicBezTo>
                  <a:close/>
                  <a:moveTo>
                    <a:pt x="215" y="328"/>
                  </a:moveTo>
                  <a:cubicBezTo>
                    <a:pt x="215" y="343"/>
                    <a:pt x="203" y="356"/>
                    <a:pt x="188" y="356"/>
                  </a:cubicBezTo>
                  <a:cubicBezTo>
                    <a:pt x="172" y="356"/>
                    <a:pt x="160" y="343"/>
                    <a:pt x="160" y="328"/>
                  </a:cubicBezTo>
                  <a:cubicBezTo>
                    <a:pt x="160" y="313"/>
                    <a:pt x="172" y="300"/>
                    <a:pt x="188" y="300"/>
                  </a:cubicBezTo>
                  <a:cubicBezTo>
                    <a:pt x="203" y="300"/>
                    <a:pt x="215" y="313"/>
                    <a:pt x="215" y="328"/>
                  </a:cubicBezTo>
                  <a:close/>
                  <a:moveTo>
                    <a:pt x="328" y="356"/>
                  </a:moveTo>
                  <a:cubicBezTo>
                    <a:pt x="312" y="356"/>
                    <a:pt x="300" y="343"/>
                    <a:pt x="300" y="328"/>
                  </a:cubicBezTo>
                  <a:cubicBezTo>
                    <a:pt x="300" y="313"/>
                    <a:pt x="312" y="300"/>
                    <a:pt x="328" y="300"/>
                  </a:cubicBezTo>
                  <a:cubicBezTo>
                    <a:pt x="343" y="300"/>
                    <a:pt x="355" y="313"/>
                    <a:pt x="355" y="328"/>
                  </a:cubicBezTo>
                  <a:cubicBezTo>
                    <a:pt x="355" y="343"/>
                    <a:pt x="343" y="356"/>
                    <a:pt x="328" y="3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en-AU" sz="2000">
                <a:solidFill>
                  <a:srgbClr val="000000"/>
                </a:solidFill>
                <a:latin typeface="FontAwesome" pitchFamily="2" charset="0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1053622" y="2476356"/>
            <a:ext cx="810140" cy="343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PART 01</a:t>
            </a:r>
            <a:endParaRPr lang="zh-CN" altLang="en-US" sz="1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556866" y="2476356"/>
            <a:ext cx="9178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PART 02</a:t>
            </a:r>
            <a:endParaRPr lang="zh-CN" altLang="en-US" sz="1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99015" y="2476356"/>
            <a:ext cx="947666" cy="343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PART 03</a:t>
            </a:r>
            <a:endParaRPr lang="zh-CN" altLang="en-US" sz="1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656093" y="2476356"/>
            <a:ext cx="947666" cy="343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PART 04</a:t>
            </a:r>
            <a:endParaRPr lang="zh-CN" altLang="en-US" sz="1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213171" y="2476356"/>
            <a:ext cx="947666" cy="343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PART 05</a:t>
            </a:r>
            <a:endParaRPr lang="zh-CN" altLang="en-US" sz="1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8700" y="2973671"/>
            <a:ext cx="107998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分析培训需求，系统制定培训计划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475778" y="3105406"/>
            <a:ext cx="1079984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内训师队伍的建设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032856" y="3105406"/>
            <a:ext cx="1079984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加强培训效果的跟进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589934" y="3105406"/>
            <a:ext cx="1079984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完善培训数据库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147012" y="3105406"/>
            <a:ext cx="1079984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新人培养计划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0">
        <p14:vortex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49"/>
                            </p:stCondLst>
                            <p:childTnLst>
                              <p:par>
                                <p:cTn id="17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49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49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149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49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49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49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649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149"/>
                            </p:stCondLst>
                            <p:childTnLst>
                              <p:par>
                                <p:cTn id="7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49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149"/>
                            </p:stCondLst>
                            <p:childTnLst>
                              <p:par>
                                <p:cTn id="8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649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5" grpId="0"/>
      <p:bldP spid="57" grpId="0"/>
      <p:bldP spid="60" grpId="0"/>
      <p:bldP spid="63" grpId="0"/>
      <p:bldP spid="64" grpId="0"/>
      <p:bldP spid="65" grpId="0"/>
      <p:bldP spid="67" grpId="0"/>
      <p:bldP spid="68" grpId="0"/>
      <p:bldP spid="69" grpId="0"/>
      <p:bldP spid="7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96129" y="14591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绩效管理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6894" y="1326750"/>
            <a:ext cx="2659137" cy="3263900"/>
            <a:chOff x="506894" y="1504550"/>
            <a:chExt cx="2659137" cy="3263900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697845" y="1729972"/>
              <a:ext cx="2277234" cy="2737104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6894" y="1504550"/>
              <a:ext cx="2659137" cy="3263900"/>
            </a:xfrm>
            <a:prstGeom prst="rect">
              <a:avLst/>
            </a:prstGeom>
          </p:spPr>
        </p:pic>
      </p:grpSp>
      <p:sp>
        <p:nvSpPr>
          <p:cNvPr id="23" name="圆角矩形 22"/>
          <p:cNvSpPr/>
          <p:nvPr/>
        </p:nvSpPr>
        <p:spPr>
          <a:xfrm>
            <a:off x="3603237" y="1614782"/>
            <a:ext cx="5048849" cy="789214"/>
          </a:xfrm>
          <a:prstGeom prst="roundRect">
            <a:avLst>
              <a:gd name="adj" fmla="val 49736"/>
            </a:avLst>
          </a:prstGeom>
          <a:noFill/>
          <a:ln w="19050">
            <a:solidFill>
              <a:srgbClr val="189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3603238" y="2550886"/>
            <a:ext cx="5048849" cy="789214"/>
          </a:xfrm>
          <a:prstGeom prst="roundRect">
            <a:avLst>
              <a:gd name="adj" fmla="val 49736"/>
            </a:avLst>
          </a:prstGeom>
          <a:noFill/>
          <a:ln w="19050">
            <a:solidFill>
              <a:srgbClr val="D85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603239" y="3486990"/>
            <a:ext cx="5048849" cy="789214"/>
          </a:xfrm>
          <a:prstGeom prst="roundRect">
            <a:avLst>
              <a:gd name="adj" fmla="val 49736"/>
            </a:avLst>
          </a:prstGeom>
          <a:noFill/>
          <a:ln w="19050">
            <a:solidFill>
              <a:srgbClr val="189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2667135" y="1770743"/>
            <a:ext cx="1800200" cy="477292"/>
          </a:xfrm>
          <a:prstGeom prst="roundRect">
            <a:avLst>
              <a:gd name="adj" fmla="val 49736"/>
            </a:avLst>
          </a:prstGeom>
          <a:solidFill>
            <a:srgbClr val="189983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2667135" y="2713197"/>
            <a:ext cx="1800200" cy="477292"/>
          </a:xfrm>
          <a:prstGeom prst="roundRect">
            <a:avLst>
              <a:gd name="adj" fmla="val 49736"/>
            </a:avLst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667135" y="3655651"/>
            <a:ext cx="1800200" cy="477292"/>
          </a:xfrm>
          <a:prstGeom prst="roundRect">
            <a:avLst>
              <a:gd name="adj" fmla="val 49736"/>
            </a:avLst>
          </a:prstGeom>
          <a:solidFill>
            <a:srgbClr val="189983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94199" y="1836842"/>
            <a:ext cx="3853531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年度绩效考核工作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0" y="2772946"/>
            <a:ext cx="3853531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完善各岗位</a:t>
            </a:r>
            <a:r>
              <a:rPr lang="en-US" altLang="zh-CN" dirty="0"/>
              <a:t>KPI</a:t>
            </a:r>
            <a:r>
              <a:rPr lang="zh-CN" altLang="en-US" dirty="0"/>
              <a:t>指标、完善绩效管理体系</a:t>
            </a:r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403529" y="3709050"/>
            <a:ext cx="4190472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人员利用绩效管理工具、推进绩效反馈与绩效改进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2964555" y="1812604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 01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964555" y="2767177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 02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964555" y="3709050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 03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0000">
        <p14:gallery dir="l"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49"/>
                            </p:stCondLst>
                            <p:childTnLst>
                              <p:par>
                                <p:cTn id="16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149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649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149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649"/>
                            </p:stCondLst>
                            <p:childTnLst>
                              <p:par>
                                <p:cTn id="3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149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49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149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649"/>
                            </p:stCondLst>
                            <p:childTnLst>
                              <p:par>
                                <p:cTn id="48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149"/>
                            </p:stCondLst>
                            <p:childTnLst>
                              <p:par>
                                <p:cTn id="5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649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149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8626871" y="4920872"/>
            <a:ext cx="166743" cy="166743"/>
          </a:xfrm>
          <a:prstGeom prst="ellipse">
            <a:avLst/>
          </a:prstGeom>
          <a:solidFill>
            <a:srgbClr val="189983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51071" y="4719871"/>
            <a:ext cx="66961" cy="66961"/>
          </a:xfrm>
          <a:prstGeom prst="ellipse">
            <a:avLst/>
          </a:prstGeom>
          <a:solidFill>
            <a:srgbClr val="D85737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693230" y="4535454"/>
            <a:ext cx="138484" cy="138484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996014" y="4547268"/>
            <a:ext cx="83404" cy="83404"/>
          </a:xfrm>
          <a:prstGeom prst="ellipse">
            <a:avLst/>
          </a:prstGeom>
          <a:solidFill>
            <a:srgbClr val="52BBAB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813161" y="4714155"/>
            <a:ext cx="69593" cy="69593"/>
          </a:xfrm>
          <a:prstGeom prst="ellipse">
            <a:avLst/>
          </a:prstGeom>
          <a:solidFill>
            <a:srgbClr val="F19070"/>
          </a:solidFill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12"/>
          <p:cNvSpPr txBox="1"/>
          <p:nvPr/>
        </p:nvSpPr>
        <p:spPr>
          <a:xfrm>
            <a:off x="3896129" y="14591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薪酬管理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25565" y="1397614"/>
            <a:ext cx="7128000" cy="1522366"/>
            <a:chOff x="1025565" y="1349839"/>
            <a:chExt cx="7128000" cy="1522366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025565" y="1349839"/>
              <a:ext cx="7128000" cy="1521364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1025565" y="1349839"/>
              <a:ext cx="7127121" cy="152236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圆角矩形 21"/>
          <p:cNvSpPr/>
          <p:nvPr/>
        </p:nvSpPr>
        <p:spPr>
          <a:xfrm rot="2700000">
            <a:off x="6264755" y="1532187"/>
            <a:ext cx="1253220" cy="1253220"/>
          </a:xfrm>
          <a:prstGeom prst="roundRect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2700000">
            <a:off x="1656044" y="1532187"/>
            <a:ext cx="1253220" cy="1253220"/>
          </a:xfrm>
          <a:prstGeom prst="roundRect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 rot="2700000">
            <a:off x="3743908" y="1330705"/>
            <a:ext cx="1656184" cy="1656184"/>
          </a:xfrm>
          <a:prstGeom prst="roundRect">
            <a:avLst/>
          </a:prstGeom>
          <a:blipFill dpi="0" rotWithShape="0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679974" y="1727910"/>
            <a:ext cx="12053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en-US" altLang="zh-CN" sz="3200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288685" y="1727910"/>
            <a:ext cx="12053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en-US" altLang="zh-CN" sz="3200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96493" y="3175439"/>
            <a:ext cx="1765300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完善公司薪酬管理体系，建设具有竞争力的薪酬体系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12226" y="3175439"/>
            <a:ext cx="1765300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加强各种薪酬福利、社会保险相关政策的透明度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7000">
        <p:split orient="vert"/>
      </p:transition>
    </mc:Choice>
    <mc:Fallback>
      <p:transition spd="slow" advTm="7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49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49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649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649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149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649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 animBg="1"/>
      <p:bldP spid="23" grpId="0" animBg="1"/>
      <p:bldP spid="26" grpId="0" bldLvl="0" animBg="1"/>
      <p:bldP spid="27" grpId="0"/>
      <p:bldP spid="28" grpId="0"/>
      <p:bldP spid="29" grpId="0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2"/>
          <p:cNvSpPr txBox="1"/>
          <p:nvPr/>
        </p:nvSpPr>
        <p:spPr>
          <a:xfrm>
            <a:off x="3896129" y="150990"/>
            <a:ext cx="1356360" cy="4375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1899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52BBAB"/>
                </a:solidFill>
              </a:rPr>
              <a:t>团队建设</a:t>
            </a:r>
            <a:endParaRPr lang="zh-CN" altLang="en-US" sz="2400" dirty="0">
              <a:solidFill>
                <a:srgbClr val="52BBAB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02214" y="1407812"/>
            <a:ext cx="1404000" cy="1298963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276336" y="1407812"/>
            <a:ext cx="1404000" cy="129896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539275" y="1407812"/>
            <a:ext cx="1404000" cy="129896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90391" y="3256320"/>
            <a:ext cx="1608310" cy="951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划分人力部各岗位的职责，完善相关业务的工作行为标准，完成职责调整的工作交接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37120" y="3256320"/>
            <a:ext cx="1608310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分解绩效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指标，实现压力传递；引导各岗位主动学习业务，提升专业技能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74180" y="3256320"/>
            <a:ext cx="1608310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坚持绩效反馈与改进计划，提升人力管理团队绩效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937250" y="1381125"/>
            <a:ext cx="0" cy="3000375"/>
          </a:xfrm>
          <a:prstGeom prst="line">
            <a:avLst/>
          </a:prstGeom>
          <a:ln w="19050">
            <a:solidFill>
              <a:srgbClr val="1899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180419" y="1397494"/>
            <a:ext cx="1428510" cy="360000"/>
          </a:xfrm>
          <a:prstGeom prst="rect">
            <a:avLst/>
          </a:prstGeom>
          <a:solidFill>
            <a:srgbClr val="D8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115290" y="1803603"/>
            <a:ext cx="2254010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坚持部门例会，沟通工作信息，互通有无，加强团队合作，提高服务满意度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180419" y="2833361"/>
            <a:ext cx="1428510" cy="360000"/>
          </a:xfrm>
          <a:prstGeom prst="rect">
            <a:avLst/>
          </a:prstGeom>
          <a:solidFill>
            <a:srgbClr val="189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115290" y="3250842"/>
            <a:ext cx="2254010" cy="752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坚持进行人力资源相关工作的介绍与宣传，积极参与企业文化活动，促进企业文化建设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01534" y="2809289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189983"/>
                </a:solidFill>
                <a:latin typeface="Impact" panose="020B0806030902050204" pitchFamily="34" charset="0"/>
              </a:rPr>
              <a:t>PART 01</a:t>
            </a:r>
            <a:endParaRPr lang="zh-CN" altLang="en-US" sz="1800" dirty="0">
              <a:solidFill>
                <a:srgbClr val="189983"/>
              </a:solidFill>
              <a:latin typeface="Impact" panose="020B080603090205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291994" y="1392828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 04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291994" y="2828695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Impact" panose="020B0806030902050204" pitchFamily="34" charset="0"/>
              </a:rPr>
              <a:t>PART 05</a:t>
            </a:r>
            <a:endParaRPr lang="zh-CN" altLang="en-US" sz="1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638595" y="2809289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D85737"/>
                </a:solidFill>
                <a:latin typeface="Impact" panose="020B0806030902050204" pitchFamily="34" charset="0"/>
              </a:rPr>
              <a:t>PART 02</a:t>
            </a:r>
            <a:endParaRPr lang="zh-CN" altLang="en-US" sz="1800" dirty="0">
              <a:solidFill>
                <a:srgbClr val="D85737"/>
              </a:solidFill>
              <a:latin typeface="Impact" panose="020B080603090205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375656" y="2809289"/>
            <a:ext cx="120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189983"/>
                </a:solidFill>
                <a:latin typeface="Impact" panose="020B0806030902050204" pitchFamily="34" charset="0"/>
              </a:rPr>
              <a:t>PART 03</a:t>
            </a:r>
            <a:endParaRPr lang="zh-CN" altLang="en-US" sz="1800" dirty="0">
              <a:solidFill>
                <a:srgbClr val="189983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2000">
        <p14:flip dir="r"/>
      </p:transition>
    </mc:Choice>
    <mc:Fallback>
      <p:transition spd="slow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49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49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49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49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649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649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149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149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649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149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649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649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149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649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0" grpId="0" bldLvl="0" animBg="1"/>
      <p:bldP spid="21" grpId="0" bldLvl="0" animBg="1"/>
      <p:bldP spid="22" grpId="0" bldLvl="0" animBg="1"/>
      <p:bldP spid="23" grpId="0"/>
      <p:bldP spid="25" grpId="0"/>
      <p:bldP spid="27" grpId="0"/>
      <p:bldP spid="30" grpId="0" animBg="1"/>
      <p:bldP spid="32" grpId="0"/>
      <p:bldP spid="33" grpId="0" animBg="1"/>
      <p:bldP spid="35" grpId="0"/>
      <p:bldP spid="36" grpId="0"/>
      <p:bldP spid="37" grpId="0"/>
      <p:bldP spid="38" grpId="0"/>
      <p:bldP spid="43" grpId="0"/>
      <p:bldP spid="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2009212" y="1706190"/>
            <a:ext cx="5970409" cy="1490980"/>
          </a:xfrm>
          <a:prstGeom prst="rect">
            <a:avLst/>
          </a:prstGeom>
        </p:spPr>
        <p:txBody>
          <a:bodyPr wrap="square" lIns="51435" tIns="25718" rIns="51435" bIns="25718" anchor="ctr" anchorCtr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rgbClr val="D85737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感谢聆听</a:t>
            </a:r>
            <a:endParaRPr lang="zh-CN" altLang="en-US" sz="7200" b="1" dirty="0">
              <a:solidFill>
                <a:srgbClr val="D85737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2000"/>
    </mc:Choice>
    <mc:Fallback>
      <p:transition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4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5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6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7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8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9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0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1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2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3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4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5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6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7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8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19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0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1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2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3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4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5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6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7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8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29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0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1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2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3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4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5.xml><?xml version="1.0" encoding="utf-8"?>
<p:tagLst xmlns:p="http://schemas.openxmlformats.org/presentationml/2006/main">
  <p:tag name="KSO_WM_DIAGRAM_VIRTUALLY_FRAME" val="{&quot;height&quot;:127.67488188976377,&quot;left&quot;:172.58377952755905,&quot;top&quot;:79.81228346456693,&quot;width&quot;:397.5214960629921}"/>
</p:tagLst>
</file>

<file path=ppt/tags/tag36.xml><?xml version="1.0" encoding="utf-8"?>
<p:tagLst xmlns:p="http://schemas.openxmlformats.org/presentationml/2006/main">
  <p:tag name="KSO_WM_TEMPLATE_TOPIC_ID" val="2869567"/>
  <p:tag name="KSO_WM_TEMPLATE_OUTLINE_ID" val="5"/>
  <p:tag name="KSO_WM_TEMPLATE_SCENE_ID" val="1"/>
  <p:tag name="KSO_WM_TEMPLATE_JOB_ID" val="5"/>
  <p:tag name="KSO_WM_TEMPLATE_TOPIC_DEFAULT" val="0"/>
  <p:tag name="KSO_WM_SLIDE_MODEL_TYPE" val="cover"/>
</p:tagLst>
</file>

<file path=ppt/tags/tag37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38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39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0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1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2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3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4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5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6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7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8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49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50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51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52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53.xml><?xml version="1.0" encoding="utf-8"?>
<p:tagLst xmlns:p="http://schemas.openxmlformats.org/presentationml/2006/main">
  <p:tag name="KSO_WM_DIAGRAM_VIRTUALLY_FRAME" val="{&quot;height&quot;:99.21433070866142,&quot;left&quot;:80.65653543307086,&quot;top&quot;:103.28574803149607,&quot;width&quot;:557.3077952755905}"/>
</p:tagLst>
</file>

<file path=ppt/tags/tag54.xml><?xml version="1.0" encoding="utf-8"?>
<p:tagLst xmlns:p="http://schemas.openxmlformats.org/presentationml/2006/main">
  <p:tag name="commondata" val="eyJoZGlkIjoiMmM4ZWRlYmU5NzYxMDBiYjllZTY5NDg0MTRlNDdkM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41119A25PPBG">
  <a:themeElements>
    <a:clrScheme name="自定义 3">
      <a:dk1>
        <a:sysClr val="windowText" lastClr="000000"/>
      </a:dk1>
      <a:lt1>
        <a:sysClr val="window" lastClr="FFFFFF"/>
      </a:lt1>
      <a:dk2>
        <a:srgbClr val="959596"/>
      </a:dk2>
      <a:lt2>
        <a:srgbClr val="D9D9D9"/>
      </a:lt2>
      <a:accent1>
        <a:srgbClr val="2B6F7D"/>
      </a:accent1>
      <a:accent2>
        <a:srgbClr val="1C9494"/>
      </a:accent2>
      <a:accent3>
        <a:srgbClr val="7CB554"/>
      </a:accent3>
      <a:accent4>
        <a:srgbClr val="FAC14D"/>
      </a:accent4>
      <a:accent5>
        <a:srgbClr val="F95647"/>
      </a:accent5>
      <a:accent6>
        <a:srgbClr val="FF0000"/>
      </a:accent6>
      <a:hlink>
        <a:srgbClr val="0000FF"/>
      </a:hlink>
      <a:folHlink>
        <a:srgbClr val="800080"/>
      </a:folHlink>
    </a:clrScheme>
    <a:fontScheme name="自定义 13">
      <a:majorFont>
        <a:latin typeface="Castellar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2956</Words>
  <PresentationFormat>全屏显示(16:9)</PresentationFormat>
  <Paragraphs>520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7" baseType="lpstr">
      <vt:lpstr>Arial</vt:lpstr>
      <vt:lpstr>宋体</vt:lpstr>
      <vt:lpstr>Wingdings</vt:lpstr>
      <vt:lpstr>微软雅黑</vt:lpstr>
      <vt:lpstr>Webdings</vt:lpstr>
      <vt:lpstr>Calibri</vt:lpstr>
      <vt:lpstr>方正正大黑简体</vt:lpstr>
      <vt:lpstr>Aharoni</vt:lpstr>
      <vt:lpstr>Yu Gothic UI Semibold</vt:lpstr>
      <vt:lpstr>Impact</vt:lpstr>
      <vt:lpstr>DFGothic-EB</vt:lpstr>
      <vt:lpstr>MS UI Gothic</vt:lpstr>
      <vt:lpstr>时尚中黑简体</vt:lpstr>
      <vt:lpstr>Microsoft YaHei UI</vt:lpstr>
      <vt:lpstr>Arial Unicode MS</vt:lpstr>
      <vt:lpstr>Calibri Light</vt:lpstr>
      <vt:lpstr>Calibri</vt:lpstr>
      <vt:lpstr>FontAwesome</vt:lpstr>
      <vt:lpstr>Arial</vt:lpstr>
      <vt:lpstr>黑体</vt:lpstr>
      <vt:lpstr>Segoe Print</vt:lpstr>
      <vt:lpstr>Office 主题</vt:lpstr>
      <vt:lpstr>A000120141119A25PPBG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2023-12-06T05:34:00Z</dcterms:created>
  <dcterms:modified xsi:type="dcterms:W3CDTF">2024-12-25T08:28:25Z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2052-12.1.0.19302</vt:lpwstr>
  </property>
  <property fmtid="{D5CDD505-2E9C-101B-9397-08002B2CF9AE}" pid="4" name="ICV">
    <vt:lpwstr>55117D4BA3843DACE107706519683402_42</vt:lpwstr>
  </property>
</Properties>
</file>